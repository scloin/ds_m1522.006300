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FreeSerif"/>
                <a:cs typeface="Free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FreeSerif"/>
                <a:cs typeface="Free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FreeSerif"/>
                <a:cs typeface="Free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16408" y="0"/>
            <a:ext cx="8676640" cy="6858000"/>
          </a:xfrm>
          <a:custGeom>
            <a:avLst/>
            <a:gdLst/>
            <a:ahLst/>
            <a:cxnLst/>
            <a:rect l="l" t="t" r="r" b="b"/>
            <a:pathLst>
              <a:path w="8676640" h="6858000">
                <a:moveTo>
                  <a:pt x="8676132" y="0"/>
                </a:moveTo>
                <a:lnTo>
                  <a:pt x="0" y="0"/>
                </a:lnTo>
                <a:lnTo>
                  <a:pt x="0" y="6857999"/>
                </a:lnTo>
                <a:lnTo>
                  <a:pt x="8676132" y="6857999"/>
                </a:lnTo>
                <a:lnTo>
                  <a:pt x="86761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0386" y="1729866"/>
            <a:ext cx="7123226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FreeSerif"/>
                <a:cs typeface="Free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083" y="1386586"/>
            <a:ext cx="8053832" cy="2282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81990" y="6475314"/>
            <a:ext cx="1115060" cy="23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1F5F"/>
                </a:solidFill>
                <a:latin typeface="FreeSerif"/>
                <a:cs typeface="FreeSerif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27.png"/><Relationship Id="rId13" Type="http://schemas.openxmlformats.org/officeDocument/2006/relationships/image" Target="../media/image26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8.png"/><Relationship Id="rId19" Type="http://schemas.openxmlformats.org/officeDocument/2006/relationships/image" Target="../media/image39.png"/><Relationship Id="rId20" Type="http://schemas.openxmlformats.org/officeDocument/2006/relationships/image" Target="../media/image40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4.png"/><Relationship Id="rId25" Type="http://schemas.openxmlformats.org/officeDocument/2006/relationships/image" Target="../media/image4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15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26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31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5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31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4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83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49.png"/><Relationship Id="rId6" Type="http://schemas.openxmlformats.org/officeDocument/2006/relationships/image" Target="../media/image82.png"/><Relationship Id="rId7" Type="http://schemas.openxmlformats.org/officeDocument/2006/relationships/image" Target="../media/image87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Relationship Id="rId12" Type="http://schemas.openxmlformats.org/officeDocument/2006/relationships/image" Target="../media/image94.png"/><Relationship Id="rId13" Type="http://schemas.openxmlformats.org/officeDocument/2006/relationships/image" Target="../media/image95.png"/><Relationship Id="rId14" Type="http://schemas.openxmlformats.org/officeDocument/2006/relationships/image" Target="../media/image9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15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48" y="0"/>
            <a:ext cx="9147175" cy="6864350"/>
            <a:chOff x="-3048" y="0"/>
            <a:chExt cx="9147175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99" cy="68579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3999" cy="6857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16535" cy="6858000"/>
            </a:xfrm>
            <a:custGeom>
              <a:avLst/>
              <a:gdLst/>
              <a:ahLst/>
              <a:cxnLst/>
              <a:rect l="l" t="t" r="r" b="b"/>
              <a:pathLst>
                <a:path w="216535" h="6858000">
                  <a:moveTo>
                    <a:pt x="216408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216408" y="6857999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16535" cy="6858000"/>
            </a:xfrm>
            <a:custGeom>
              <a:avLst/>
              <a:gdLst/>
              <a:ahLst/>
              <a:cxnLst/>
              <a:rect l="l" t="t" r="r" b="b"/>
              <a:pathLst>
                <a:path w="216535" h="6858000">
                  <a:moveTo>
                    <a:pt x="216408" y="0"/>
                  </a:moveTo>
                  <a:lnTo>
                    <a:pt x="216408" y="6857999"/>
                  </a:lnTo>
                  <a:lnTo>
                    <a:pt x="0" y="6857999"/>
                  </a:lnTo>
                  <a:lnTo>
                    <a:pt x="0" y="0"/>
                  </a:lnTo>
                  <a:lnTo>
                    <a:pt x="216408" y="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5"/>
              <a:t>The </a:t>
            </a:r>
            <a:r>
              <a:rPr dirty="0" spc="-170">
                <a:solidFill>
                  <a:srgbClr val="4285F4"/>
                </a:solidFill>
                <a:latin typeface="Trebuchet MS"/>
                <a:cs typeface="Trebuchet MS"/>
              </a:rPr>
              <a:t>G</a:t>
            </a:r>
            <a:r>
              <a:rPr dirty="0" spc="-170">
                <a:solidFill>
                  <a:srgbClr val="EA4335"/>
                </a:solidFill>
                <a:latin typeface="Trebuchet MS"/>
                <a:cs typeface="Trebuchet MS"/>
              </a:rPr>
              <a:t>o</a:t>
            </a:r>
            <a:r>
              <a:rPr dirty="0" spc="-170">
                <a:solidFill>
                  <a:srgbClr val="FABB04"/>
                </a:solidFill>
                <a:latin typeface="Trebuchet MS"/>
                <a:cs typeface="Trebuchet MS"/>
              </a:rPr>
              <a:t>o</a:t>
            </a:r>
            <a:r>
              <a:rPr dirty="0" spc="-170">
                <a:solidFill>
                  <a:srgbClr val="4285F4"/>
                </a:solidFill>
                <a:latin typeface="Trebuchet MS"/>
                <a:cs typeface="Trebuchet MS"/>
              </a:rPr>
              <a:t>g</a:t>
            </a:r>
            <a:r>
              <a:rPr dirty="0" spc="-170">
                <a:solidFill>
                  <a:srgbClr val="34A852"/>
                </a:solidFill>
                <a:latin typeface="Trebuchet MS"/>
                <a:cs typeface="Trebuchet MS"/>
              </a:rPr>
              <a:t>l</a:t>
            </a:r>
            <a:r>
              <a:rPr dirty="0" spc="-170">
                <a:solidFill>
                  <a:srgbClr val="EA4335"/>
                </a:solidFill>
                <a:latin typeface="Trebuchet MS"/>
                <a:cs typeface="Trebuchet MS"/>
              </a:rPr>
              <a:t>e </a:t>
            </a:r>
            <a:r>
              <a:rPr dirty="0" spc="85"/>
              <a:t>File</a:t>
            </a:r>
            <a:r>
              <a:rPr dirty="0" spc="-950"/>
              <a:t> </a:t>
            </a:r>
            <a:r>
              <a:rPr dirty="0" spc="155"/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26717" y="3745218"/>
            <a:ext cx="5292725" cy="67183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800" spc="-10" i="1">
                <a:solidFill>
                  <a:srgbClr val="FFFFFF"/>
                </a:solidFill>
                <a:latin typeface="Caladea"/>
                <a:cs typeface="Caladea"/>
              </a:rPr>
              <a:t>Sanjay </a:t>
            </a:r>
            <a:r>
              <a:rPr dirty="0" sz="1800" spc="-5" i="1">
                <a:solidFill>
                  <a:srgbClr val="FFFFFF"/>
                </a:solidFill>
                <a:latin typeface="Caladea"/>
                <a:cs typeface="Caladea"/>
              </a:rPr>
              <a:t>Ghemawat </a:t>
            </a:r>
            <a:r>
              <a:rPr dirty="0" sz="1800" spc="-5" i="1">
                <a:solidFill>
                  <a:srgbClr val="FFC000"/>
                </a:solidFill>
                <a:latin typeface="Caladea"/>
                <a:cs typeface="Caladea"/>
              </a:rPr>
              <a:t>†</a:t>
            </a:r>
            <a:r>
              <a:rPr dirty="0" sz="1800" spc="-5" i="1">
                <a:solidFill>
                  <a:srgbClr val="FFFFFF"/>
                </a:solidFill>
                <a:latin typeface="Caladea"/>
                <a:cs typeface="Caladea"/>
              </a:rPr>
              <a:t>, </a:t>
            </a:r>
            <a:r>
              <a:rPr dirty="0" sz="1800" spc="-10" i="1">
                <a:solidFill>
                  <a:srgbClr val="FFFFFF"/>
                </a:solidFill>
                <a:latin typeface="Caladea"/>
                <a:cs typeface="Caladea"/>
              </a:rPr>
              <a:t>Howard </a:t>
            </a:r>
            <a:r>
              <a:rPr dirty="0" sz="1800" i="1">
                <a:solidFill>
                  <a:srgbClr val="FFFFFF"/>
                </a:solidFill>
                <a:latin typeface="Caladea"/>
                <a:cs typeface="Caladea"/>
              </a:rPr>
              <a:t>Gobioff </a:t>
            </a:r>
            <a:r>
              <a:rPr dirty="0" sz="1800" spc="-5" i="1">
                <a:solidFill>
                  <a:srgbClr val="FFC000"/>
                </a:solidFill>
                <a:latin typeface="Caladea"/>
                <a:cs typeface="Caladea"/>
              </a:rPr>
              <a:t>†</a:t>
            </a:r>
            <a:r>
              <a:rPr dirty="0" sz="1800" spc="-5" i="1">
                <a:solidFill>
                  <a:srgbClr val="FFFFFF"/>
                </a:solidFill>
                <a:latin typeface="Caladea"/>
                <a:cs typeface="Caladea"/>
              </a:rPr>
              <a:t>, </a:t>
            </a:r>
            <a:r>
              <a:rPr dirty="0" sz="1800" spc="-20" i="1">
                <a:solidFill>
                  <a:srgbClr val="FFFFFF"/>
                </a:solidFill>
                <a:latin typeface="Caladea"/>
                <a:cs typeface="Caladea"/>
              </a:rPr>
              <a:t>Shun-Tak</a:t>
            </a:r>
            <a:r>
              <a:rPr dirty="0" sz="1800" spc="75" i="1">
                <a:solidFill>
                  <a:srgbClr val="FFFFFF"/>
                </a:solidFill>
                <a:latin typeface="Caladea"/>
                <a:cs typeface="Caladea"/>
              </a:rPr>
              <a:t> </a:t>
            </a:r>
            <a:r>
              <a:rPr dirty="0" sz="1800" spc="-10" i="1">
                <a:solidFill>
                  <a:srgbClr val="FFFFFF"/>
                </a:solidFill>
                <a:latin typeface="Caladea"/>
                <a:cs typeface="Caladea"/>
              </a:rPr>
              <a:t>Leung</a:t>
            </a:r>
            <a:endParaRPr sz="1800">
              <a:latin typeface="Caladea"/>
              <a:cs typeface="Caladea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1800" spc="30">
                <a:solidFill>
                  <a:srgbClr val="FFC000"/>
                </a:solidFill>
                <a:latin typeface="FreeSerif"/>
                <a:cs typeface="FreeSerif"/>
              </a:rPr>
              <a:t>†</a:t>
            </a:r>
            <a:r>
              <a:rPr dirty="0" sz="1800" spc="-65">
                <a:solidFill>
                  <a:srgbClr val="FFC000"/>
                </a:solidFill>
                <a:latin typeface="FreeSerif"/>
                <a:cs typeface="FreeSerif"/>
              </a:rPr>
              <a:t> </a:t>
            </a:r>
            <a:r>
              <a:rPr dirty="0" sz="1800" spc="-20">
                <a:solidFill>
                  <a:srgbClr val="4285F4"/>
                </a:solidFill>
                <a:latin typeface="Trebuchet MS"/>
                <a:cs typeface="Trebuchet MS"/>
              </a:rPr>
              <a:t>G</a:t>
            </a:r>
            <a:r>
              <a:rPr dirty="0" sz="1800" spc="-20">
                <a:solidFill>
                  <a:srgbClr val="EA4335"/>
                </a:solidFill>
                <a:latin typeface="Trebuchet MS"/>
                <a:cs typeface="Trebuchet MS"/>
              </a:rPr>
              <a:t>o</a:t>
            </a:r>
            <a:r>
              <a:rPr dirty="0" sz="1800" spc="-20">
                <a:solidFill>
                  <a:srgbClr val="FABB04"/>
                </a:solidFill>
                <a:latin typeface="Trebuchet MS"/>
                <a:cs typeface="Trebuchet MS"/>
              </a:rPr>
              <a:t>o</a:t>
            </a:r>
            <a:r>
              <a:rPr dirty="0" sz="1800" spc="-20">
                <a:solidFill>
                  <a:srgbClr val="4285F4"/>
                </a:solidFill>
                <a:latin typeface="Trebuchet MS"/>
                <a:cs typeface="Trebuchet MS"/>
              </a:rPr>
              <a:t>g</a:t>
            </a:r>
            <a:r>
              <a:rPr dirty="0" sz="1800" spc="-20">
                <a:solidFill>
                  <a:srgbClr val="34A852"/>
                </a:solidFill>
                <a:latin typeface="Trebuchet MS"/>
                <a:cs typeface="Trebuchet MS"/>
              </a:rPr>
              <a:t>l</a:t>
            </a:r>
            <a:r>
              <a:rPr dirty="0" sz="1800" spc="-20">
                <a:solidFill>
                  <a:srgbClr val="EA4335"/>
                </a:solidFill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91534" y="4808982"/>
            <a:ext cx="1360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20" b="1">
                <a:solidFill>
                  <a:srgbClr val="FFFFFF"/>
                </a:solidFill>
                <a:latin typeface="Play"/>
                <a:cs typeface="Play"/>
              </a:rPr>
              <a:t>SO</a:t>
            </a:r>
            <a:r>
              <a:rPr dirty="0" sz="2800" spc="-190" b="1">
                <a:solidFill>
                  <a:srgbClr val="FFFFFF"/>
                </a:solidFill>
                <a:latin typeface="Play"/>
                <a:cs typeface="Play"/>
              </a:rPr>
              <a:t>S</a:t>
            </a:r>
            <a:r>
              <a:rPr dirty="0" sz="2800" spc="-10" b="1">
                <a:solidFill>
                  <a:srgbClr val="FFFFFF"/>
                </a:solidFill>
                <a:latin typeface="Play"/>
                <a:cs typeface="Play"/>
              </a:rPr>
              <a:t>P’03</a:t>
            </a:r>
            <a:endParaRPr sz="2800">
              <a:latin typeface="Play"/>
              <a:cs typeface="Pla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06920" y="6429247"/>
            <a:ext cx="2353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i="1">
                <a:solidFill>
                  <a:srgbClr val="FFFFFF"/>
                </a:solidFill>
                <a:latin typeface="Caladea"/>
                <a:cs typeface="Caladea"/>
              </a:rPr>
              <a:t>Yoona </a:t>
            </a:r>
            <a:r>
              <a:rPr dirty="0" sz="1800" spc="-5" i="1">
                <a:solidFill>
                  <a:srgbClr val="FFFFFF"/>
                </a:solidFill>
                <a:latin typeface="Caladea"/>
                <a:cs typeface="Caladea"/>
              </a:rPr>
              <a:t>Kim, </a:t>
            </a:r>
            <a:r>
              <a:rPr dirty="0" sz="1800" i="1">
                <a:solidFill>
                  <a:srgbClr val="FFFFFF"/>
                </a:solidFill>
                <a:latin typeface="Caladea"/>
                <a:cs typeface="Caladea"/>
              </a:rPr>
              <a:t>Geonhee</a:t>
            </a:r>
            <a:r>
              <a:rPr dirty="0" sz="1800" spc="-15" i="1">
                <a:solidFill>
                  <a:srgbClr val="FFFFFF"/>
                </a:solidFill>
                <a:latin typeface="Caladea"/>
                <a:cs typeface="Caladea"/>
              </a:rPr>
              <a:t> </a:t>
            </a:r>
            <a:r>
              <a:rPr dirty="0" sz="1800" spc="-5" i="1">
                <a:solidFill>
                  <a:srgbClr val="FFFFFF"/>
                </a:solidFill>
                <a:latin typeface="Caladea"/>
                <a:cs typeface="Caladea"/>
              </a:rPr>
              <a:t>Cho</a:t>
            </a:r>
            <a:endParaRPr sz="1800">
              <a:latin typeface="Caladea"/>
              <a:cs typeface="Calad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53758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75" b="1">
                <a:solidFill>
                  <a:srgbClr val="404040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70">
                <a:solidFill>
                  <a:srgbClr val="BEBEBE"/>
                </a:solidFill>
                <a:latin typeface="FreeSerif"/>
                <a:cs typeface="FreeSerif"/>
              </a:rPr>
              <a:t>Experiences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544" y="3188144"/>
            <a:ext cx="7722234" cy="2997835"/>
            <a:chOff x="673544" y="3188144"/>
            <a:chExt cx="7722234" cy="2997835"/>
          </a:xfrm>
        </p:grpSpPr>
        <p:sp>
          <p:nvSpPr>
            <p:cNvPr id="3" name="object 3"/>
            <p:cNvSpPr/>
            <p:nvPr/>
          </p:nvSpPr>
          <p:spPr>
            <a:xfrm>
              <a:off x="686561" y="3201162"/>
              <a:ext cx="7696200" cy="2971800"/>
            </a:xfrm>
            <a:custGeom>
              <a:avLst/>
              <a:gdLst/>
              <a:ahLst/>
              <a:cxnLst/>
              <a:rect l="l" t="t" r="r" b="b"/>
              <a:pathLst>
                <a:path w="7696200" h="2971800">
                  <a:moveTo>
                    <a:pt x="7200900" y="0"/>
                  </a:moveTo>
                  <a:lnTo>
                    <a:pt x="495312" y="0"/>
                  </a:lnTo>
                  <a:lnTo>
                    <a:pt x="447610" y="2267"/>
                  </a:lnTo>
                  <a:lnTo>
                    <a:pt x="401190" y="8930"/>
                  </a:lnTo>
                  <a:lnTo>
                    <a:pt x="356261" y="19782"/>
                  </a:lnTo>
                  <a:lnTo>
                    <a:pt x="313030" y="34615"/>
                  </a:lnTo>
                  <a:lnTo>
                    <a:pt x="271705" y="53222"/>
                  </a:lnTo>
                  <a:lnTo>
                    <a:pt x="232493" y="75394"/>
                  </a:lnTo>
                  <a:lnTo>
                    <a:pt x="195603" y="100925"/>
                  </a:lnTo>
                  <a:lnTo>
                    <a:pt x="161240" y="129607"/>
                  </a:lnTo>
                  <a:lnTo>
                    <a:pt x="129613" y="161233"/>
                  </a:lnTo>
                  <a:lnTo>
                    <a:pt x="100930" y="195594"/>
                  </a:lnTo>
                  <a:lnTo>
                    <a:pt x="75398" y="232484"/>
                  </a:lnTo>
                  <a:lnTo>
                    <a:pt x="53224" y="271695"/>
                  </a:lnTo>
                  <a:lnTo>
                    <a:pt x="34617" y="313019"/>
                  </a:lnTo>
                  <a:lnTo>
                    <a:pt x="19783" y="356249"/>
                  </a:lnTo>
                  <a:lnTo>
                    <a:pt x="8931" y="401178"/>
                  </a:lnTo>
                  <a:lnTo>
                    <a:pt x="2267" y="447597"/>
                  </a:lnTo>
                  <a:lnTo>
                    <a:pt x="0" y="495300"/>
                  </a:lnTo>
                  <a:lnTo>
                    <a:pt x="0" y="2476487"/>
                  </a:lnTo>
                  <a:lnTo>
                    <a:pt x="2267" y="2524189"/>
                  </a:lnTo>
                  <a:lnTo>
                    <a:pt x="8931" y="2570609"/>
                  </a:lnTo>
                  <a:lnTo>
                    <a:pt x="19783" y="2615538"/>
                  </a:lnTo>
                  <a:lnTo>
                    <a:pt x="34617" y="2658769"/>
                  </a:lnTo>
                  <a:lnTo>
                    <a:pt x="53224" y="2700094"/>
                  </a:lnTo>
                  <a:lnTo>
                    <a:pt x="75398" y="2739306"/>
                  </a:lnTo>
                  <a:lnTo>
                    <a:pt x="100930" y="2776196"/>
                  </a:lnTo>
                  <a:lnTo>
                    <a:pt x="129613" y="2810559"/>
                  </a:lnTo>
                  <a:lnTo>
                    <a:pt x="161240" y="2842186"/>
                  </a:lnTo>
                  <a:lnTo>
                    <a:pt x="195603" y="2870869"/>
                  </a:lnTo>
                  <a:lnTo>
                    <a:pt x="232493" y="2896401"/>
                  </a:lnTo>
                  <a:lnTo>
                    <a:pt x="271705" y="2918575"/>
                  </a:lnTo>
                  <a:lnTo>
                    <a:pt x="313030" y="2937182"/>
                  </a:lnTo>
                  <a:lnTo>
                    <a:pt x="356261" y="2952016"/>
                  </a:lnTo>
                  <a:lnTo>
                    <a:pt x="401190" y="2962868"/>
                  </a:lnTo>
                  <a:lnTo>
                    <a:pt x="447610" y="2969532"/>
                  </a:lnTo>
                  <a:lnTo>
                    <a:pt x="495312" y="2971800"/>
                  </a:lnTo>
                  <a:lnTo>
                    <a:pt x="7200900" y="2971800"/>
                  </a:lnTo>
                  <a:lnTo>
                    <a:pt x="7248602" y="2969532"/>
                  </a:lnTo>
                  <a:lnTo>
                    <a:pt x="7295021" y="2962868"/>
                  </a:lnTo>
                  <a:lnTo>
                    <a:pt x="7339950" y="2952016"/>
                  </a:lnTo>
                  <a:lnTo>
                    <a:pt x="7383180" y="2937182"/>
                  </a:lnTo>
                  <a:lnTo>
                    <a:pt x="7424504" y="2918575"/>
                  </a:lnTo>
                  <a:lnTo>
                    <a:pt x="7463715" y="2896401"/>
                  </a:lnTo>
                  <a:lnTo>
                    <a:pt x="7500605" y="2870869"/>
                  </a:lnTo>
                  <a:lnTo>
                    <a:pt x="7534966" y="2842186"/>
                  </a:lnTo>
                  <a:lnTo>
                    <a:pt x="7566592" y="2810559"/>
                  </a:lnTo>
                  <a:lnTo>
                    <a:pt x="7595274" y="2776196"/>
                  </a:lnTo>
                  <a:lnTo>
                    <a:pt x="7620805" y="2739306"/>
                  </a:lnTo>
                  <a:lnTo>
                    <a:pt x="7642977" y="2700094"/>
                  </a:lnTo>
                  <a:lnTo>
                    <a:pt x="7661584" y="2658769"/>
                  </a:lnTo>
                  <a:lnTo>
                    <a:pt x="7676417" y="2615538"/>
                  </a:lnTo>
                  <a:lnTo>
                    <a:pt x="7687269" y="2570609"/>
                  </a:lnTo>
                  <a:lnTo>
                    <a:pt x="7693932" y="2524189"/>
                  </a:lnTo>
                  <a:lnTo>
                    <a:pt x="7696200" y="2476487"/>
                  </a:lnTo>
                  <a:lnTo>
                    <a:pt x="7696200" y="495300"/>
                  </a:lnTo>
                  <a:lnTo>
                    <a:pt x="7693932" y="447597"/>
                  </a:lnTo>
                  <a:lnTo>
                    <a:pt x="7687269" y="401178"/>
                  </a:lnTo>
                  <a:lnTo>
                    <a:pt x="7676417" y="356249"/>
                  </a:lnTo>
                  <a:lnTo>
                    <a:pt x="7661584" y="313019"/>
                  </a:lnTo>
                  <a:lnTo>
                    <a:pt x="7642977" y="271695"/>
                  </a:lnTo>
                  <a:lnTo>
                    <a:pt x="7620805" y="232484"/>
                  </a:lnTo>
                  <a:lnTo>
                    <a:pt x="7595274" y="195594"/>
                  </a:lnTo>
                  <a:lnTo>
                    <a:pt x="7566592" y="161233"/>
                  </a:lnTo>
                  <a:lnTo>
                    <a:pt x="7534966" y="129607"/>
                  </a:lnTo>
                  <a:lnTo>
                    <a:pt x="7500605" y="100925"/>
                  </a:lnTo>
                  <a:lnTo>
                    <a:pt x="7463715" y="75394"/>
                  </a:lnTo>
                  <a:lnTo>
                    <a:pt x="7424504" y="53222"/>
                  </a:lnTo>
                  <a:lnTo>
                    <a:pt x="7383180" y="34615"/>
                  </a:lnTo>
                  <a:lnTo>
                    <a:pt x="7339950" y="19782"/>
                  </a:lnTo>
                  <a:lnTo>
                    <a:pt x="7295021" y="8930"/>
                  </a:lnTo>
                  <a:lnTo>
                    <a:pt x="7248602" y="2267"/>
                  </a:lnTo>
                  <a:lnTo>
                    <a:pt x="72009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6561" y="3201162"/>
              <a:ext cx="7696200" cy="2971800"/>
            </a:xfrm>
            <a:custGeom>
              <a:avLst/>
              <a:gdLst/>
              <a:ahLst/>
              <a:cxnLst/>
              <a:rect l="l" t="t" r="r" b="b"/>
              <a:pathLst>
                <a:path w="7696200" h="2971800">
                  <a:moveTo>
                    <a:pt x="0" y="495300"/>
                  </a:moveTo>
                  <a:lnTo>
                    <a:pt x="2267" y="447597"/>
                  </a:lnTo>
                  <a:lnTo>
                    <a:pt x="8931" y="401178"/>
                  </a:lnTo>
                  <a:lnTo>
                    <a:pt x="19783" y="356249"/>
                  </a:lnTo>
                  <a:lnTo>
                    <a:pt x="34617" y="313019"/>
                  </a:lnTo>
                  <a:lnTo>
                    <a:pt x="53224" y="271695"/>
                  </a:lnTo>
                  <a:lnTo>
                    <a:pt x="75398" y="232484"/>
                  </a:lnTo>
                  <a:lnTo>
                    <a:pt x="100930" y="195594"/>
                  </a:lnTo>
                  <a:lnTo>
                    <a:pt x="129613" y="161233"/>
                  </a:lnTo>
                  <a:lnTo>
                    <a:pt x="161240" y="129607"/>
                  </a:lnTo>
                  <a:lnTo>
                    <a:pt x="195603" y="100925"/>
                  </a:lnTo>
                  <a:lnTo>
                    <a:pt x="232493" y="75394"/>
                  </a:lnTo>
                  <a:lnTo>
                    <a:pt x="271705" y="53222"/>
                  </a:lnTo>
                  <a:lnTo>
                    <a:pt x="313030" y="34615"/>
                  </a:lnTo>
                  <a:lnTo>
                    <a:pt x="356261" y="19782"/>
                  </a:lnTo>
                  <a:lnTo>
                    <a:pt x="401190" y="8930"/>
                  </a:lnTo>
                  <a:lnTo>
                    <a:pt x="447610" y="2267"/>
                  </a:lnTo>
                  <a:lnTo>
                    <a:pt x="495312" y="0"/>
                  </a:lnTo>
                  <a:lnTo>
                    <a:pt x="7200900" y="0"/>
                  </a:lnTo>
                  <a:lnTo>
                    <a:pt x="7248602" y="2267"/>
                  </a:lnTo>
                  <a:lnTo>
                    <a:pt x="7295021" y="8930"/>
                  </a:lnTo>
                  <a:lnTo>
                    <a:pt x="7339950" y="19782"/>
                  </a:lnTo>
                  <a:lnTo>
                    <a:pt x="7383180" y="34615"/>
                  </a:lnTo>
                  <a:lnTo>
                    <a:pt x="7424504" y="53222"/>
                  </a:lnTo>
                  <a:lnTo>
                    <a:pt x="7463715" y="75394"/>
                  </a:lnTo>
                  <a:lnTo>
                    <a:pt x="7500605" y="100925"/>
                  </a:lnTo>
                  <a:lnTo>
                    <a:pt x="7534966" y="129607"/>
                  </a:lnTo>
                  <a:lnTo>
                    <a:pt x="7566592" y="161233"/>
                  </a:lnTo>
                  <a:lnTo>
                    <a:pt x="7595274" y="195594"/>
                  </a:lnTo>
                  <a:lnTo>
                    <a:pt x="7620805" y="232484"/>
                  </a:lnTo>
                  <a:lnTo>
                    <a:pt x="7642977" y="271695"/>
                  </a:lnTo>
                  <a:lnTo>
                    <a:pt x="7661584" y="313019"/>
                  </a:lnTo>
                  <a:lnTo>
                    <a:pt x="7676417" y="356249"/>
                  </a:lnTo>
                  <a:lnTo>
                    <a:pt x="7687269" y="401178"/>
                  </a:lnTo>
                  <a:lnTo>
                    <a:pt x="7693932" y="447597"/>
                  </a:lnTo>
                  <a:lnTo>
                    <a:pt x="7696200" y="495300"/>
                  </a:lnTo>
                  <a:lnTo>
                    <a:pt x="7696200" y="2476487"/>
                  </a:lnTo>
                  <a:lnTo>
                    <a:pt x="7693932" y="2524189"/>
                  </a:lnTo>
                  <a:lnTo>
                    <a:pt x="7687269" y="2570609"/>
                  </a:lnTo>
                  <a:lnTo>
                    <a:pt x="7676417" y="2615538"/>
                  </a:lnTo>
                  <a:lnTo>
                    <a:pt x="7661584" y="2658769"/>
                  </a:lnTo>
                  <a:lnTo>
                    <a:pt x="7642977" y="2700094"/>
                  </a:lnTo>
                  <a:lnTo>
                    <a:pt x="7620805" y="2739306"/>
                  </a:lnTo>
                  <a:lnTo>
                    <a:pt x="7595274" y="2776196"/>
                  </a:lnTo>
                  <a:lnTo>
                    <a:pt x="7566592" y="2810559"/>
                  </a:lnTo>
                  <a:lnTo>
                    <a:pt x="7534966" y="2842186"/>
                  </a:lnTo>
                  <a:lnTo>
                    <a:pt x="7500605" y="2870869"/>
                  </a:lnTo>
                  <a:lnTo>
                    <a:pt x="7463715" y="2896401"/>
                  </a:lnTo>
                  <a:lnTo>
                    <a:pt x="7424504" y="2918575"/>
                  </a:lnTo>
                  <a:lnTo>
                    <a:pt x="7383180" y="2937182"/>
                  </a:lnTo>
                  <a:lnTo>
                    <a:pt x="7339950" y="2952016"/>
                  </a:lnTo>
                  <a:lnTo>
                    <a:pt x="7295021" y="2962868"/>
                  </a:lnTo>
                  <a:lnTo>
                    <a:pt x="7248602" y="2969532"/>
                  </a:lnTo>
                  <a:lnTo>
                    <a:pt x="7200900" y="2971800"/>
                  </a:lnTo>
                  <a:lnTo>
                    <a:pt x="495312" y="2971800"/>
                  </a:lnTo>
                  <a:lnTo>
                    <a:pt x="447610" y="2969532"/>
                  </a:lnTo>
                  <a:lnTo>
                    <a:pt x="401190" y="2962868"/>
                  </a:lnTo>
                  <a:lnTo>
                    <a:pt x="356261" y="2952016"/>
                  </a:lnTo>
                  <a:lnTo>
                    <a:pt x="313030" y="2937182"/>
                  </a:lnTo>
                  <a:lnTo>
                    <a:pt x="271705" y="2918575"/>
                  </a:lnTo>
                  <a:lnTo>
                    <a:pt x="232493" y="2896401"/>
                  </a:lnTo>
                  <a:lnTo>
                    <a:pt x="195603" y="2870869"/>
                  </a:lnTo>
                  <a:lnTo>
                    <a:pt x="161240" y="2842186"/>
                  </a:lnTo>
                  <a:lnTo>
                    <a:pt x="129613" y="2810559"/>
                  </a:lnTo>
                  <a:lnTo>
                    <a:pt x="100930" y="2776196"/>
                  </a:lnTo>
                  <a:lnTo>
                    <a:pt x="75398" y="2739306"/>
                  </a:lnTo>
                  <a:lnTo>
                    <a:pt x="53224" y="2700094"/>
                  </a:lnTo>
                  <a:lnTo>
                    <a:pt x="34617" y="2658769"/>
                  </a:lnTo>
                  <a:lnTo>
                    <a:pt x="19783" y="2615538"/>
                  </a:lnTo>
                  <a:lnTo>
                    <a:pt x="8931" y="2570609"/>
                  </a:lnTo>
                  <a:lnTo>
                    <a:pt x="2267" y="2524189"/>
                  </a:lnTo>
                  <a:lnTo>
                    <a:pt x="0" y="2476487"/>
                  </a:lnTo>
                  <a:lnTo>
                    <a:pt x="0" y="4953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61287" y="3404616"/>
              <a:ext cx="6841236" cy="20192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45083" y="1020826"/>
            <a:ext cx="7780655" cy="15697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0">
                <a:latin typeface="FreeSerif"/>
                <a:cs typeface="FreeSerif"/>
              </a:rPr>
              <a:t>They</a:t>
            </a:r>
            <a:r>
              <a:rPr dirty="0" sz="2000" spc="-5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designed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implemented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Google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File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System(GFS)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meet</a:t>
            </a:r>
            <a:endParaRPr sz="2000">
              <a:latin typeface="FreeSerif"/>
              <a:cs typeface="FreeSerif"/>
            </a:endParaRPr>
          </a:p>
          <a:p>
            <a:pPr marL="205740">
              <a:lnSpc>
                <a:spcPct val="100000"/>
              </a:lnSpc>
            </a:pP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rapidly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growing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demands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-30">
                <a:latin typeface="FreeSerif"/>
                <a:cs typeface="FreeSerif"/>
              </a:rPr>
              <a:t>of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30">
                <a:latin typeface="FreeSerif"/>
                <a:cs typeface="FreeSerif"/>
              </a:rPr>
              <a:t>Google’s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data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processing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needs.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-105">
                <a:solidFill>
                  <a:srgbClr val="7E7E7E"/>
                </a:solidFill>
                <a:latin typeface="FreeSerif"/>
                <a:cs typeface="FreeSerif"/>
              </a:rPr>
              <a:t>GFS</a:t>
            </a:r>
            <a:r>
              <a:rPr dirty="0" sz="1800" spc="-7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7E7E7E"/>
                </a:solidFill>
                <a:latin typeface="FreeSerif"/>
                <a:cs typeface="FreeSerif"/>
              </a:rPr>
              <a:t>shares</a:t>
            </a:r>
            <a:r>
              <a:rPr dirty="0" sz="1800" spc="-5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7E7E7E"/>
                </a:solidFill>
                <a:latin typeface="FreeSerif"/>
                <a:cs typeface="FreeSerif"/>
              </a:rPr>
              <a:t>many</a:t>
            </a:r>
            <a:r>
              <a:rPr dirty="0" sz="1800" spc="-5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-25">
                <a:solidFill>
                  <a:srgbClr val="7E7E7E"/>
                </a:solidFill>
                <a:latin typeface="FreeSerif"/>
                <a:cs typeface="FreeSerif"/>
              </a:rPr>
              <a:t>of</a:t>
            </a:r>
            <a:r>
              <a:rPr dirty="0" sz="1800" spc="-6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7E7E7E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7E7E7E"/>
                </a:solidFill>
                <a:latin typeface="FreeSerif"/>
                <a:cs typeface="FreeSerif"/>
              </a:rPr>
              <a:t>same</a:t>
            </a:r>
            <a:r>
              <a:rPr dirty="0" sz="1800" spc="-5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7E7E7E"/>
                </a:solidFill>
                <a:latin typeface="FreeSerif"/>
                <a:cs typeface="FreeSerif"/>
              </a:rPr>
              <a:t>goals</a:t>
            </a:r>
            <a:r>
              <a:rPr dirty="0" sz="1800" spc="-6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7E7E7E"/>
                </a:solidFill>
                <a:latin typeface="FreeSerif"/>
                <a:cs typeface="FreeSerif"/>
              </a:rPr>
              <a:t>as</a:t>
            </a:r>
            <a:r>
              <a:rPr dirty="0" sz="1800" spc="-5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7E7E7E"/>
                </a:solidFill>
                <a:latin typeface="FreeSerif"/>
                <a:cs typeface="FreeSerif"/>
              </a:rPr>
              <a:t>previous</a:t>
            </a:r>
            <a:r>
              <a:rPr dirty="0" sz="1800" spc="-5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7E7E7E"/>
                </a:solidFill>
                <a:latin typeface="FreeSerif"/>
                <a:cs typeface="FreeSerif"/>
              </a:rPr>
              <a:t>distributed</a:t>
            </a:r>
            <a:r>
              <a:rPr dirty="0" sz="1800" spc="-4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FreeSerif"/>
                <a:cs typeface="FreeSerif"/>
              </a:rPr>
              <a:t>file</a:t>
            </a:r>
            <a:r>
              <a:rPr dirty="0" sz="1800" spc="-40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7E7E7E"/>
                </a:solidFill>
                <a:latin typeface="FreeSerif"/>
                <a:cs typeface="FreeSerif"/>
              </a:rPr>
              <a:t>system.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5">
                <a:solidFill>
                  <a:srgbClr val="7E7E7E"/>
                </a:solidFill>
                <a:latin typeface="FreeSerif"/>
                <a:cs typeface="FreeSerif"/>
              </a:rPr>
              <a:t>But</a:t>
            </a:r>
            <a:r>
              <a:rPr dirty="0" sz="1800" spc="-45">
                <a:solidFill>
                  <a:srgbClr val="7E7E7E"/>
                </a:solidFill>
                <a:latin typeface="FreeSerif"/>
                <a:cs typeface="FreeSerif"/>
              </a:rPr>
              <a:t> </a:t>
            </a:r>
            <a:r>
              <a:rPr dirty="0" u="sng" sz="1800" spc="7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its</a:t>
            </a:r>
            <a:r>
              <a:rPr dirty="0" u="sng" sz="1800" spc="-6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7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design</a:t>
            </a:r>
            <a:r>
              <a:rPr dirty="0" u="sng" sz="1800" spc="-5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9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had</a:t>
            </a:r>
            <a:r>
              <a:rPr dirty="0" u="sng" sz="1800" spc="-6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8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been</a:t>
            </a:r>
            <a:r>
              <a:rPr dirty="0" u="sng" sz="1800" spc="-5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7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driven</a:t>
            </a:r>
            <a:r>
              <a:rPr dirty="0" u="sng" sz="1800" spc="-5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5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by</a:t>
            </a:r>
            <a:r>
              <a:rPr dirty="0" u="sng" sz="1800" spc="-4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55" b="1" i="1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Carlito"/>
                <a:cs typeface="Carlito"/>
              </a:rPr>
              <a:t>key</a:t>
            </a:r>
            <a:r>
              <a:rPr dirty="0" u="sng" sz="1800" spc="-30" b="1" i="1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Carlito"/>
                <a:cs typeface="Carlito"/>
              </a:rPr>
              <a:t> </a:t>
            </a:r>
            <a:r>
              <a:rPr dirty="0" u="sng" sz="1800" spc="70" b="1" i="1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Carlito"/>
                <a:cs typeface="Carlito"/>
              </a:rPr>
              <a:t>observations</a:t>
            </a:r>
            <a:r>
              <a:rPr dirty="0" u="sng" sz="1800" spc="25" b="1" i="1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Carlito"/>
                <a:cs typeface="Carlito"/>
              </a:rPr>
              <a:t> </a:t>
            </a:r>
            <a:r>
              <a:rPr dirty="0" u="sng" sz="1800" spc="-3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of</a:t>
            </a:r>
            <a:r>
              <a:rPr dirty="0" u="sng" sz="1800" spc="-5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75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their</a:t>
            </a:r>
            <a:r>
              <a:rPr dirty="0" u="sng" sz="1800" spc="-6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6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application</a:t>
            </a:r>
            <a:endParaRPr sz="1800">
              <a:latin typeface="FreeSerif"/>
              <a:cs typeface="FreeSerif"/>
            </a:endParaRPr>
          </a:p>
          <a:p>
            <a:pPr marL="429895">
              <a:lnSpc>
                <a:spcPct val="100000"/>
              </a:lnSpc>
            </a:pPr>
            <a:r>
              <a:rPr dirty="0" u="sng" sz="1800" spc="8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workloads </a:t>
            </a:r>
            <a:r>
              <a:rPr dirty="0" u="sng" sz="1800" spc="10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and</a:t>
            </a:r>
            <a:r>
              <a:rPr dirty="0" u="sng" sz="1800" spc="-31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 </a:t>
            </a:r>
            <a:r>
              <a:rPr dirty="0" u="sng" sz="1800" spc="5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technological </a:t>
            </a:r>
            <a:r>
              <a:rPr dirty="0" u="sng" sz="1800" spc="7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FreeSerif"/>
                <a:cs typeface="FreeSerif"/>
              </a:rPr>
              <a:t>environment</a:t>
            </a:r>
            <a:r>
              <a:rPr dirty="0" sz="1800" spc="70">
                <a:solidFill>
                  <a:srgbClr val="7E7E7E"/>
                </a:solidFill>
                <a:latin typeface="FreeSerif"/>
                <a:cs typeface="FreeSerif"/>
              </a:rPr>
              <a:t>.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1037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85">
                <a:solidFill>
                  <a:srgbClr val="0E1745"/>
                </a:solidFill>
              </a:rPr>
              <a:t>Introduction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1547241" y="4269485"/>
            <a:ext cx="1232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45" b="1">
                <a:solidFill>
                  <a:srgbClr val="404040"/>
                </a:solidFill>
                <a:latin typeface="FreeSerif"/>
                <a:cs typeface="FreeSerif"/>
              </a:rPr>
              <a:t>Performance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6346" y="4269485"/>
            <a:ext cx="996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30" b="1">
                <a:solidFill>
                  <a:srgbClr val="404040"/>
                </a:solidFill>
                <a:latin typeface="FreeSerif"/>
                <a:cs typeface="FreeSerif"/>
              </a:rPr>
              <a:t>Scalability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0896" y="4269485"/>
            <a:ext cx="99186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35" b="1">
                <a:solidFill>
                  <a:srgbClr val="404040"/>
                </a:solidFill>
                <a:latin typeface="FreeSerif"/>
                <a:cs typeface="FreeSerif"/>
              </a:rPr>
              <a:t>Reliability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3885" y="4281678"/>
            <a:ext cx="10883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85" b="1">
                <a:solidFill>
                  <a:srgbClr val="404040"/>
                </a:solidFill>
                <a:latin typeface="FreeSerif"/>
                <a:cs typeface="FreeSerif"/>
              </a:rPr>
              <a:t>A</a:t>
            </a:r>
            <a:r>
              <a:rPr dirty="0" sz="1600" spc="40" b="1">
                <a:solidFill>
                  <a:srgbClr val="404040"/>
                </a:solidFill>
                <a:latin typeface="FreeSerif"/>
                <a:cs typeface="FreeSerif"/>
              </a:rPr>
              <a:t>v</a:t>
            </a:r>
            <a:r>
              <a:rPr dirty="0" sz="1600" spc="40" b="1">
                <a:solidFill>
                  <a:srgbClr val="404040"/>
                </a:solidFill>
                <a:latin typeface="FreeSerif"/>
                <a:cs typeface="FreeSerif"/>
              </a:rPr>
              <a:t>ailab</a:t>
            </a:r>
            <a:r>
              <a:rPr dirty="0" sz="1600" spc="35" b="1">
                <a:solidFill>
                  <a:srgbClr val="404040"/>
                </a:solidFill>
                <a:latin typeface="FreeSerif"/>
                <a:cs typeface="FreeSerif"/>
              </a:rPr>
              <a:t>i</a:t>
            </a:r>
            <a:r>
              <a:rPr dirty="0" sz="1600" spc="30" b="1">
                <a:solidFill>
                  <a:srgbClr val="404040"/>
                </a:solidFill>
                <a:latin typeface="FreeSerif"/>
                <a:cs typeface="FreeSerif"/>
              </a:rPr>
              <a:t>li</a:t>
            </a:r>
            <a:r>
              <a:rPr dirty="0" sz="1600" spc="45" b="1">
                <a:solidFill>
                  <a:srgbClr val="404040"/>
                </a:solidFill>
                <a:latin typeface="FreeSerif"/>
                <a:cs typeface="FreeSerif"/>
              </a:rPr>
              <a:t>t</a:t>
            </a:r>
            <a:r>
              <a:rPr dirty="0" sz="1600" spc="75" b="1">
                <a:solidFill>
                  <a:srgbClr val="404040"/>
                </a:solidFill>
                <a:latin typeface="FreeSerif"/>
                <a:cs typeface="FreeSerif"/>
              </a:rPr>
              <a:t>y</a:t>
            </a:r>
            <a:endParaRPr sz="1600">
              <a:latin typeface="FreeSerif"/>
              <a:cs typeface="Free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12848" y="3569208"/>
            <a:ext cx="6154420" cy="2370455"/>
            <a:chOff x="2212848" y="3569208"/>
            <a:chExt cx="6154420" cy="2370455"/>
          </a:xfrm>
        </p:grpSpPr>
        <p:sp>
          <p:nvSpPr>
            <p:cNvPr id="13" name="object 13"/>
            <p:cNvSpPr/>
            <p:nvPr/>
          </p:nvSpPr>
          <p:spPr>
            <a:xfrm>
              <a:off x="2212848" y="3569208"/>
              <a:ext cx="457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23716" y="3569208"/>
              <a:ext cx="457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36108" y="3569208"/>
              <a:ext cx="457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46976" y="3569208"/>
              <a:ext cx="457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78837" y="5524500"/>
              <a:ext cx="5983605" cy="410209"/>
            </a:xfrm>
            <a:custGeom>
              <a:avLst/>
              <a:gdLst/>
              <a:ahLst/>
              <a:cxnLst/>
              <a:rect l="l" t="t" r="r" b="b"/>
              <a:pathLst>
                <a:path w="5983605" h="410210">
                  <a:moveTo>
                    <a:pt x="5983351" y="341630"/>
                  </a:moveTo>
                  <a:lnTo>
                    <a:pt x="135762" y="341630"/>
                  </a:lnTo>
                  <a:lnTo>
                    <a:pt x="141134" y="368223"/>
                  </a:lnTo>
                  <a:lnTo>
                    <a:pt x="155781" y="389942"/>
                  </a:lnTo>
                  <a:lnTo>
                    <a:pt x="177500" y="404586"/>
                  </a:lnTo>
                  <a:lnTo>
                    <a:pt x="204088" y="409956"/>
                  </a:lnTo>
                  <a:lnTo>
                    <a:pt x="5915024" y="409956"/>
                  </a:lnTo>
                  <a:lnTo>
                    <a:pt x="5941613" y="404586"/>
                  </a:lnTo>
                  <a:lnTo>
                    <a:pt x="5963332" y="389942"/>
                  </a:lnTo>
                  <a:lnTo>
                    <a:pt x="5977979" y="368223"/>
                  </a:lnTo>
                  <a:lnTo>
                    <a:pt x="5983351" y="341630"/>
                  </a:lnTo>
                  <a:close/>
                </a:path>
                <a:path w="5983605" h="410210">
                  <a:moveTo>
                    <a:pt x="5915024" y="0"/>
                  </a:moveTo>
                  <a:lnTo>
                    <a:pt x="204088" y="0"/>
                  </a:lnTo>
                  <a:lnTo>
                    <a:pt x="177500" y="5371"/>
                  </a:lnTo>
                  <a:lnTo>
                    <a:pt x="155781" y="20018"/>
                  </a:lnTo>
                  <a:lnTo>
                    <a:pt x="141134" y="41737"/>
                  </a:lnTo>
                  <a:lnTo>
                    <a:pt x="135762" y="68325"/>
                  </a:lnTo>
                  <a:lnTo>
                    <a:pt x="135762" y="239140"/>
                  </a:lnTo>
                  <a:lnTo>
                    <a:pt x="0" y="367106"/>
                  </a:lnTo>
                  <a:lnTo>
                    <a:pt x="135762" y="341630"/>
                  </a:lnTo>
                  <a:lnTo>
                    <a:pt x="5983351" y="341630"/>
                  </a:lnTo>
                  <a:lnTo>
                    <a:pt x="5983351" y="68325"/>
                  </a:lnTo>
                  <a:lnTo>
                    <a:pt x="5977979" y="41737"/>
                  </a:lnTo>
                  <a:lnTo>
                    <a:pt x="5963332" y="20018"/>
                  </a:lnTo>
                  <a:lnTo>
                    <a:pt x="5941613" y="5371"/>
                  </a:lnTo>
                  <a:lnTo>
                    <a:pt x="5915024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78837" y="5524500"/>
              <a:ext cx="5983605" cy="410209"/>
            </a:xfrm>
            <a:custGeom>
              <a:avLst/>
              <a:gdLst/>
              <a:ahLst/>
              <a:cxnLst/>
              <a:rect l="l" t="t" r="r" b="b"/>
              <a:pathLst>
                <a:path w="5983605" h="410210">
                  <a:moveTo>
                    <a:pt x="135762" y="68325"/>
                  </a:moveTo>
                  <a:lnTo>
                    <a:pt x="141134" y="41737"/>
                  </a:lnTo>
                  <a:lnTo>
                    <a:pt x="155781" y="20018"/>
                  </a:lnTo>
                  <a:lnTo>
                    <a:pt x="177500" y="5371"/>
                  </a:lnTo>
                  <a:lnTo>
                    <a:pt x="204088" y="0"/>
                  </a:lnTo>
                  <a:lnTo>
                    <a:pt x="1110361" y="0"/>
                  </a:lnTo>
                  <a:lnTo>
                    <a:pt x="2572258" y="0"/>
                  </a:lnTo>
                  <a:lnTo>
                    <a:pt x="5915024" y="0"/>
                  </a:lnTo>
                  <a:lnTo>
                    <a:pt x="5941613" y="5371"/>
                  </a:lnTo>
                  <a:lnTo>
                    <a:pt x="5963332" y="20018"/>
                  </a:lnTo>
                  <a:lnTo>
                    <a:pt x="5977979" y="41737"/>
                  </a:lnTo>
                  <a:lnTo>
                    <a:pt x="5983351" y="68325"/>
                  </a:lnTo>
                  <a:lnTo>
                    <a:pt x="5983351" y="239140"/>
                  </a:lnTo>
                  <a:lnTo>
                    <a:pt x="5983351" y="341630"/>
                  </a:lnTo>
                  <a:lnTo>
                    <a:pt x="5977979" y="368223"/>
                  </a:lnTo>
                  <a:lnTo>
                    <a:pt x="5963332" y="389942"/>
                  </a:lnTo>
                  <a:lnTo>
                    <a:pt x="5941613" y="404586"/>
                  </a:lnTo>
                  <a:lnTo>
                    <a:pt x="5915024" y="409956"/>
                  </a:lnTo>
                  <a:lnTo>
                    <a:pt x="2572258" y="409956"/>
                  </a:lnTo>
                  <a:lnTo>
                    <a:pt x="1110361" y="409956"/>
                  </a:lnTo>
                  <a:lnTo>
                    <a:pt x="204088" y="409956"/>
                  </a:lnTo>
                  <a:lnTo>
                    <a:pt x="177500" y="404586"/>
                  </a:lnTo>
                  <a:lnTo>
                    <a:pt x="155781" y="389942"/>
                  </a:lnTo>
                  <a:lnTo>
                    <a:pt x="141134" y="368223"/>
                  </a:lnTo>
                  <a:lnTo>
                    <a:pt x="135762" y="341630"/>
                  </a:lnTo>
                  <a:lnTo>
                    <a:pt x="0" y="367106"/>
                  </a:lnTo>
                  <a:lnTo>
                    <a:pt x="135762" y="239140"/>
                  </a:lnTo>
                  <a:lnTo>
                    <a:pt x="135762" y="6832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613786" y="5573369"/>
            <a:ext cx="5631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 b="1" i="1">
                <a:solidFill>
                  <a:srgbClr val="FFFFFF"/>
                </a:solidFill>
                <a:latin typeface="Carlito"/>
                <a:cs typeface="Carlito"/>
              </a:rPr>
              <a:t>Considering </a:t>
            </a:r>
            <a:r>
              <a:rPr dirty="0" sz="1800" spc="50" b="1" i="1">
                <a:solidFill>
                  <a:srgbClr val="FFFFFF"/>
                </a:solidFill>
                <a:latin typeface="Carlito"/>
                <a:cs typeface="Carlito"/>
              </a:rPr>
              <a:t>google-specific </a:t>
            </a:r>
            <a:r>
              <a:rPr dirty="0" sz="1800" spc="55" b="1" i="1">
                <a:solidFill>
                  <a:srgbClr val="FFFFFF"/>
                </a:solidFill>
                <a:latin typeface="Carlito"/>
                <a:cs typeface="Carlito"/>
              </a:rPr>
              <a:t>Workload </a:t>
            </a:r>
            <a:r>
              <a:rPr dirty="0" sz="1800" spc="10" b="1" i="1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dirty="0" sz="1800" spc="80" b="1" i="1">
                <a:solidFill>
                  <a:srgbClr val="FFFFFF"/>
                </a:solidFill>
                <a:latin typeface="Carlito"/>
                <a:cs typeface="Carlito"/>
              </a:rPr>
              <a:t>Environment</a:t>
            </a:r>
            <a:r>
              <a:rPr dirty="0" sz="1800" spc="-17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800" spc="-45" b="1" i="1">
                <a:solidFill>
                  <a:srgbClr val="FFFFFF"/>
                </a:solidFill>
                <a:latin typeface="Carlito"/>
                <a:cs typeface="Carlito"/>
              </a:rPr>
              <a:t>?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52600" y="5600698"/>
            <a:ext cx="682751" cy="11353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693" y="165861"/>
            <a:ext cx="28771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>
                <a:solidFill>
                  <a:srgbClr val="0E1745"/>
                </a:solidFill>
              </a:rPr>
              <a:t>Key</a:t>
            </a:r>
            <a:r>
              <a:rPr dirty="0" sz="2800" spc="-140">
                <a:solidFill>
                  <a:srgbClr val="0E1745"/>
                </a:solidFill>
              </a:rPr>
              <a:t> </a:t>
            </a:r>
            <a:r>
              <a:rPr dirty="0" sz="2800" spc="90">
                <a:solidFill>
                  <a:srgbClr val="0E1745"/>
                </a:solidFill>
              </a:rPr>
              <a:t>Observations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45083" y="960475"/>
            <a:ext cx="7471409" cy="2184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70">
                <a:latin typeface="FreeSerif"/>
                <a:cs typeface="FreeSerif"/>
              </a:rPr>
              <a:t>Component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failures</a:t>
            </a:r>
            <a:r>
              <a:rPr dirty="0" sz="2000" spc="-11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norm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rather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than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45">
                <a:latin typeface="FreeSerif"/>
                <a:cs typeface="FreeSerif"/>
              </a:rPr>
              <a:t>exception.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5">
                <a:latin typeface="FreeSerif"/>
                <a:cs typeface="FreeSerif"/>
              </a:rPr>
              <a:t>Files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huge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by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traditional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standards.</a:t>
            </a:r>
            <a:r>
              <a:rPr dirty="0" sz="2000" spc="-110">
                <a:latin typeface="FreeSerif"/>
                <a:cs typeface="FreeSerif"/>
              </a:rPr>
              <a:t> </a:t>
            </a:r>
            <a:r>
              <a:rPr dirty="0" sz="2000" spc="-20">
                <a:latin typeface="FreeSerif"/>
                <a:cs typeface="FreeSerif"/>
              </a:rPr>
              <a:t>Multi-GB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files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common.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40">
                <a:latin typeface="FreeSerif"/>
                <a:cs typeface="FreeSerif"/>
              </a:rPr>
              <a:t>Most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files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mutated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by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appending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at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end.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60">
                <a:solidFill>
                  <a:srgbClr val="252525"/>
                </a:solidFill>
                <a:latin typeface="FreeSerif"/>
                <a:cs typeface="FreeSerif"/>
              </a:rPr>
              <a:t>Random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0">
                <a:solidFill>
                  <a:srgbClr val="252525"/>
                </a:solidFill>
                <a:latin typeface="FreeSerif"/>
                <a:cs typeface="FreeSerif"/>
              </a:rPr>
              <a:t>writes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05">
                <a:solidFill>
                  <a:srgbClr val="252525"/>
                </a:solidFill>
                <a:latin typeface="FreeSerif"/>
                <a:cs typeface="FreeSerif"/>
              </a:rPr>
              <a:t>(and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85">
                <a:solidFill>
                  <a:srgbClr val="252525"/>
                </a:solidFill>
                <a:latin typeface="FreeSerif"/>
                <a:cs typeface="FreeSerif"/>
              </a:rPr>
              <a:t>overwrites)</a:t>
            </a:r>
            <a:r>
              <a:rPr dirty="0" sz="19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85">
                <a:solidFill>
                  <a:srgbClr val="252525"/>
                </a:solidFill>
                <a:latin typeface="FreeSerif"/>
                <a:cs typeface="FreeSerif"/>
              </a:rPr>
              <a:t>are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45">
                <a:solidFill>
                  <a:srgbClr val="252525"/>
                </a:solidFill>
                <a:latin typeface="FreeSerif"/>
                <a:cs typeface="FreeSerif"/>
              </a:rPr>
              <a:t>practically</a:t>
            </a:r>
            <a:r>
              <a:rPr dirty="0" sz="19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60">
                <a:solidFill>
                  <a:srgbClr val="252525"/>
                </a:solidFill>
                <a:latin typeface="FreeSerif"/>
                <a:cs typeface="FreeSerif"/>
              </a:rPr>
              <a:t>non-existent.</a:t>
            </a:r>
            <a:endParaRPr sz="19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7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45">
                <a:latin typeface="FreeSerif"/>
                <a:cs typeface="FreeSerif"/>
              </a:rPr>
              <a:t>Co-designing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applications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-10">
                <a:latin typeface="FreeSerif"/>
                <a:cs typeface="FreeSerif"/>
              </a:rPr>
              <a:t>file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system</a:t>
            </a:r>
            <a:r>
              <a:rPr dirty="0" sz="2000" spc="-80">
                <a:latin typeface="FreeSerif"/>
                <a:cs typeface="FreeSerif"/>
              </a:rPr>
              <a:t> API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45">
                <a:solidFill>
                  <a:srgbClr val="252525"/>
                </a:solidFill>
                <a:latin typeface="FreeSerif"/>
                <a:cs typeface="FreeSerif"/>
              </a:rPr>
              <a:t>It</a:t>
            </a:r>
            <a:r>
              <a:rPr dirty="0" sz="19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50">
                <a:solidFill>
                  <a:srgbClr val="252525"/>
                </a:solidFill>
                <a:latin typeface="FreeSerif"/>
                <a:cs typeface="FreeSerif"/>
              </a:rPr>
              <a:t>benefits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9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50">
                <a:solidFill>
                  <a:srgbClr val="252525"/>
                </a:solidFill>
                <a:latin typeface="FreeSerif"/>
                <a:cs typeface="FreeSerif"/>
              </a:rPr>
              <a:t>overall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85">
                <a:solidFill>
                  <a:srgbClr val="252525"/>
                </a:solidFill>
                <a:latin typeface="FreeSerif"/>
                <a:cs typeface="FreeSerif"/>
              </a:rPr>
              <a:t>system</a:t>
            </a:r>
            <a:r>
              <a:rPr dirty="0" sz="19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55">
                <a:solidFill>
                  <a:srgbClr val="252525"/>
                </a:solidFill>
                <a:latin typeface="FreeSerif"/>
                <a:cs typeface="FreeSerif"/>
              </a:rPr>
              <a:t>by</a:t>
            </a:r>
            <a:r>
              <a:rPr dirty="0" sz="19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65">
                <a:solidFill>
                  <a:srgbClr val="252525"/>
                </a:solidFill>
                <a:latin typeface="FreeSerif"/>
                <a:cs typeface="FreeSerif"/>
              </a:rPr>
              <a:t>increasing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05">
                <a:solidFill>
                  <a:srgbClr val="252525"/>
                </a:solidFill>
                <a:latin typeface="FreeSerif"/>
                <a:cs typeface="FreeSerif"/>
              </a:rPr>
              <a:t>our</a:t>
            </a:r>
            <a:r>
              <a:rPr dirty="0" sz="19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-5">
                <a:solidFill>
                  <a:srgbClr val="252525"/>
                </a:solidFill>
                <a:latin typeface="FreeSerif"/>
                <a:cs typeface="FreeSerif"/>
              </a:rPr>
              <a:t>flexibility.</a:t>
            </a:r>
            <a:endParaRPr sz="1900">
              <a:latin typeface="FreeSerif"/>
              <a:cs typeface="Free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1688" y="3799268"/>
            <a:ext cx="8458835" cy="1760855"/>
            <a:chOff x="301688" y="3799268"/>
            <a:chExt cx="8458835" cy="1760855"/>
          </a:xfrm>
        </p:grpSpPr>
        <p:sp>
          <p:nvSpPr>
            <p:cNvPr id="5" name="object 5"/>
            <p:cNvSpPr/>
            <p:nvPr/>
          </p:nvSpPr>
          <p:spPr>
            <a:xfrm>
              <a:off x="314705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1768348" y="0"/>
                  </a:moveTo>
                  <a:lnTo>
                    <a:pt x="289052" y="0"/>
                  </a:lnTo>
                  <a:lnTo>
                    <a:pt x="242166" y="3783"/>
                  </a:lnTo>
                  <a:lnTo>
                    <a:pt x="197689" y="14736"/>
                  </a:lnTo>
                  <a:lnTo>
                    <a:pt x="156215" y="32263"/>
                  </a:lnTo>
                  <a:lnTo>
                    <a:pt x="118341" y="55770"/>
                  </a:lnTo>
                  <a:lnTo>
                    <a:pt x="84661" y="84661"/>
                  </a:lnTo>
                  <a:lnTo>
                    <a:pt x="55770" y="118341"/>
                  </a:lnTo>
                  <a:lnTo>
                    <a:pt x="32263" y="156215"/>
                  </a:lnTo>
                  <a:lnTo>
                    <a:pt x="14736" y="197689"/>
                  </a:lnTo>
                  <a:lnTo>
                    <a:pt x="3783" y="242166"/>
                  </a:lnTo>
                  <a:lnTo>
                    <a:pt x="0" y="289051"/>
                  </a:lnTo>
                  <a:lnTo>
                    <a:pt x="0" y="1445260"/>
                  </a:lnTo>
                  <a:lnTo>
                    <a:pt x="3783" y="1492145"/>
                  </a:lnTo>
                  <a:lnTo>
                    <a:pt x="14736" y="1536622"/>
                  </a:lnTo>
                  <a:lnTo>
                    <a:pt x="32263" y="1578096"/>
                  </a:lnTo>
                  <a:lnTo>
                    <a:pt x="55770" y="1615970"/>
                  </a:lnTo>
                  <a:lnTo>
                    <a:pt x="84661" y="1649650"/>
                  </a:lnTo>
                  <a:lnTo>
                    <a:pt x="118341" y="1678541"/>
                  </a:lnTo>
                  <a:lnTo>
                    <a:pt x="156215" y="1702048"/>
                  </a:lnTo>
                  <a:lnTo>
                    <a:pt x="197689" y="1719575"/>
                  </a:lnTo>
                  <a:lnTo>
                    <a:pt x="242166" y="1730528"/>
                  </a:lnTo>
                  <a:lnTo>
                    <a:pt x="289052" y="1734312"/>
                  </a:lnTo>
                  <a:lnTo>
                    <a:pt x="1768348" y="1734312"/>
                  </a:lnTo>
                  <a:lnTo>
                    <a:pt x="1815233" y="1730528"/>
                  </a:lnTo>
                  <a:lnTo>
                    <a:pt x="1859710" y="1719575"/>
                  </a:lnTo>
                  <a:lnTo>
                    <a:pt x="1901184" y="1702048"/>
                  </a:lnTo>
                  <a:lnTo>
                    <a:pt x="1939058" y="1678541"/>
                  </a:lnTo>
                  <a:lnTo>
                    <a:pt x="1972738" y="1649650"/>
                  </a:lnTo>
                  <a:lnTo>
                    <a:pt x="2001629" y="1615970"/>
                  </a:lnTo>
                  <a:lnTo>
                    <a:pt x="2025136" y="1578096"/>
                  </a:lnTo>
                  <a:lnTo>
                    <a:pt x="2042663" y="1536622"/>
                  </a:lnTo>
                  <a:lnTo>
                    <a:pt x="2053616" y="1492145"/>
                  </a:lnTo>
                  <a:lnTo>
                    <a:pt x="2057400" y="1445260"/>
                  </a:lnTo>
                  <a:lnTo>
                    <a:pt x="2057400" y="289051"/>
                  </a:lnTo>
                  <a:lnTo>
                    <a:pt x="2053616" y="242166"/>
                  </a:lnTo>
                  <a:lnTo>
                    <a:pt x="2042663" y="197689"/>
                  </a:lnTo>
                  <a:lnTo>
                    <a:pt x="2025136" y="156215"/>
                  </a:lnTo>
                  <a:lnTo>
                    <a:pt x="2001629" y="118341"/>
                  </a:lnTo>
                  <a:lnTo>
                    <a:pt x="1972738" y="84661"/>
                  </a:lnTo>
                  <a:lnTo>
                    <a:pt x="1939058" y="55770"/>
                  </a:lnTo>
                  <a:lnTo>
                    <a:pt x="1901184" y="32263"/>
                  </a:lnTo>
                  <a:lnTo>
                    <a:pt x="1859710" y="14736"/>
                  </a:lnTo>
                  <a:lnTo>
                    <a:pt x="1815233" y="3783"/>
                  </a:lnTo>
                  <a:lnTo>
                    <a:pt x="1768348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4705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0" y="289051"/>
                  </a:moveTo>
                  <a:lnTo>
                    <a:pt x="3783" y="242166"/>
                  </a:lnTo>
                  <a:lnTo>
                    <a:pt x="14736" y="197689"/>
                  </a:lnTo>
                  <a:lnTo>
                    <a:pt x="32263" y="156215"/>
                  </a:lnTo>
                  <a:lnTo>
                    <a:pt x="55770" y="118341"/>
                  </a:lnTo>
                  <a:lnTo>
                    <a:pt x="84661" y="84661"/>
                  </a:lnTo>
                  <a:lnTo>
                    <a:pt x="118341" y="55770"/>
                  </a:lnTo>
                  <a:lnTo>
                    <a:pt x="156215" y="32263"/>
                  </a:lnTo>
                  <a:lnTo>
                    <a:pt x="197689" y="14736"/>
                  </a:lnTo>
                  <a:lnTo>
                    <a:pt x="242166" y="3783"/>
                  </a:lnTo>
                  <a:lnTo>
                    <a:pt x="289052" y="0"/>
                  </a:lnTo>
                  <a:lnTo>
                    <a:pt x="1768348" y="0"/>
                  </a:lnTo>
                  <a:lnTo>
                    <a:pt x="1815233" y="3783"/>
                  </a:lnTo>
                  <a:lnTo>
                    <a:pt x="1859710" y="14736"/>
                  </a:lnTo>
                  <a:lnTo>
                    <a:pt x="1901184" y="32263"/>
                  </a:lnTo>
                  <a:lnTo>
                    <a:pt x="1939058" y="55770"/>
                  </a:lnTo>
                  <a:lnTo>
                    <a:pt x="1972738" y="84661"/>
                  </a:lnTo>
                  <a:lnTo>
                    <a:pt x="2001629" y="118341"/>
                  </a:lnTo>
                  <a:lnTo>
                    <a:pt x="2025136" y="156215"/>
                  </a:lnTo>
                  <a:lnTo>
                    <a:pt x="2042663" y="197689"/>
                  </a:lnTo>
                  <a:lnTo>
                    <a:pt x="2053616" y="242166"/>
                  </a:lnTo>
                  <a:lnTo>
                    <a:pt x="2057400" y="289051"/>
                  </a:lnTo>
                  <a:lnTo>
                    <a:pt x="2057400" y="1445260"/>
                  </a:lnTo>
                  <a:lnTo>
                    <a:pt x="2053616" y="1492145"/>
                  </a:lnTo>
                  <a:lnTo>
                    <a:pt x="2042663" y="1536622"/>
                  </a:lnTo>
                  <a:lnTo>
                    <a:pt x="2025136" y="1578096"/>
                  </a:lnTo>
                  <a:lnTo>
                    <a:pt x="2001629" y="1615970"/>
                  </a:lnTo>
                  <a:lnTo>
                    <a:pt x="1972738" y="1649650"/>
                  </a:lnTo>
                  <a:lnTo>
                    <a:pt x="1939058" y="1678541"/>
                  </a:lnTo>
                  <a:lnTo>
                    <a:pt x="1901184" y="1702048"/>
                  </a:lnTo>
                  <a:lnTo>
                    <a:pt x="1859710" y="1719575"/>
                  </a:lnTo>
                  <a:lnTo>
                    <a:pt x="1815233" y="1730528"/>
                  </a:lnTo>
                  <a:lnTo>
                    <a:pt x="1768348" y="1734312"/>
                  </a:lnTo>
                  <a:lnTo>
                    <a:pt x="289052" y="1734312"/>
                  </a:lnTo>
                  <a:lnTo>
                    <a:pt x="242166" y="1730528"/>
                  </a:lnTo>
                  <a:lnTo>
                    <a:pt x="197689" y="1719575"/>
                  </a:lnTo>
                  <a:lnTo>
                    <a:pt x="156215" y="1702048"/>
                  </a:lnTo>
                  <a:lnTo>
                    <a:pt x="118341" y="1678541"/>
                  </a:lnTo>
                  <a:lnTo>
                    <a:pt x="84661" y="1649650"/>
                  </a:lnTo>
                  <a:lnTo>
                    <a:pt x="55770" y="1615970"/>
                  </a:lnTo>
                  <a:lnTo>
                    <a:pt x="32263" y="1578096"/>
                  </a:lnTo>
                  <a:lnTo>
                    <a:pt x="14736" y="1536622"/>
                  </a:lnTo>
                  <a:lnTo>
                    <a:pt x="3783" y="1492145"/>
                  </a:lnTo>
                  <a:lnTo>
                    <a:pt x="0" y="1445260"/>
                  </a:lnTo>
                  <a:lnTo>
                    <a:pt x="0" y="2890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39161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1768348" y="0"/>
                  </a:moveTo>
                  <a:lnTo>
                    <a:pt x="289051" y="0"/>
                  </a:lnTo>
                  <a:lnTo>
                    <a:pt x="242166" y="3783"/>
                  </a:lnTo>
                  <a:lnTo>
                    <a:pt x="197689" y="14736"/>
                  </a:lnTo>
                  <a:lnTo>
                    <a:pt x="156215" y="32263"/>
                  </a:lnTo>
                  <a:lnTo>
                    <a:pt x="118341" y="55770"/>
                  </a:lnTo>
                  <a:lnTo>
                    <a:pt x="84661" y="84661"/>
                  </a:lnTo>
                  <a:lnTo>
                    <a:pt x="55770" y="118341"/>
                  </a:lnTo>
                  <a:lnTo>
                    <a:pt x="32263" y="156215"/>
                  </a:lnTo>
                  <a:lnTo>
                    <a:pt x="14736" y="197689"/>
                  </a:lnTo>
                  <a:lnTo>
                    <a:pt x="3783" y="242166"/>
                  </a:lnTo>
                  <a:lnTo>
                    <a:pt x="0" y="289051"/>
                  </a:lnTo>
                  <a:lnTo>
                    <a:pt x="0" y="1445260"/>
                  </a:lnTo>
                  <a:lnTo>
                    <a:pt x="3783" y="1492145"/>
                  </a:lnTo>
                  <a:lnTo>
                    <a:pt x="14736" y="1536622"/>
                  </a:lnTo>
                  <a:lnTo>
                    <a:pt x="32263" y="1578096"/>
                  </a:lnTo>
                  <a:lnTo>
                    <a:pt x="55770" y="1615970"/>
                  </a:lnTo>
                  <a:lnTo>
                    <a:pt x="84661" y="1649650"/>
                  </a:lnTo>
                  <a:lnTo>
                    <a:pt x="118341" y="1678541"/>
                  </a:lnTo>
                  <a:lnTo>
                    <a:pt x="156215" y="1702048"/>
                  </a:lnTo>
                  <a:lnTo>
                    <a:pt x="197689" y="1719575"/>
                  </a:lnTo>
                  <a:lnTo>
                    <a:pt x="242166" y="1730528"/>
                  </a:lnTo>
                  <a:lnTo>
                    <a:pt x="289051" y="1734312"/>
                  </a:lnTo>
                  <a:lnTo>
                    <a:pt x="1768348" y="1734312"/>
                  </a:lnTo>
                  <a:lnTo>
                    <a:pt x="1815233" y="1730528"/>
                  </a:lnTo>
                  <a:lnTo>
                    <a:pt x="1859710" y="1719575"/>
                  </a:lnTo>
                  <a:lnTo>
                    <a:pt x="1901184" y="1702048"/>
                  </a:lnTo>
                  <a:lnTo>
                    <a:pt x="1939058" y="1678541"/>
                  </a:lnTo>
                  <a:lnTo>
                    <a:pt x="1972738" y="1649650"/>
                  </a:lnTo>
                  <a:lnTo>
                    <a:pt x="2001629" y="1615970"/>
                  </a:lnTo>
                  <a:lnTo>
                    <a:pt x="2025136" y="1578096"/>
                  </a:lnTo>
                  <a:lnTo>
                    <a:pt x="2042663" y="1536622"/>
                  </a:lnTo>
                  <a:lnTo>
                    <a:pt x="2053616" y="1492145"/>
                  </a:lnTo>
                  <a:lnTo>
                    <a:pt x="2057400" y="1445260"/>
                  </a:lnTo>
                  <a:lnTo>
                    <a:pt x="2057400" y="289051"/>
                  </a:lnTo>
                  <a:lnTo>
                    <a:pt x="2053616" y="242166"/>
                  </a:lnTo>
                  <a:lnTo>
                    <a:pt x="2042663" y="197689"/>
                  </a:lnTo>
                  <a:lnTo>
                    <a:pt x="2025136" y="156215"/>
                  </a:lnTo>
                  <a:lnTo>
                    <a:pt x="2001629" y="118341"/>
                  </a:lnTo>
                  <a:lnTo>
                    <a:pt x="1972738" y="84661"/>
                  </a:lnTo>
                  <a:lnTo>
                    <a:pt x="1939058" y="55770"/>
                  </a:lnTo>
                  <a:lnTo>
                    <a:pt x="1901184" y="32263"/>
                  </a:lnTo>
                  <a:lnTo>
                    <a:pt x="1859710" y="14736"/>
                  </a:lnTo>
                  <a:lnTo>
                    <a:pt x="1815233" y="3783"/>
                  </a:lnTo>
                  <a:lnTo>
                    <a:pt x="1768348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39161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0" y="289051"/>
                  </a:moveTo>
                  <a:lnTo>
                    <a:pt x="3783" y="242166"/>
                  </a:lnTo>
                  <a:lnTo>
                    <a:pt x="14736" y="197689"/>
                  </a:lnTo>
                  <a:lnTo>
                    <a:pt x="32263" y="156215"/>
                  </a:lnTo>
                  <a:lnTo>
                    <a:pt x="55770" y="118341"/>
                  </a:lnTo>
                  <a:lnTo>
                    <a:pt x="84661" y="84661"/>
                  </a:lnTo>
                  <a:lnTo>
                    <a:pt x="118341" y="55770"/>
                  </a:lnTo>
                  <a:lnTo>
                    <a:pt x="156215" y="32263"/>
                  </a:lnTo>
                  <a:lnTo>
                    <a:pt x="197689" y="14736"/>
                  </a:lnTo>
                  <a:lnTo>
                    <a:pt x="242166" y="3783"/>
                  </a:lnTo>
                  <a:lnTo>
                    <a:pt x="289051" y="0"/>
                  </a:lnTo>
                  <a:lnTo>
                    <a:pt x="1768348" y="0"/>
                  </a:lnTo>
                  <a:lnTo>
                    <a:pt x="1815233" y="3783"/>
                  </a:lnTo>
                  <a:lnTo>
                    <a:pt x="1859710" y="14736"/>
                  </a:lnTo>
                  <a:lnTo>
                    <a:pt x="1901184" y="32263"/>
                  </a:lnTo>
                  <a:lnTo>
                    <a:pt x="1939058" y="55770"/>
                  </a:lnTo>
                  <a:lnTo>
                    <a:pt x="1972738" y="84661"/>
                  </a:lnTo>
                  <a:lnTo>
                    <a:pt x="2001629" y="118341"/>
                  </a:lnTo>
                  <a:lnTo>
                    <a:pt x="2025136" y="156215"/>
                  </a:lnTo>
                  <a:lnTo>
                    <a:pt x="2042663" y="197689"/>
                  </a:lnTo>
                  <a:lnTo>
                    <a:pt x="2053616" y="242166"/>
                  </a:lnTo>
                  <a:lnTo>
                    <a:pt x="2057400" y="289051"/>
                  </a:lnTo>
                  <a:lnTo>
                    <a:pt x="2057400" y="1445260"/>
                  </a:lnTo>
                  <a:lnTo>
                    <a:pt x="2053616" y="1492145"/>
                  </a:lnTo>
                  <a:lnTo>
                    <a:pt x="2042663" y="1536622"/>
                  </a:lnTo>
                  <a:lnTo>
                    <a:pt x="2025136" y="1578096"/>
                  </a:lnTo>
                  <a:lnTo>
                    <a:pt x="2001629" y="1615970"/>
                  </a:lnTo>
                  <a:lnTo>
                    <a:pt x="1972738" y="1649650"/>
                  </a:lnTo>
                  <a:lnTo>
                    <a:pt x="1939058" y="1678541"/>
                  </a:lnTo>
                  <a:lnTo>
                    <a:pt x="1901184" y="1702048"/>
                  </a:lnTo>
                  <a:lnTo>
                    <a:pt x="1859710" y="1719575"/>
                  </a:lnTo>
                  <a:lnTo>
                    <a:pt x="1815233" y="1730528"/>
                  </a:lnTo>
                  <a:lnTo>
                    <a:pt x="1768348" y="1734312"/>
                  </a:lnTo>
                  <a:lnTo>
                    <a:pt x="289051" y="1734312"/>
                  </a:lnTo>
                  <a:lnTo>
                    <a:pt x="242166" y="1730528"/>
                  </a:lnTo>
                  <a:lnTo>
                    <a:pt x="197689" y="1719575"/>
                  </a:lnTo>
                  <a:lnTo>
                    <a:pt x="156215" y="1702048"/>
                  </a:lnTo>
                  <a:lnTo>
                    <a:pt x="118341" y="1678541"/>
                  </a:lnTo>
                  <a:lnTo>
                    <a:pt x="84661" y="1649650"/>
                  </a:lnTo>
                  <a:lnTo>
                    <a:pt x="55770" y="1615970"/>
                  </a:lnTo>
                  <a:lnTo>
                    <a:pt x="32263" y="1578096"/>
                  </a:lnTo>
                  <a:lnTo>
                    <a:pt x="14736" y="1536622"/>
                  </a:lnTo>
                  <a:lnTo>
                    <a:pt x="3783" y="1492145"/>
                  </a:lnTo>
                  <a:lnTo>
                    <a:pt x="0" y="1445260"/>
                  </a:lnTo>
                  <a:lnTo>
                    <a:pt x="0" y="2890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63617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1768348" y="0"/>
                  </a:moveTo>
                  <a:lnTo>
                    <a:pt x="289052" y="0"/>
                  </a:lnTo>
                  <a:lnTo>
                    <a:pt x="242166" y="3783"/>
                  </a:lnTo>
                  <a:lnTo>
                    <a:pt x="197689" y="14736"/>
                  </a:lnTo>
                  <a:lnTo>
                    <a:pt x="156215" y="32263"/>
                  </a:lnTo>
                  <a:lnTo>
                    <a:pt x="118341" y="55770"/>
                  </a:lnTo>
                  <a:lnTo>
                    <a:pt x="84661" y="84661"/>
                  </a:lnTo>
                  <a:lnTo>
                    <a:pt x="55770" y="118341"/>
                  </a:lnTo>
                  <a:lnTo>
                    <a:pt x="32263" y="156215"/>
                  </a:lnTo>
                  <a:lnTo>
                    <a:pt x="14736" y="197689"/>
                  </a:lnTo>
                  <a:lnTo>
                    <a:pt x="3783" y="242166"/>
                  </a:lnTo>
                  <a:lnTo>
                    <a:pt x="0" y="289051"/>
                  </a:lnTo>
                  <a:lnTo>
                    <a:pt x="0" y="1445260"/>
                  </a:lnTo>
                  <a:lnTo>
                    <a:pt x="3783" y="1492145"/>
                  </a:lnTo>
                  <a:lnTo>
                    <a:pt x="14736" y="1536622"/>
                  </a:lnTo>
                  <a:lnTo>
                    <a:pt x="32263" y="1578096"/>
                  </a:lnTo>
                  <a:lnTo>
                    <a:pt x="55770" y="1615970"/>
                  </a:lnTo>
                  <a:lnTo>
                    <a:pt x="84661" y="1649650"/>
                  </a:lnTo>
                  <a:lnTo>
                    <a:pt x="118341" y="1678541"/>
                  </a:lnTo>
                  <a:lnTo>
                    <a:pt x="156215" y="1702048"/>
                  </a:lnTo>
                  <a:lnTo>
                    <a:pt x="197689" y="1719575"/>
                  </a:lnTo>
                  <a:lnTo>
                    <a:pt x="242166" y="1730528"/>
                  </a:lnTo>
                  <a:lnTo>
                    <a:pt x="289052" y="1734312"/>
                  </a:lnTo>
                  <a:lnTo>
                    <a:pt x="1768348" y="1734312"/>
                  </a:lnTo>
                  <a:lnTo>
                    <a:pt x="1815233" y="1730528"/>
                  </a:lnTo>
                  <a:lnTo>
                    <a:pt x="1859710" y="1719575"/>
                  </a:lnTo>
                  <a:lnTo>
                    <a:pt x="1901184" y="1702048"/>
                  </a:lnTo>
                  <a:lnTo>
                    <a:pt x="1939058" y="1678541"/>
                  </a:lnTo>
                  <a:lnTo>
                    <a:pt x="1972738" y="1649650"/>
                  </a:lnTo>
                  <a:lnTo>
                    <a:pt x="2001629" y="1615970"/>
                  </a:lnTo>
                  <a:lnTo>
                    <a:pt x="2025136" y="1578096"/>
                  </a:lnTo>
                  <a:lnTo>
                    <a:pt x="2042663" y="1536622"/>
                  </a:lnTo>
                  <a:lnTo>
                    <a:pt x="2053616" y="1492145"/>
                  </a:lnTo>
                  <a:lnTo>
                    <a:pt x="2057400" y="1445260"/>
                  </a:lnTo>
                  <a:lnTo>
                    <a:pt x="2057400" y="289051"/>
                  </a:lnTo>
                  <a:lnTo>
                    <a:pt x="2053616" y="242166"/>
                  </a:lnTo>
                  <a:lnTo>
                    <a:pt x="2042663" y="197689"/>
                  </a:lnTo>
                  <a:lnTo>
                    <a:pt x="2025136" y="156215"/>
                  </a:lnTo>
                  <a:lnTo>
                    <a:pt x="2001629" y="118341"/>
                  </a:lnTo>
                  <a:lnTo>
                    <a:pt x="1972738" y="84661"/>
                  </a:lnTo>
                  <a:lnTo>
                    <a:pt x="1939058" y="55770"/>
                  </a:lnTo>
                  <a:lnTo>
                    <a:pt x="1901184" y="32263"/>
                  </a:lnTo>
                  <a:lnTo>
                    <a:pt x="1859710" y="14736"/>
                  </a:lnTo>
                  <a:lnTo>
                    <a:pt x="1815233" y="3783"/>
                  </a:lnTo>
                  <a:lnTo>
                    <a:pt x="1768348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63617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0" y="289051"/>
                  </a:moveTo>
                  <a:lnTo>
                    <a:pt x="3783" y="242166"/>
                  </a:lnTo>
                  <a:lnTo>
                    <a:pt x="14736" y="197689"/>
                  </a:lnTo>
                  <a:lnTo>
                    <a:pt x="32263" y="156215"/>
                  </a:lnTo>
                  <a:lnTo>
                    <a:pt x="55770" y="118341"/>
                  </a:lnTo>
                  <a:lnTo>
                    <a:pt x="84661" y="84661"/>
                  </a:lnTo>
                  <a:lnTo>
                    <a:pt x="118341" y="55770"/>
                  </a:lnTo>
                  <a:lnTo>
                    <a:pt x="156215" y="32263"/>
                  </a:lnTo>
                  <a:lnTo>
                    <a:pt x="197689" y="14736"/>
                  </a:lnTo>
                  <a:lnTo>
                    <a:pt x="242166" y="3783"/>
                  </a:lnTo>
                  <a:lnTo>
                    <a:pt x="289052" y="0"/>
                  </a:lnTo>
                  <a:lnTo>
                    <a:pt x="1768348" y="0"/>
                  </a:lnTo>
                  <a:lnTo>
                    <a:pt x="1815233" y="3783"/>
                  </a:lnTo>
                  <a:lnTo>
                    <a:pt x="1859710" y="14736"/>
                  </a:lnTo>
                  <a:lnTo>
                    <a:pt x="1901184" y="32263"/>
                  </a:lnTo>
                  <a:lnTo>
                    <a:pt x="1939058" y="55770"/>
                  </a:lnTo>
                  <a:lnTo>
                    <a:pt x="1972738" y="84661"/>
                  </a:lnTo>
                  <a:lnTo>
                    <a:pt x="2001629" y="118341"/>
                  </a:lnTo>
                  <a:lnTo>
                    <a:pt x="2025136" y="156215"/>
                  </a:lnTo>
                  <a:lnTo>
                    <a:pt x="2042663" y="197689"/>
                  </a:lnTo>
                  <a:lnTo>
                    <a:pt x="2053616" y="242166"/>
                  </a:lnTo>
                  <a:lnTo>
                    <a:pt x="2057400" y="289051"/>
                  </a:lnTo>
                  <a:lnTo>
                    <a:pt x="2057400" y="1445260"/>
                  </a:lnTo>
                  <a:lnTo>
                    <a:pt x="2053616" y="1492145"/>
                  </a:lnTo>
                  <a:lnTo>
                    <a:pt x="2042663" y="1536622"/>
                  </a:lnTo>
                  <a:lnTo>
                    <a:pt x="2025136" y="1578096"/>
                  </a:lnTo>
                  <a:lnTo>
                    <a:pt x="2001629" y="1615970"/>
                  </a:lnTo>
                  <a:lnTo>
                    <a:pt x="1972738" y="1649650"/>
                  </a:lnTo>
                  <a:lnTo>
                    <a:pt x="1939058" y="1678541"/>
                  </a:lnTo>
                  <a:lnTo>
                    <a:pt x="1901184" y="1702048"/>
                  </a:lnTo>
                  <a:lnTo>
                    <a:pt x="1859710" y="1719575"/>
                  </a:lnTo>
                  <a:lnTo>
                    <a:pt x="1815233" y="1730528"/>
                  </a:lnTo>
                  <a:lnTo>
                    <a:pt x="1768348" y="1734312"/>
                  </a:lnTo>
                  <a:lnTo>
                    <a:pt x="289052" y="1734312"/>
                  </a:lnTo>
                  <a:lnTo>
                    <a:pt x="242166" y="1730528"/>
                  </a:lnTo>
                  <a:lnTo>
                    <a:pt x="197689" y="1719575"/>
                  </a:lnTo>
                  <a:lnTo>
                    <a:pt x="156215" y="1702048"/>
                  </a:lnTo>
                  <a:lnTo>
                    <a:pt x="118341" y="1678541"/>
                  </a:lnTo>
                  <a:lnTo>
                    <a:pt x="84661" y="1649650"/>
                  </a:lnTo>
                  <a:lnTo>
                    <a:pt x="55770" y="1615970"/>
                  </a:lnTo>
                  <a:lnTo>
                    <a:pt x="32263" y="1578096"/>
                  </a:lnTo>
                  <a:lnTo>
                    <a:pt x="14736" y="1536622"/>
                  </a:lnTo>
                  <a:lnTo>
                    <a:pt x="3783" y="1492145"/>
                  </a:lnTo>
                  <a:lnTo>
                    <a:pt x="0" y="1445260"/>
                  </a:lnTo>
                  <a:lnTo>
                    <a:pt x="0" y="2890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89597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1768348" y="0"/>
                  </a:moveTo>
                  <a:lnTo>
                    <a:pt x="289051" y="0"/>
                  </a:lnTo>
                  <a:lnTo>
                    <a:pt x="242166" y="3783"/>
                  </a:lnTo>
                  <a:lnTo>
                    <a:pt x="197689" y="14736"/>
                  </a:lnTo>
                  <a:lnTo>
                    <a:pt x="156215" y="32263"/>
                  </a:lnTo>
                  <a:lnTo>
                    <a:pt x="118341" y="55770"/>
                  </a:lnTo>
                  <a:lnTo>
                    <a:pt x="84661" y="84661"/>
                  </a:lnTo>
                  <a:lnTo>
                    <a:pt x="55770" y="118341"/>
                  </a:lnTo>
                  <a:lnTo>
                    <a:pt x="32263" y="156215"/>
                  </a:lnTo>
                  <a:lnTo>
                    <a:pt x="14736" y="197689"/>
                  </a:lnTo>
                  <a:lnTo>
                    <a:pt x="3783" y="242166"/>
                  </a:lnTo>
                  <a:lnTo>
                    <a:pt x="0" y="289051"/>
                  </a:lnTo>
                  <a:lnTo>
                    <a:pt x="0" y="1445260"/>
                  </a:lnTo>
                  <a:lnTo>
                    <a:pt x="3783" y="1492145"/>
                  </a:lnTo>
                  <a:lnTo>
                    <a:pt x="14736" y="1536622"/>
                  </a:lnTo>
                  <a:lnTo>
                    <a:pt x="32263" y="1578096"/>
                  </a:lnTo>
                  <a:lnTo>
                    <a:pt x="55770" y="1615970"/>
                  </a:lnTo>
                  <a:lnTo>
                    <a:pt x="84661" y="1649650"/>
                  </a:lnTo>
                  <a:lnTo>
                    <a:pt x="118341" y="1678541"/>
                  </a:lnTo>
                  <a:lnTo>
                    <a:pt x="156215" y="1702048"/>
                  </a:lnTo>
                  <a:lnTo>
                    <a:pt x="197689" y="1719575"/>
                  </a:lnTo>
                  <a:lnTo>
                    <a:pt x="242166" y="1730528"/>
                  </a:lnTo>
                  <a:lnTo>
                    <a:pt x="289051" y="1734312"/>
                  </a:lnTo>
                  <a:lnTo>
                    <a:pt x="1768348" y="1734312"/>
                  </a:lnTo>
                  <a:lnTo>
                    <a:pt x="1815233" y="1730528"/>
                  </a:lnTo>
                  <a:lnTo>
                    <a:pt x="1859710" y="1719575"/>
                  </a:lnTo>
                  <a:lnTo>
                    <a:pt x="1901184" y="1702048"/>
                  </a:lnTo>
                  <a:lnTo>
                    <a:pt x="1939058" y="1678541"/>
                  </a:lnTo>
                  <a:lnTo>
                    <a:pt x="1972738" y="1649650"/>
                  </a:lnTo>
                  <a:lnTo>
                    <a:pt x="2001629" y="1615970"/>
                  </a:lnTo>
                  <a:lnTo>
                    <a:pt x="2025136" y="1578096"/>
                  </a:lnTo>
                  <a:lnTo>
                    <a:pt x="2042663" y="1536622"/>
                  </a:lnTo>
                  <a:lnTo>
                    <a:pt x="2053616" y="1492145"/>
                  </a:lnTo>
                  <a:lnTo>
                    <a:pt x="2057400" y="1445260"/>
                  </a:lnTo>
                  <a:lnTo>
                    <a:pt x="2057400" y="289051"/>
                  </a:lnTo>
                  <a:lnTo>
                    <a:pt x="2053616" y="242166"/>
                  </a:lnTo>
                  <a:lnTo>
                    <a:pt x="2042663" y="197689"/>
                  </a:lnTo>
                  <a:lnTo>
                    <a:pt x="2025136" y="156215"/>
                  </a:lnTo>
                  <a:lnTo>
                    <a:pt x="2001629" y="118341"/>
                  </a:lnTo>
                  <a:lnTo>
                    <a:pt x="1972738" y="84661"/>
                  </a:lnTo>
                  <a:lnTo>
                    <a:pt x="1939058" y="55770"/>
                  </a:lnTo>
                  <a:lnTo>
                    <a:pt x="1901184" y="32263"/>
                  </a:lnTo>
                  <a:lnTo>
                    <a:pt x="1859710" y="14736"/>
                  </a:lnTo>
                  <a:lnTo>
                    <a:pt x="1815233" y="3783"/>
                  </a:lnTo>
                  <a:lnTo>
                    <a:pt x="1768348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89597" y="3812285"/>
              <a:ext cx="2057400" cy="1734820"/>
            </a:xfrm>
            <a:custGeom>
              <a:avLst/>
              <a:gdLst/>
              <a:ahLst/>
              <a:cxnLst/>
              <a:rect l="l" t="t" r="r" b="b"/>
              <a:pathLst>
                <a:path w="2057400" h="1734820">
                  <a:moveTo>
                    <a:pt x="0" y="289051"/>
                  </a:moveTo>
                  <a:lnTo>
                    <a:pt x="3783" y="242166"/>
                  </a:lnTo>
                  <a:lnTo>
                    <a:pt x="14736" y="197689"/>
                  </a:lnTo>
                  <a:lnTo>
                    <a:pt x="32263" y="156215"/>
                  </a:lnTo>
                  <a:lnTo>
                    <a:pt x="55770" y="118341"/>
                  </a:lnTo>
                  <a:lnTo>
                    <a:pt x="84661" y="84661"/>
                  </a:lnTo>
                  <a:lnTo>
                    <a:pt x="118341" y="55770"/>
                  </a:lnTo>
                  <a:lnTo>
                    <a:pt x="156215" y="32263"/>
                  </a:lnTo>
                  <a:lnTo>
                    <a:pt x="197689" y="14736"/>
                  </a:lnTo>
                  <a:lnTo>
                    <a:pt x="242166" y="3783"/>
                  </a:lnTo>
                  <a:lnTo>
                    <a:pt x="289051" y="0"/>
                  </a:lnTo>
                  <a:lnTo>
                    <a:pt x="1768348" y="0"/>
                  </a:lnTo>
                  <a:lnTo>
                    <a:pt x="1815233" y="3783"/>
                  </a:lnTo>
                  <a:lnTo>
                    <a:pt x="1859710" y="14736"/>
                  </a:lnTo>
                  <a:lnTo>
                    <a:pt x="1901184" y="32263"/>
                  </a:lnTo>
                  <a:lnTo>
                    <a:pt x="1939058" y="55770"/>
                  </a:lnTo>
                  <a:lnTo>
                    <a:pt x="1972738" y="84661"/>
                  </a:lnTo>
                  <a:lnTo>
                    <a:pt x="2001629" y="118341"/>
                  </a:lnTo>
                  <a:lnTo>
                    <a:pt x="2025136" y="156215"/>
                  </a:lnTo>
                  <a:lnTo>
                    <a:pt x="2042663" y="197689"/>
                  </a:lnTo>
                  <a:lnTo>
                    <a:pt x="2053616" y="242166"/>
                  </a:lnTo>
                  <a:lnTo>
                    <a:pt x="2057400" y="289051"/>
                  </a:lnTo>
                  <a:lnTo>
                    <a:pt x="2057400" y="1445260"/>
                  </a:lnTo>
                  <a:lnTo>
                    <a:pt x="2053616" y="1492145"/>
                  </a:lnTo>
                  <a:lnTo>
                    <a:pt x="2042663" y="1536622"/>
                  </a:lnTo>
                  <a:lnTo>
                    <a:pt x="2025136" y="1578096"/>
                  </a:lnTo>
                  <a:lnTo>
                    <a:pt x="2001629" y="1615970"/>
                  </a:lnTo>
                  <a:lnTo>
                    <a:pt x="1972738" y="1649650"/>
                  </a:lnTo>
                  <a:lnTo>
                    <a:pt x="1939058" y="1678541"/>
                  </a:lnTo>
                  <a:lnTo>
                    <a:pt x="1901184" y="1702048"/>
                  </a:lnTo>
                  <a:lnTo>
                    <a:pt x="1859710" y="1719575"/>
                  </a:lnTo>
                  <a:lnTo>
                    <a:pt x="1815233" y="1730528"/>
                  </a:lnTo>
                  <a:lnTo>
                    <a:pt x="1768348" y="1734312"/>
                  </a:lnTo>
                  <a:lnTo>
                    <a:pt x="289051" y="1734312"/>
                  </a:lnTo>
                  <a:lnTo>
                    <a:pt x="242166" y="1730528"/>
                  </a:lnTo>
                  <a:lnTo>
                    <a:pt x="197689" y="1719575"/>
                  </a:lnTo>
                  <a:lnTo>
                    <a:pt x="156215" y="1702048"/>
                  </a:lnTo>
                  <a:lnTo>
                    <a:pt x="118341" y="1678541"/>
                  </a:lnTo>
                  <a:lnTo>
                    <a:pt x="84661" y="1649650"/>
                  </a:lnTo>
                  <a:lnTo>
                    <a:pt x="55770" y="1615970"/>
                  </a:lnTo>
                  <a:lnTo>
                    <a:pt x="32263" y="1578096"/>
                  </a:lnTo>
                  <a:lnTo>
                    <a:pt x="14736" y="1536622"/>
                  </a:lnTo>
                  <a:lnTo>
                    <a:pt x="3783" y="1492145"/>
                  </a:lnTo>
                  <a:lnTo>
                    <a:pt x="0" y="1445260"/>
                  </a:lnTo>
                  <a:lnTo>
                    <a:pt x="0" y="2890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5195" y="4395215"/>
              <a:ext cx="685799" cy="685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04315" y="4395215"/>
              <a:ext cx="685799" cy="685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81911" y="4395215"/>
              <a:ext cx="685800" cy="685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1875" y="413003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40" y="0"/>
                  </a:moveTo>
                  <a:lnTo>
                    <a:pt x="0" y="68580"/>
                  </a:lnTo>
                  <a:lnTo>
                    <a:pt x="134086" y="147828"/>
                  </a:lnTo>
                  <a:lnTo>
                    <a:pt x="88582" y="171196"/>
                  </a:lnTo>
                  <a:lnTo>
                    <a:pt x="215582" y="246761"/>
                  </a:lnTo>
                  <a:lnTo>
                    <a:pt x="176606" y="263144"/>
                  </a:lnTo>
                  <a:lnTo>
                    <a:pt x="380999" y="381000"/>
                  </a:lnTo>
                  <a:lnTo>
                    <a:pt x="260476" y="227076"/>
                  </a:lnTo>
                  <a:lnTo>
                    <a:pt x="292404" y="211836"/>
                  </a:lnTo>
                  <a:lnTo>
                    <a:pt x="194906" y="119887"/>
                  </a:lnTo>
                  <a:lnTo>
                    <a:pt x="226834" y="107187"/>
                  </a:lnTo>
                  <a:lnTo>
                    <a:pt x="14944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1875" y="413003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40" y="0"/>
                  </a:moveTo>
                  <a:lnTo>
                    <a:pt x="226834" y="107187"/>
                  </a:lnTo>
                  <a:lnTo>
                    <a:pt x="194906" y="119887"/>
                  </a:lnTo>
                  <a:lnTo>
                    <a:pt x="292404" y="211836"/>
                  </a:lnTo>
                  <a:lnTo>
                    <a:pt x="260476" y="227076"/>
                  </a:lnTo>
                  <a:lnTo>
                    <a:pt x="380999" y="381000"/>
                  </a:lnTo>
                  <a:lnTo>
                    <a:pt x="176606" y="263144"/>
                  </a:lnTo>
                  <a:lnTo>
                    <a:pt x="215582" y="246761"/>
                  </a:lnTo>
                  <a:lnTo>
                    <a:pt x="88582" y="171196"/>
                  </a:lnTo>
                  <a:lnTo>
                    <a:pt x="134086" y="147828"/>
                  </a:lnTo>
                  <a:lnTo>
                    <a:pt x="0" y="68580"/>
                  </a:lnTo>
                  <a:lnTo>
                    <a:pt x="149440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27175" y="413003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40" y="0"/>
                  </a:moveTo>
                  <a:lnTo>
                    <a:pt x="0" y="68580"/>
                  </a:lnTo>
                  <a:lnTo>
                    <a:pt x="134086" y="147828"/>
                  </a:lnTo>
                  <a:lnTo>
                    <a:pt x="88582" y="171196"/>
                  </a:lnTo>
                  <a:lnTo>
                    <a:pt x="215582" y="246761"/>
                  </a:lnTo>
                  <a:lnTo>
                    <a:pt x="176606" y="263144"/>
                  </a:lnTo>
                  <a:lnTo>
                    <a:pt x="381000" y="381000"/>
                  </a:lnTo>
                  <a:lnTo>
                    <a:pt x="260477" y="227076"/>
                  </a:lnTo>
                  <a:lnTo>
                    <a:pt x="292354" y="211836"/>
                  </a:lnTo>
                  <a:lnTo>
                    <a:pt x="194906" y="119887"/>
                  </a:lnTo>
                  <a:lnTo>
                    <a:pt x="226834" y="107187"/>
                  </a:lnTo>
                  <a:lnTo>
                    <a:pt x="14944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27175" y="413003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40" y="0"/>
                  </a:moveTo>
                  <a:lnTo>
                    <a:pt x="226834" y="107187"/>
                  </a:lnTo>
                  <a:lnTo>
                    <a:pt x="194906" y="119887"/>
                  </a:lnTo>
                  <a:lnTo>
                    <a:pt x="292354" y="211836"/>
                  </a:lnTo>
                  <a:lnTo>
                    <a:pt x="260477" y="227076"/>
                  </a:lnTo>
                  <a:lnTo>
                    <a:pt x="381000" y="381000"/>
                  </a:lnTo>
                  <a:lnTo>
                    <a:pt x="176606" y="263144"/>
                  </a:lnTo>
                  <a:lnTo>
                    <a:pt x="215582" y="246761"/>
                  </a:lnTo>
                  <a:lnTo>
                    <a:pt x="88582" y="171196"/>
                  </a:lnTo>
                  <a:lnTo>
                    <a:pt x="134086" y="147828"/>
                  </a:lnTo>
                  <a:lnTo>
                    <a:pt x="0" y="68580"/>
                  </a:lnTo>
                  <a:lnTo>
                    <a:pt x="149440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624584" y="411175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8" y="0"/>
                  </a:moveTo>
                  <a:lnTo>
                    <a:pt x="0" y="68580"/>
                  </a:lnTo>
                  <a:lnTo>
                    <a:pt x="134111" y="147828"/>
                  </a:lnTo>
                  <a:lnTo>
                    <a:pt x="88518" y="171196"/>
                  </a:lnTo>
                  <a:lnTo>
                    <a:pt x="215518" y="246761"/>
                  </a:lnTo>
                  <a:lnTo>
                    <a:pt x="176657" y="263144"/>
                  </a:lnTo>
                  <a:lnTo>
                    <a:pt x="380999" y="381000"/>
                  </a:lnTo>
                  <a:lnTo>
                    <a:pt x="260477" y="227075"/>
                  </a:lnTo>
                  <a:lnTo>
                    <a:pt x="292353" y="211836"/>
                  </a:lnTo>
                  <a:lnTo>
                    <a:pt x="194945" y="119887"/>
                  </a:lnTo>
                  <a:lnTo>
                    <a:pt x="226822" y="107187"/>
                  </a:lnTo>
                  <a:lnTo>
                    <a:pt x="14947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624584" y="411175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8" y="0"/>
                  </a:moveTo>
                  <a:lnTo>
                    <a:pt x="226822" y="107187"/>
                  </a:lnTo>
                  <a:lnTo>
                    <a:pt x="194945" y="119887"/>
                  </a:lnTo>
                  <a:lnTo>
                    <a:pt x="292353" y="211836"/>
                  </a:lnTo>
                  <a:lnTo>
                    <a:pt x="260477" y="227075"/>
                  </a:lnTo>
                  <a:lnTo>
                    <a:pt x="380999" y="381000"/>
                  </a:lnTo>
                  <a:lnTo>
                    <a:pt x="176657" y="263144"/>
                  </a:lnTo>
                  <a:lnTo>
                    <a:pt x="215518" y="246761"/>
                  </a:lnTo>
                  <a:lnTo>
                    <a:pt x="88518" y="171196"/>
                  </a:lnTo>
                  <a:lnTo>
                    <a:pt x="134111" y="147828"/>
                  </a:lnTo>
                  <a:lnTo>
                    <a:pt x="0" y="68580"/>
                  </a:lnTo>
                  <a:lnTo>
                    <a:pt x="149478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927350" y="5094223"/>
            <a:ext cx="9613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55" b="1" i="1">
                <a:latin typeface="Carlito"/>
                <a:cs typeface="Carlito"/>
              </a:rPr>
              <a:t>Huge</a:t>
            </a:r>
            <a:r>
              <a:rPr dirty="0" sz="1600" spc="-65" b="1" i="1">
                <a:latin typeface="Carlito"/>
                <a:cs typeface="Carlito"/>
              </a:rPr>
              <a:t> </a:t>
            </a:r>
            <a:r>
              <a:rPr dirty="0" sz="1600" spc="65" b="1" i="1">
                <a:latin typeface="Carlito"/>
                <a:cs typeface="Carlito"/>
              </a:rPr>
              <a:t>Files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02635" y="3966971"/>
            <a:ext cx="3487420" cy="1213485"/>
            <a:chOff x="2802635" y="3966971"/>
            <a:chExt cx="3487420" cy="1213485"/>
          </a:xfrm>
        </p:grpSpPr>
        <p:sp>
          <p:nvSpPr>
            <p:cNvPr id="24" name="object 24"/>
            <p:cNvSpPr/>
            <p:nvPr/>
          </p:nvSpPr>
          <p:spPr>
            <a:xfrm>
              <a:off x="3118103" y="3966971"/>
              <a:ext cx="917447" cy="9159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12947" y="4066031"/>
              <a:ext cx="917448" cy="9159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07791" y="4165091"/>
              <a:ext cx="917447" cy="9159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02635" y="4264151"/>
              <a:ext cx="915924" cy="9159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06517" y="4623053"/>
              <a:ext cx="868680" cy="360045"/>
            </a:xfrm>
            <a:custGeom>
              <a:avLst/>
              <a:gdLst/>
              <a:ahLst/>
              <a:cxnLst/>
              <a:rect l="l" t="t" r="r" b="b"/>
              <a:pathLst>
                <a:path w="868679" h="360045">
                  <a:moveTo>
                    <a:pt x="0" y="359664"/>
                  </a:moveTo>
                  <a:lnTo>
                    <a:pt x="868680" y="359664"/>
                  </a:lnTo>
                  <a:lnTo>
                    <a:pt x="868680" y="0"/>
                  </a:lnTo>
                  <a:lnTo>
                    <a:pt x="0" y="0"/>
                  </a:lnTo>
                  <a:lnTo>
                    <a:pt x="0" y="359664"/>
                  </a:lnTo>
                  <a:close/>
                </a:path>
              </a:pathLst>
            </a:custGeom>
            <a:solidFill>
              <a:srgbClr val="FDF6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06517" y="4623053"/>
              <a:ext cx="1371600" cy="360045"/>
            </a:xfrm>
            <a:custGeom>
              <a:avLst/>
              <a:gdLst/>
              <a:ahLst/>
              <a:cxnLst/>
              <a:rect l="l" t="t" r="r" b="b"/>
              <a:pathLst>
                <a:path w="1371600" h="360045">
                  <a:moveTo>
                    <a:pt x="0" y="359664"/>
                  </a:moveTo>
                  <a:lnTo>
                    <a:pt x="1371600" y="359664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59664"/>
                  </a:lnTo>
                  <a:close/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432917" y="5094223"/>
            <a:ext cx="18421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45" b="1" i="1">
                <a:latin typeface="Carlito"/>
                <a:cs typeface="Carlito"/>
              </a:rPr>
              <a:t>Component</a:t>
            </a:r>
            <a:r>
              <a:rPr dirty="0" sz="1600" spc="-25" b="1" i="1">
                <a:latin typeface="Carlito"/>
                <a:cs typeface="Carlito"/>
              </a:rPr>
              <a:t> </a:t>
            </a:r>
            <a:r>
              <a:rPr dirty="0" sz="1600" spc="70" b="1" i="1">
                <a:latin typeface="Carlito"/>
                <a:cs typeface="Carlito"/>
              </a:rPr>
              <a:t>Failures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06517" y="4623053"/>
            <a:ext cx="868680" cy="360045"/>
          </a:xfrm>
          <a:prstGeom prst="rect">
            <a:avLst/>
          </a:prstGeom>
          <a:solidFill>
            <a:srgbClr val="FDF6AA"/>
          </a:solidFill>
          <a:ln w="22859">
            <a:solidFill>
              <a:srgbClr val="000000"/>
            </a:solidFill>
          </a:ln>
        </p:spPr>
        <p:txBody>
          <a:bodyPr wrap="square" lIns="0" tIns="9271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30"/>
              </a:spcBef>
            </a:pPr>
            <a:r>
              <a:rPr dirty="0" sz="1100" spc="-5" i="1">
                <a:latin typeface="Caladea"/>
                <a:cs typeface="Caladea"/>
              </a:rPr>
              <a:t>0101000100</a:t>
            </a:r>
            <a:endParaRPr sz="1100">
              <a:latin typeface="Caladea"/>
              <a:cs typeface="Calade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63767" y="4611623"/>
            <a:ext cx="525780" cy="382905"/>
            <a:chOff x="5763767" y="4611623"/>
            <a:chExt cx="525780" cy="382905"/>
          </a:xfrm>
        </p:grpSpPr>
        <p:sp>
          <p:nvSpPr>
            <p:cNvPr id="33" name="object 33"/>
            <p:cNvSpPr/>
            <p:nvPr/>
          </p:nvSpPr>
          <p:spPr>
            <a:xfrm>
              <a:off x="5775197" y="4623053"/>
              <a:ext cx="502920" cy="360045"/>
            </a:xfrm>
            <a:custGeom>
              <a:avLst/>
              <a:gdLst/>
              <a:ahLst/>
              <a:cxnLst/>
              <a:rect l="l" t="t" r="r" b="b"/>
              <a:pathLst>
                <a:path w="502920" h="360045">
                  <a:moveTo>
                    <a:pt x="502920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502920" y="35966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775197" y="4623053"/>
              <a:ext cx="502920" cy="360045"/>
            </a:xfrm>
            <a:custGeom>
              <a:avLst/>
              <a:gdLst/>
              <a:ahLst/>
              <a:cxnLst/>
              <a:rect l="l" t="t" r="r" b="b"/>
              <a:pathLst>
                <a:path w="502920" h="360045">
                  <a:moveTo>
                    <a:pt x="0" y="359664"/>
                  </a:moveTo>
                  <a:lnTo>
                    <a:pt x="502920" y="359664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359664"/>
                  </a:lnTo>
                  <a:close/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774435" y="4730495"/>
              <a:ext cx="292735" cy="144780"/>
            </a:xfrm>
            <a:custGeom>
              <a:avLst/>
              <a:gdLst/>
              <a:ahLst/>
              <a:cxnLst/>
              <a:rect l="l" t="t" r="r" b="b"/>
              <a:pathLst>
                <a:path w="292735" h="144779">
                  <a:moveTo>
                    <a:pt x="220217" y="0"/>
                  </a:moveTo>
                  <a:lnTo>
                    <a:pt x="220217" y="36194"/>
                  </a:lnTo>
                  <a:lnTo>
                    <a:pt x="0" y="36194"/>
                  </a:lnTo>
                  <a:lnTo>
                    <a:pt x="0" y="108584"/>
                  </a:lnTo>
                  <a:lnTo>
                    <a:pt x="220217" y="108584"/>
                  </a:lnTo>
                  <a:lnTo>
                    <a:pt x="220217" y="144779"/>
                  </a:lnTo>
                  <a:lnTo>
                    <a:pt x="292608" y="72389"/>
                  </a:lnTo>
                  <a:lnTo>
                    <a:pt x="2202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103621" y="5094223"/>
            <a:ext cx="1009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latin typeface="Carlito"/>
                <a:cs typeface="Carlito"/>
              </a:rPr>
              <a:t>A</a:t>
            </a:r>
            <a:r>
              <a:rPr dirty="0" sz="1600" spc="60" b="1" i="1">
                <a:latin typeface="Carlito"/>
                <a:cs typeface="Carlito"/>
              </a:rPr>
              <a:t>ppending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83022" y="4402328"/>
            <a:ext cx="348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latin typeface="FreeSerif"/>
                <a:cs typeface="FreeSerif"/>
              </a:rPr>
              <a:t>File</a:t>
            </a:r>
            <a:r>
              <a:rPr dirty="0" sz="1200" spc="-95">
                <a:latin typeface="FreeSerif"/>
                <a:cs typeface="FreeSerif"/>
              </a:rPr>
              <a:t> </a:t>
            </a:r>
            <a:r>
              <a:rPr dirty="0" sz="1200" b="1" i="1">
                <a:latin typeface="Carlito"/>
                <a:cs typeface="Carlito"/>
              </a:rPr>
              <a:t>f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17614" y="5094223"/>
            <a:ext cx="178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55" b="1" i="1">
                <a:latin typeface="Carlito"/>
                <a:cs typeface="Carlito"/>
              </a:rPr>
              <a:t>Interface</a:t>
            </a:r>
            <a:r>
              <a:rPr dirty="0" sz="1600" spc="-45" b="1" i="1">
                <a:latin typeface="Carlito"/>
                <a:cs typeface="Carlito"/>
              </a:rPr>
              <a:t> </a:t>
            </a:r>
            <a:r>
              <a:rPr dirty="0" sz="1600" spc="45" b="1" i="1">
                <a:latin typeface="Carlito"/>
                <a:cs typeface="Carlito"/>
              </a:rPr>
              <a:t>Co-design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99959" y="4279391"/>
            <a:ext cx="807720" cy="8077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982206" y="4686376"/>
            <a:ext cx="7518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40" b="1" i="1">
                <a:solidFill>
                  <a:srgbClr val="DD8046"/>
                </a:solidFill>
                <a:latin typeface="Carlito"/>
                <a:cs typeface="Carlito"/>
              </a:rPr>
              <a:t>Application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47761" y="4845558"/>
            <a:ext cx="7289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0" b="1" i="1">
                <a:solidFill>
                  <a:srgbClr val="D7B15C"/>
                </a:solidFill>
                <a:latin typeface="Carlito"/>
                <a:cs typeface="Carlito"/>
              </a:rPr>
              <a:t>File</a:t>
            </a:r>
            <a:r>
              <a:rPr dirty="0" sz="1100" spc="-70" b="1" i="1">
                <a:solidFill>
                  <a:srgbClr val="D7B15C"/>
                </a:solidFill>
                <a:latin typeface="Carlito"/>
                <a:cs typeface="Carlito"/>
              </a:rPr>
              <a:t> </a:t>
            </a:r>
            <a:r>
              <a:rPr dirty="0" sz="1100" spc="35" b="1" i="1">
                <a:solidFill>
                  <a:srgbClr val="D7B15C"/>
                </a:solidFill>
                <a:latin typeface="Carlito"/>
                <a:cs typeface="Carlito"/>
              </a:rPr>
              <a:t>System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78497" y="4276166"/>
            <a:ext cx="774877" cy="7748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75" b="1">
                <a:latin typeface="FreeSerif"/>
                <a:cs typeface="FreeSerif"/>
              </a:rPr>
              <a:t>Design</a:t>
            </a:r>
            <a:r>
              <a:rPr dirty="0" sz="2400" spc="-85" b="1">
                <a:latin typeface="FreeSerif"/>
                <a:cs typeface="FreeSerif"/>
              </a:rPr>
              <a:t> </a:t>
            </a:r>
            <a:r>
              <a:rPr dirty="0" sz="2400" spc="80" b="1"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744" y="3873944"/>
            <a:ext cx="8255634" cy="2312035"/>
            <a:chOff x="368744" y="3873944"/>
            <a:chExt cx="8255634" cy="2312035"/>
          </a:xfrm>
        </p:grpSpPr>
        <p:sp>
          <p:nvSpPr>
            <p:cNvPr id="3" name="object 3"/>
            <p:cNvSpPr/>
            <p:nvPr/>
          </p:nvSpPr>
          <p:spPr>
            <a:xfrm>
              <a:off x="381761" y="3886962"/>
              <a:ext cx="8229600" cy="2286000"/>
            </a:xfrm>
            <a:custGeom>
              <a:avLst/>
              <a:gdLst/>
              <a:ahLst/>
              <a:cxnLst/>
              <a:rect l="l" t="t" r="r" b="b"/>
              <a:pathLst>
                <a:path w="8229600" h="2286000">
                  <a:moveTo>
                    <a:pt x="8050657" y="0"/>
                  </a:moveTo>
                  <a:lnTo>
                    <a:pt x="178968" y="0"/>
                  </a:lnTo>
                  <a:lnTo>
                    <a:pt x="131390" y="6393"/>
                  </a:lnTo>
                  <a:lnTo>
                    <a:pt x="88638" y="24435"/>
                  </a:lnTo>
                  <a:lnTo>
                    <a:pt x="52417" y="52419"/>
                  </a:lnTo>
                  <a:lnTo>
                    <a:pt x="24433" y="88636"/>
                  </a:lnTo>
                  <a:lnTo>
                    <a:pt x="6392" y="131380"/>
                  </a:lnTo>
                  <a:lnTo>
                    <a:pt x="0" y="178943"/>
                  </a:lnTo>
                  <a:lnTo>
                    <a:pt x="0" y="2107031"/>
                  </a:lnTo>
                  <a:lnTo>
                    <a:pt x="6392" y="2154609"/>
                  </a:lnTo>
                  <a:lnTo>
                    <a:pt x="24433" y="2197361"/>
                  </a:lnTo>
                  <a:lnTo>
                    <a:pt x="52417" y="2233582"/>
                  </a:lnTo>
                  <a:lnTo>
                    <a:pt x="88638" y="2261566"/>
                  </a:lnTo>
                  <a:lnTo>
                    <a:pt x="131390" y="2279607"/>
                  </a:lnTo>
                  <a:lnTo>
                    <a:pt x="178968" y="2286000"/>
                  </a:lnTo>
                  <a:lnTo>
                    <a:pt x="8050657" y="2286000"/>
                  </a:lnTo>
                  <a:lnTo>
                    <a:pt x="8098219" y="2279607"/>
                  </a:lnTo>
                  <a:lnTo>
                    <a:pt x="8140963" y="2261566"/>
                  </a:lnTo>
                  <a:lnTo>
                    <a:pt x="8177180" y="2233582"/>
                  </a:lnTo>
                  <a:lnTo>
                    <a:pt x="8205164" y="2197361"/>
                  </a:lnTo>
                  <a:lnTo>
                    <a:pt x="8223206" y="2154609"/>
                  </a:lnTo>
                  <a:lnTo>
                    <a:pt x="8229600" y="2107031"/>
                  </a:lnTo>
                  <a:lnTo>
                    <a:pt x="8229600" y="178943"/>
                  </a:lnTo>
                  <a:lnTo>
                    <a:pt x="8223206" y="131380"/>
                  </a:lnTo>
                  <a:lnTo>
                    <a:pt x="8205164" y="88636"/>
                  </a:lnTo>
                  <a:lnTo>
                    <a:pt x="8177180" y="52419"/>
                  </a:lnTo>
                  <a:lnTo>
                    <a:pt x="8140963" y="24435"/>
                  </a:lnTo>
                  <a:lnTo>
                    <a:pt x="8098219" y="6393"/>
                  </a:lnTo>
                  <a:lnTo>
                    <a:pt x="8050657" y="0"/>
                  </a:lnTo>
                  <a:close/>
                </a:path>
              </a:pathLst>
            </a:custGeom>
            <a:solidFill>
              <a:srgbClr val="EA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81761" y="3886962"/>
              <a:ext cx="8229600" cy="2286000"/>
            </a:xfrm>
            <a:custGeom>
              <a:avLst/>
              <a:gdLst/>
              <a:ahLst/>
              <a:cxnLst/>
              <a:rect l="l" t="t" r="r" b="b"/>
              <a:pathLst>
                <a:path w="8229600" h="2286000">
                  <a:moveTo>
                    <a:pt x="0" y="178943"/>
                  </a:moveTo>
                  <a:lnTo>
                    <a:pt x="6392" y="131380"/>
                  </a:lnTo>
                  <a:lnTo>
                    <a:pt x="24433" y="88636"/>
                  </a:lnTo>
                  <a:lnTo>
                    <a:pt x="52417" y="52419"/>
                  </a:lnTo>
                  <a:lnTo>
                    <a:pt x="88638" y="24435"/>
                  </a:lnTo>
                  <a:lnTo>
                    <a:pt x="131390" y="6393"/>
                  </a:lnTo>
                  <a:lnTo>
                    <a:pt x="178968" y="0"/>
                  </a:lnTo>
                  <a:lnTo>
                    <a:pt x="8050657" y="0"/>
                  </a:lnTo>
                  <a:lnTo>
                    <a:pt x="8098219" y="6393"/>
                  </a:lnTo>
                  <a:lnTo>
                    <a:pt x="8140963" y="24435"/>
                  </a:lnTo>
                  <a:lnTo>
                    <a:pt x="8177180" y="52419"/>
                  </a:lnTo>
                  <a:lnTo>
                    <a:pt x="8205164" y="88636"/>
                  </a:lnTo>
                  <a:lnTo>
                    <a:pt x="8223206" y="131380"/>
                  </a:lnTo>
                  <a:lnTo>
                    <a:pt x="8229600" y="178943"/>
                  </a:lnTo>
                  <a:lnTo>
                    <a:pt x="8229600" y="2107031"/>
                  </a:lnTo>
                  <a:lnTo>
                    <a:pt x="8223206" y="2154609"/>
                  </a:lnTo>
                  <a:lnTo>
                    <a:pt x="8205164" y="2197361"/>
                  </a:lnTo>
                  <a:lnTo>
                    <a:pt x="8177180" y="2233582"/>
                  </a:lnTo>
                  <a:lnTo>
                    <a:pt x="8140963" y="2261566"/>
                  </a:lnTo>
                  <a:lnTo>
                    <a:pt x="8098219" y="2279607"/>
                  </a:lnTo>
                  <a:lnTo>
                    <a:pt x="8050657" y="2286000"/>
                  </a:lnTo>
                  <a:lnTo>
                    <a:pt x="178968" y="2286000"/>
                  </a:lnTo>
                  <a:lnTo>
                    <a:pt x="131390" y="2279607"/>
                  </a:lnTo>
                  <a:lnTo>
                    <a:pt x="88638" y="2261566"/>
                  </a:lnTo>
                  <a:lnTo>
                    <a:pt x="52417" y="2233582"/>
                  </a:lnTo>
                  <a:lnTo>
                    <a:pt x="24433" y="2197361"/>
                  </a:lnTo>
                  <a:lnTo>
                    <a:pt x="6392" y="2154609"/>
                  </a:lnTo>
                  <a:lnTo>
                    <a:pt x="0" y="2107031"/>
                  </a:lnTo>
                  <a:lnTo>
                    <a:pt x="0" y="17894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76735" y="3967284"/>
              <a:ext cx="1517650" cy="1596390"/>
            </a:xfrm>
            <a:custGeom>
              <a:avLst/>
              <a:gdLst/>
              <a:ahLst/>
              <a:cxnLst/>
              <a:rect l="l" t="t" r="r" b="b"/>
              <a:pathLst>
                <a:path w="1517650" h="1596389">
                  <a:moveTo>
                    <a:pt x="1182746" y="0"/>
                  </a:moveTo>
                  <a:lnTo>
                    <a:pt x="1145523" y="4374"/>
                  </a:lnTo>
                  <a:lnTo>
                    <a:pt x="1109688" y="20283"/>
                  </a:lnTo>
                  <a:lnTo>
                    <a:pt x="1076681" y="47562"/>
                  </a:lnTo>
                  <a:lnTo>
                    <a:pt x="1047941" y="86047"/>
                  </a:lnTo>
                  <a:lnTo>
                    <a:pt x="1036607" y="66947"/>
                  </a:lnTo>
                  <a:lnTo>
                    <a:pt x="1009794" y="35130"/>
                  </a:lnTo>
                  <a:lnTo>
                    <a:pt x="955673" y="3648"/>
                  </a:lnTo>
                  <a:lnTo>
                    <a:pt x="916012" y="44"/>
                  </a:lnTo>
                  <a:lnTo>
                    <a:pt x="877571" y="10926"/>
                  </a:lnTo>
                  <a:lnTo>
                    <a:pt x="842305" y="35355"/>
                  </a:lnTo>
                  <a:lnTo>
                    <a:pt x="812168" y="72392"/>
                  </a:lnTo>
                  <a:lnTo>
                    <a:pt x="789115" y="121099"/>
                  </a:lnTo>
                  <a:lnTo>
                    <a:pt x="779094" y="108008"/>
                  </a:lnTo>
                  <a:lnTo>
                    <a:pt x="745554" y="75379"/>
                  </a:lnTo>
                  <a:lnTo>
                    <a:pt x="705328" y="52750"/>
                  </a:lnTo>
                  <a:lnTo>
                    <a:pt x="663928" y="44070"/>
                  </a:lnTo>
                  <a:lnTo>
                    <a:pt x="622873" y="48670"/>
                  </a:lnTo>
                  <a:lnTo>
                    <a:pt x="583680" y="65883"/>
                  </a:lnTo>
                  <a:lnTo>
                    <a:pt x="547866" y="95038"/>
                  </a:lnTo>
                  <a:lnTo>
                    <a:pt x="516948" y="135468"/>
                  </a:lnTo>
                  <a:lnTo>
                    <a:pt x="492443" y="186504"/>
                  </a:lnTo>
                  <a:lnTo>
                    <a:pt x="456782" y="162090"/>
                  </a:lnTo>
                  <a:lnTo>
                    <a:pt x="419085" y="146547"/>
                  </a:lnTo>
                  <a:lnTo>
                    <a:pt x="380126" y="140123"/>
                  </a:lnTo>
                  <a:lnTo>
                    <a:pt x="340678" y="143070"/>
                  </a:lnTo>
                  <a:lnTo>
                    <a:pt x="302979" y="154895"/>
                  </a:lnTo>
                  <a:lnTo>
                    <a:pt x="268036" y="174680"/>
                  </a:lnTo>
                  <a:lnTo>
                    <a:pt x="236266" y="201638"/>
                  </a:lnTo>
                  <a:lnTo>
                    <a:pt x="208086" y="234983"/>
                  </a:lnTo>
                  <a:lnTo>
                    <a:pt x="183913" y="273928"/>
                  </a:lnTo>
                  <a:lnTo>
                    <a:pt x="164163" y="317684"/>
                  </a:lnTo>
                  <a:lnTo>
                    <a:pt x="149253" y="365465"/>
                  </a:lnTo>
                  <a:lnTo>
                    <a:pt x="139600" y="416484"/>
                  </a:lnTo>
                  <a:lnTo>
                    <a:pt x="135621" y="469953"/>
                  </a:lnTo>
                  <a:lnTo>
                    <a:pt x="137732" y="525086"/>
                  </a:lnTo>
                  <a:lnTo>
                    <a:pt x="136462" y="530039"/>
                  </a:lnTo>
                  <a:lnTo>
                    <a:pt x="69533" y="563869"/>
                  </a:lnTo>
                  <a:lnTo>
                    <a:pt x="42165" y="596315"/>
                  </a:lnTo>
                  <a:lnTo>
                    <a:pt x="20511" y="637608"/>
                  </a:lnTo>
                  <a:lnTo>
                    <a:pt x="6321" y="683984"/>
                  </a:lnTo>
                  <a:lnTo>
                    <a:pt x="0" y="732210"/>
                  </a:lnTo>
                  <a:lnTo>
                    <a:pt x="1220" y="780483"/>
                  </a:lnTo>
                  <a:lnTo>
                    <a:pt x="9657" y="826999"/>
                  </a:lnTo>
                  <a:lnTo>
                    <a:pt x="24982" y="869953"/>
                  </a:lnTo>
                  <a:lnTo>
                    <a:pt x="46870" y="907543"/>
                  </a:lnTo>
                  <a:lnTo>
                    <a:pt x="74994" y="937963"/>
                  </a:lnTo>
                  <a:lnTo>
                    <a:pt x="55006" y="976128"/>
                  </a:lnTo>
                  <a:lnTo>
                    <a:pt x="41387" y="1019068"/>
                  </a:lnTo>
                  <a:lnTo>
                    <a:pt x="34507" y="1065175"/>
                  </a:lnTo>
                  <a:lnTo>
                    <a:pt x="34735" y="1112842"/>
                  </a:lnTo>
                  <a:lnTo>
                    <a:pt x="44923" y="1169645"/>
                  </a:lnTo>
                  <a:lnTo>
                    <a:pt x="64505" y="1218943"/>
                  </a:lnTo>
                  <a:lnTo>
                    <a:pt x="91869" y="1258908"/>
                  </a:lnTo>
                  <a:lnTo>
                    <a:pt x="125404" y="1287707"/>
                  </a:lnTo>
                  <a:lnTo>
                    <a:pt x="163496" y="1303510"/>
                  </a:lnTo>
                  <a:lnTo>
                    <a:pt x="204534" y="1304485"/>
                  </a:lnTo>
                  <a:lnTo>
                    <a:pt x="206439" y="1309184"/>
                  </a:lnTo>
                  <a:lnTo>
                    <a:pt x="230600" y="1358604"/>
                  </a:lnTo>
                  <a:lnTo>
                    <a:pt x="257604" y="1399353"/>
                  </a:lnTo>
                  <a:lnTo>
                    <a:pt x="287890" y="1433509"/>
                  </a:lnTo>
                  <a:lnTo>
                    <a:pt x="320883" y="1460866"/>
                  </a:lnTo>
                  <a:lnTo>
                    <a:pt x="356008" y="1481216"/>
                  </a:lnTo>
                  <a:lnTo>
                    <a:pt x="392690" y="1494352"/>
                  </a:lnTo>
                  <a:lnTo>
                    <a:pt x="430353" y="1500066"/>
                  </a:lnTo>
                  <a:lnTo>
                    <a:pt x="468422" y="1498152"/>
                  </a:lnTo>
                  <a:lnTo>
                    <a:pt x="506322" y="1488402"/>
                  </a:lnTo>
                  <a:lnTo>
                    <a:pt x="543477" y="1470609"/>
                  </a:lnTo>
                  <a:lnTo>
                    <a:pt x="579311" y="1444566"/>
                  </a:lnTo>
                  <a:lnTo>
                    <a:pt x="604838" y="1490349"/>
                  </a:lnTo>
                  <a:lnTo>
                    <a:pt x="635223" y="1528894"/>
                  </a:lnTo>
                  <a:lnTo>
                    <a:pt x="669751" y="1559437"/>
                  </a:lnTo>
                  <a:lnTo>
                    <a:pt x="707708" y="1581218"/>
                  </a:lnTo>
                  <a:lnTo>
                    <a:pt x="745387" y="1592952"/>
                  </a:lnTo>
                  <a:lnTo>
                    <a:pt x="782883" y="1595783"/>
                  </a:lnTo>
                  <a:lnTo>
                    <a:pt x="819589" y="1590179"/>
                  </a:lnTo>
                  <a:lnTo>
                    <a:pt x="888191" y="1555543"/>
                  </a:lnTo>
                  <a:lnTo>
                    <a:pt x="918871" y="1527448"/>
                  </a:lnTo>
                  <a:lnTo>
                    <a:pt x="946324" y="1492791"/>
                  </a:lnTo>
                  <a:lnTo>
                    <a:pt x="969942" y="1452043"/>
                  </a:lnTo>
                  <a:lnTo>
                    <a:pt x="989116" y="1405670"/>
                  </a:lnTo>
                  <a:lnTo>
                    <a:pt x="1003237" y="1354142"/>
                  </a:lnTo>
                  <a:lnTo>
                    <a:pt x="1027893" y="1372904"/>
                  </a:lnTo>
                  <a:lnTo>
                    <a:pt x="1053990" y="1386606"/>
                  </a:lnTo>
                  <a:lnTo>
                    <a:pt x="1081158" y="1395094"/>
                  </a:lnTo>
                  <a:lnTo>
                    <a:pt x="1109028" y="1398211"/>
                  </a:lnTo>
                  <a:lnTo>
                    <a:pt x="1149985" y="1392772"/>
                  </a:lnTo>
                  <a:lnTo>
                    <a:pt x="1188201" y="1376276"/>
                  </a:lnTo>
                  <a:lnTo>
                    <a:pt x="1222851" y="1349879"/>
                  </a:lnTo>
                  <a:lnTo>
                    <a:pt x="1253110" y="1314740"/>
                  </a:lnTo>
                  <a:lnTo>
                    <a:pt x="1278154" y="1272017"/>
                  </a:lnTo>
                  <a:lnTo>
                    <a:pt x="1297159" y="1222868"/>
                  </a:lnTo>
                  <a:lnTo>
                    <a:pt x="1309300" y="1168450"/>
                  </a:lnTo>
                  <a:lnTo>
                    <a:pt x="1313752" y="1109921"/>
                  </a:lnTo>
                  <a:lnTo>
                    <a:pt x="1343655" y="1100979"/>
                  </a:lnTo>
                  <a:lnTo>
                    <a:pt x="1399602" y="1067237"/>
                  </a:lnTo>
                  <a:lnTo>
                    <a:pt x="1451298" y="1009287"/>
                  </a:lnTo>
                  <a:lnTo>
                    <a:pt x="1473330" y="971528"/>
                  </a:lnTo>
                  <a:lnTo>
                    <a:pt x="1491032" y="930327"/>
                  </a:lnTo>
                  <a:lnTo>
                    <a:pt x="1504338" y="886422"/>
                  </a:lnTo>
                  <a:lnTo>
                    <a:pt x="1513179" y="840550"/>
                  </a:lnTo>
                  <a:lnTo>
                    <a:pt x="1517489" y="793449"/>
                  </a:lnTo>
                  <a:lnTo>
                    <a:pt x="1517198" y="745858"/>
                  </a:lnTo>
                  <a:lnTo>
                    <a:pt x="1512241" y="698514"/>
                  </a:lnTo>
                  <a:lnTo>
                    <a:pt x="1502550" y="652155"/>
                  </a:lnTo>
                  <a:lnTo>
                    <a:pt x="1488056" y="607519"/>
                  </a:lnTo>
                  <a:lnTo>
                    <a:pt x="1468692" y="565345"/>
                  </a:lnTo>
                  <a:lnTo>
                    <a:pt x="1473439" y="547930"/>
                  </a:lnTo>
                  <a:lnTo>
                    <a:pt x="1477328" y="530039"/>
                  </a:lnTo>
                  <a:lnTo>
                    <a:pt x="1483572" y="476378"/>
                  </a:lnTo>
                  <a:lnTo>
                    <a:pt x="1482275" y="423625"/>
                  </a:lnTo>
                  <a:lnTo>
                    <a:pt x="1473969" y="373104"/>
                  </a:lnTo>
                  <a:lnTo>
                    <a:pt x="1459183" y="326140"/>
                  </a:lnTo>
                  <a:lnTo>
                    <a:pt x="1438451" y="284058"/>
                  </a:lnTo>
                  <a:lnTo>
                    <a:pt x="1412302" y="248182"/>
                  </a:lnTo>
                  <a:lnTo>
                    <a:pt x="1381269" y="219837"/>
                  </a:lnTo>
                  <a:lnTo>
                    <a:pt x="1345883" y="200347"/>
                  </a:lnTo>
                  <a:lnTo>
                    <a:pt x="1338126" y="159721"/>
                  </a:lnTo>
                  <a:lnTo>
                    <a:pt x="1325738" y="121845"/>
                  </a:lnTo>
                  <a:lnTo>
                    <a:pt x="1309039" y="87565"/>
                  </a:lnTo>
                  <a:lnTo>
                    <a:pt x="1255601" y="26511"/>
                  </a:lnTo>
                  <a:lnTo>
                    <a:pt x="1219919" y="7324"/>
                  </a:lnTo>
                  <a:lnTo>
                    <a:pt x="1182746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02502" y="4787900"/>
              <a:ext cx="346328" cy="252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76735" y="3967284"/>
              <a:ext cx="1517650" cy="1596390"/>
            </a:xfrm>
            <a:custGeom>
              <a:avLst/>
              <a:gdLst/>
              <a:ahLst/>
              <a:cxnLst/>
              <a:rect l="l" t="t" r="r" b="b"/>
              <a:pathLst>
                <a:path w="1517650" h="1596389">
                  <a:moveTo>
                    <a:pt x="137732" y="525086"/>
                  </a:moveTo>
                  <a:lnTo>
                    <a:pt x="135621" y="469953"/>
                  </a:lnTo>
                  <a:lnTo>
                    <a:pt x="139600" y="416484"/>
                  </a:lnTo>
                  <a:lnTo>
                    <a:pt x="149253" y="365465"/>
                  </a:lnTo>
                  <a:lnTo>
                    <a:pt x="164163" y="317684"/>
                  </a:lnTo>
                  <a:lnTo>
                    <a:pt x="183913" y="273928"/>
                  </a:lnTo>
                  <a:lnTo>
                    <a:pt x="208086" y="234983"/>
                  </a:lnTo>
                  <a:lnTo>
                    <a:pt x="236266" y="201638"/>
                  </a:lnTo>
                  <a:lnTo>
                    <a:pt x="268036" y="174680"/>
                  </a:lnTo>
                  <a:lnTo>
                    <a:pt x="302979" y="154895"/>
                  </a:lnTo>
                  <a:lnTo>
                    <a:pt x="340678" y="143070"/>
                  </a:lnTo>
                  <a:lnTo>
                    <a:pt x="380126" y="140123"/>
                  </a:lnTo>
                  <a:lnTo>
                    <a:pt x="419085" y="146547"/>
                  </a:lnTo>
                  <a:lnTo>
                    <a:pt x="456782" y="162090"/>
                  </a:lnTo>
                  <a:lnTo>
                    <a:pt x="492443" y="186504"/>
                  </a:lnTo>
                  <a:lnTo>
                    <a:pt x="516948" y="135468"/>
                  </a:lnTo>
                  <a:lnTo>
                    <a:pt x="547866" y="95038"/>
                  </a:lnTo>
                  <a:lnTo>
                    <a:pt x="583680" y="65883"/>
                  </a:lnTo>
                  <a:lnTo>
                    <a:pt x="622873" y="48670"/>
                  </a:lnTo>
                  <a:lnTo>
                    <a:pt x="663928" y="44070"/>
                  </a:lnTo>
                  <a:lnTo>
                    <a:pt x="705328" y="52750"/>
                  </a:lnTo>
                  <a:lnTo>
                    <a:pt x="745554" y="75379"/>
                  </a:lnTo>
                  <a:lnTo>
                    <a:pt x="779094" y="108008"/>
                  </a:lnTo>
                  <a:lnTo>
                    <a:pt x="789115" y="121099"/>
                  </a:lnTo>
                  <a:lnTo>
                    <a:pt x="812168" y="72392"/>
                  </a:lnTo>
                  <a:lnTo>
                    <a:pt x="842305" y="35355"/>
                  </a:lnTo>
                  <a:lnTo>
                    <a:pt x="877571" y="10926"/>
                  </a:lnTo>
                  <a:lnTo>
                    <a:pt x="916012" y="44"/>
                  </a:lnTo>
                  <a:lnTo>
                    <a:pt x="955673" y="3648"/>
                  </a:lnTo>
                  <a:lnTo>
                    <a:pt x="994601" y="22674"/>
                  </a:lnTo>
                  <a:lnTo>
                    <a:pt x="1023843" y="49931"/>
                  </a:lnTo>
                  <a:lnTo>
                    <a:pt x="1047941" y="86047"/>
                  </a:lnTo>
                  <a:lnTo>
                    <a:pt x="1076681" y="47562"/>
                  </a:lnTo>
                  <a:lnTo>
                    <a:pt x="1109688" y="20283"/>
                  </a:lnTo>
                  <a:lnTo>
                    <a:pt x="1145523" y="4374"/>
                  </a:lnTo>
                  <a:lnTo>
                    <a:pt x="1182746" y="0"/>
                  </a:lnTo>
                  <a:lnTo>
                    <a:pt x="1219919" y="7324"/>
                  </a:lnTo>
                  <a:lnTo>
                    <a:pt x="1255601" y="26511"/>
                  </a:lnTo>
                  <a:lnTo>
                    <a:pt x="1288352" y="57726"/>
                  </a:lnTo>
                  <a:lnTo>
                    <a:pt x="1325738" y="121845"/>
                  </a:lnTo>
                  <a:lnTo>
                    <a:pt x="1338126" y="159721"/>
                  </a:lnTo>
                  <a:lnTo>
                    <a:pt x="1345883" y="200347"/>
                  </a:lnTo>
                  <a:lnTo>
                    <a:pt x="1381269" y="219837"/>
                  </a:lnTo>
                  <a:lnTo>
                    <a:pt x="1412302" y="248182"/>
                  </a:lnTo>
                  <a:lnTo>
                    <a:pt x="1438451" y="284058"/>
                  </a:lnTo>
                  <a:lnTo>
                    <a:pt x="1459183" y="326140"/>
                  </a:lnTo>
                  <a:lnTo>
                    <a:pt x="1473969" y="373104"/>
                  </a:lnTo>
                  <a:lnTo>
                    <a:pt x="1482275" y="423625"/>
                  </a:lnTo>
                  <a:lnTo>
                    <a:pt x="1483572" y="476378"/>
                  </a:lnTo>
                  <a:lnTo>
                    <a:pt x="1477328" y="530039"/>
                  </a:lnTo>
                  <a:lnTo>
                    <a:pt x="1475497" y="539038"/>
                  </a:lnTo>
                  <a:lnTo>
                    <a:pt x="1473439" y="547930"/>
                  </a:lnTo>
                  <a:lnTo>
                    <a:pt x="1471167" y="556703"/>
                  </a:lnTo>
                  <a:lnTo>
                    <a:pt x="1468692" y="565345"/>
                  </a:lnTo>
                  <a:lnTo>
                    <a:pt x="1488056" y="607519"/>
                  </a:lnTo>
                  <a:lnTo>
                    <a:pt x="1502550" y="652155"/>
                  </a:lnTo>
                  <a:lnTo>
                    <a:pt x="1512241" y="698514"/>
                  </a:lnTo>
                  <a:lnTo>
                    <a:pt x="1517198" y="745858"/>
                  </a:lnTo>
                  <a:lnTo>
                    <a:pt x="1517489" y="793449"/>
                  </a:lnTo>
                  <a:lnTo>
                    <a:pt x="1513179" y="840550"/>
                  </a:lnTo>
                  <a:lnTo>
                    <a:pt x="1504338" y="886422"/>
                  </a:lnTo>
                  <a:lnTo>
                    <a:pt x="1491032" y="930327"/>
                  </a:lnTo>
                  <a:lnTo>
                    <a:pt x="1473330" y="971528"/>
                  </a:lnTo>
                  <a:lnTo>
                    <a:pt x="1451298" y="1009287"/>
                  </a:lnTo>
                  <a:lnTo>
                    <a:pt x="1425004" y="1042865"/>
                  </a:lnTo>
                  <a:lnTo>
                    <a:pt x="1372379" y="1086680"/>
                  </a:lnTo>
                  <a:lnTo>
                    <a:pt x="1313752" y="1109921"/>
                  </a:lnTo>
                  <a:lnTo>
                    <a:pt x="1309300" y="1168450"/>
                  </a:lnTo>
                  <a:lnTo>
                    <a:pt x="1297159" y="1222868"/>
                  </a:lnTo>
                  <a:lnTo>
                    <a:pt x="1278154" y="1272017"/>
                  </a:lnTo>
                  <a:lnTo>
                    <a:pt x="1253110" y="1314740"/>
                  </a:lnTo>
                  <a:lnTo>
                    <a:pt x="1222851" y="1349879"/>
                  </a:lnTo>
                  <a:lnTo>
                    <a:pt x="1188201" y="1376276"/>
                  </a:lnTo>
                  <a:lnTo>
                    <a:pt x="1149985" y="1392772"/>
                  </a:lnTo>
                  <a:lnTo>
                    <a:pt x="1109028" y="1398211"/>
                  </a:lnTo>
                  <a:lnTo>
                    <a:pt x="1081158" y="1395094"/>
                  </a:lnTo>
                  <a:lnTo>
                    <a:pt x="1053990" y="1386606"/>
                  </a:lnTo>
                  <a:lnTo>
                    <a:pt x="1027893" y="1372904"/>
                  </a:lnTo>
                  <a:lnTo>
                    <a:pt x="1003237" y="1354142"/>
                  </a:lnTo>
                  <a:lnTo>
                    <a:pt x="989116" y="1405670"/>
                  </a:lnTo>
                  <a:lnTo>
                    <a:pt x="969942" y="1452043"/>
                  </a:lnTo>
                  <a:lnTo>
                    <a:pt x="946324" y="1492791"/>
                  </a:lnTo>
                  <a:lnTo>
                    <a:pt x="918871" y="1527448"/>
                  </a:lnTo>
                  <a:lnTo>
                    <a:pt x="888191" y="1555543"/>
                  </a:lnTo>
                  <a:lnTo>
                    <a:pt x="854894" y="1576610"/>
                  </a:lnTo>
                  <a:lnTo>
                    <a:pt x="782883" y="1595783"/>
                  </a:lnTo>
                  <a:lnTo>
                    <a:pt x="745387" y="1592952"/>
                  </a:lnTo>
                  <a:lnTo>
                    <a:pt x="707708" y="1581218"/>
                  </a:lnTo>
                  <a:lnTo>
                    <a:pt x="669751" y="1559437"/>
                  </a:lnTo>
                  <a:lnTo>
                    <a:pt x="635223" y="1528894"/>
                  </a:lnTo>
                  <a:lnTo>
                    <a:pt x="604838" y="1490349"/>
                  </a:lnTo>
                  <a:lnTo>
                    <a:pt x="579311" y="1444566"/>
                  </a:lnTo>
                  <a:lnTo>
                    <a:pt x="543477" y="1470609"/>
                  </a:lnTo>
                  <a:lnTo>
                    <a:pt x="506322" y="1488402"/>
                  </a:lnTo>
                  <a:lnTo>
                    <a:pt x="468422" y="1498152"/>
                  </a:lnTo>
                  <a:lnTo>
                    <a:pt x="430353" y="1500066"/>
                  </a:lnTo>
                  <a:lnTo>
                    <a:pt x="392690" y="1494352"/>
                  </a:lnTo>
                  <a:lnTo>
                    <a:pt x="356008" y="1481216"/>
                  </a:lnTo>
                  <a:lnTo>
                    <a:pt x="320883" y="1460866"/>
                  </a:lnTo>
                  <a:lnTo>
                    <a:pt x="287890" y="1433509"/>
                  </a:lnTo>
                  <a:lnTo>
                    <a:pt x="257604" y="1399353"/>
                  </a:lnTo>
                  <a:lnTo>
                    <a:pt x="230600" y="1358604"/>
                  </a:lnTo>
                  <a:lnTo>
                    <a:pt x="207455" y="1311470"/>
                  </a:lnTo>
                  <a:lnTo>
                    <a:pt x="205550" y="1306771"/>
                  </a:lnTo>
                  <a:lnTo>
                    <a:pt x="204534" y="1304485"/>
                  </a:lnTo>
                  <a:lnTo>
                    <a:pt x="163496" y="1303510"/>
                  </a:lnTo>
                  <a:lnTo>
                    <a:pt x="125404" y="1287707"/>
                  </a:lnTo>
                  <a:lnTo>
                    <a:pt x="91869" y="1258908"/>
                  </a:lnTo>
                  <a:lnTo>
                    <a:pt x="64505" y="1218943"/>
                  </a:lnTo>
                  <a:lnTo>
                    <a:pt x="44923" y="1169645"/>
                  </a:lnTo>
                  <a:lnTo>
                    <a:pt x="34735" y="1112842"/>
                  </a:lnTo>
                  <a:lnTo>
                    <a:pt x="34507" y="1065175"/>
                  </a:lnTo>
                  <a:lnTo>
                    <a:pt x="41387" y="1019068"/>
                  </a:lnTo>
                  <a:lnTo>
                    <a:pt x="55006" y="976128"/>
                  </a:lnTo>
                  <a:lnTo>
                    <a:pt x="74994" y="937963"/>
                  </a:lnTo>
                  <a:lnTo>
                    <a:pt x="46870" y="907543"/>
                  </a:lnTo>
                  <a:lnTo>
                    <a:pt x="24982" y="869953"/>
                  </a:lnTo>
                  <a:lnTo>
                    <a:pt x="9657" y="826999"/>
                  </a:lnTo>
                  <a:lnTo>
                    <a:pt x="1220" y="780483"/>
                  </a:lnTo>
                  <a:lnTo>
                    <a:pt x="0" y="732210"/>
                  </a:lnTo>
                  <a:lnTo>
                    <a:pt x="6321" y="683984"/>
                  </a:lnTo>
                  <a:lnTo>
                    <a:pt x="20511" y="637608"/>
                  </a:lnTo>
                  <a:lnTo>
                    <a:pt x="42165" y="596315"/>
                  </a:lnTo>
                  <a:lnTo>
                    <a:pt x="69533" y="563869"/>
                  </a:lnTo>
                  <a:lnTo>
                    <a:pt x="101379" y="541400"/>
                  </a:lnTo>
                  <a:lnTo>
                    <a:pt x="136462" y="530039"/>
                  </a:lnTo>
                  <a:lnTo>
                    <a:pt x="137732" y="525086"/>
                  </a:lnTo>
                  <a:close/>
                </a:path>
              </a:pathLst>
            </a:custGeom>
            <a:ln w="25908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461886" y="4842510"/>
              <a:ext cx="199897" cy="1944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953380" y="4048125"/>
              <a:ext cx="1602105" cy="1357630"/>
            </a:xfrm>
            <a:custGeom>
              <a:avLst/>
              <a:gdLst/>
              <a:ahLst/>
              <a:cxnLst/>
              <a:rect l="l" t="t" r="r" b="b"/>
              <a:pathLst>
                <a:path w="1602104" h="1357629">
                  <a:moveTo>
                    <a:pt x="1601851" y="866139"/>
                  </a:moveTo>
                  <a:lnTo>
                    <a:pt x="1591911" y="915352"/>
                  </a:lnTo>
                  <a:lnTo>
                    <a:pt x="1564814" y="955516"/>
                  </a:lnTo>
                  <a:lnTo>
                    <a:pt x="1524644" y="982583"/>
                  </a:lnTo>
                  <a:lnTo>
                    <a:pt x="1475486" y="992505"/>
                  </a:lnTo>
                  <a:lnTo>
                    <a:pt x="1426273" y="982583"/>
                  </a:lnTo>
                  <a:lnTo>
                    <a:pt x="1386109" y="955516"/>
                  </a:lnTo>
                  <a:lnTo>
                    <a:pt x="1359042" y="915352"/>
                  </a:lnTo>
                  <a:lnTo>
                    <a:pt x="1349121" y="866139"/>
                  </a:lnTo>
                  <a:lnTo>
                    <a:pt x="1359042" y="816981"/>
                  </a:lnTo>
                  <a:lnTo>
                    <a:pt x="1386109" y="776811"/>
                  </a:lnTo>
                  <a:lnTo>
                    <a:pt x="1426273" y="749714"/>
                  </a:lnTo>
                  <a:lnTo>
                    <a:pt x="1475486" y="739775"/>
                  </a:lnTo>
                  <a:lnTo>
                    <a:pt x="1524644" y="749714"/>
                  </a:lnTo>
                  <a:lnTo>
                    <a:pt x="1564814" y="776811"/>
                  </a:lnTo>
                  <a:lnTo>
                    <a:pt x="1591911" y="816981"/>
                  </a:lnTo>
                  <a:lnTo>
                    <a:pt x="1601851" y="866139"/>
                  </a:lnTo>
                  <a:close/>
                </a:path>
                <a:path w="1602104" h="1357629">
                  <a:moveTo>
                    <a:pt x="88900" y="880363"/>
                  </a:moveTo>
                  <a:lnTo>
                    <a:pt x="65704" y="880457"/>
                  </a:lnTo>
                  <a:lnTo>
                    <a:pt x="42878" y="875490"/>
                  </a:lnTo>
                  <a:lnTo>
                    <a:pt x="20837" y="865594"/>
                  </a:lnTo>
                  <a:lnTo>
                    <a:pt x="0" y="850900"/>
                  </a:lnTo>
                </a:path>
                <a:path w="1602104" h="1357629">
                  <a:moveTo>
                    <a:pt x="167386" y="1202563"/>
                  </a:moveTo>
                  <a:lnTo>
                    <a:pt x="157936" y="1207444"/>
                  </a:lnTo>
                  <a:lnTo>
                    <a:pt x="148272" y="1211421"/>
                  </a:lnTo>
                  <a:lnTo>
                    <a:pt x="138418" y="1214493"/>
                  </a:lnTo>
                  <a:lnTo>
                    <a:pt x="128397" y="1216660"/>
                  </a:lnTo>
                </a:path>
                <a:path w="1602104" h="1357629">
                  <a:moveTo>
                    <a:pt x="502539" y="1357376"/>
                  </a:moveTo>
                  <a:lnTo>
                    <a:pt x="495798" y="1341977"/>
                  </a:lnTo>
                  <a:lnTo>
                    <a:pt x="489664" y="1326102"/>
                  </a:lnTo>
                  <a:lnTo>
                    <a:pt x="484125" y="1309798"/>
                  </a:lnTo>
                  <a:lnTo>
                    <a:pt x="479171" y="1293114"/>
                  </a:lnTo>
                </a:path>
                <a:path w="1602104" h="1357629">
                  <a:moveTo>
                    <a:pt x="935990" y="1197102"/>
                  </a:moveTo>
                  <a:lnTo>
                    <a:pt x="934684" y="1214955"/>
                  </a:lnTo>
                  <a:lnTo>
                    <a:pt x="932688" y="1232677"/>
                  </a:lnTo>
                  <a:lnTo>
                    <a:pt x="930024" y="1250233"/>
                  </a:lnTo>
                  <a:lnTo>
                    <a:pt x="926719" y="1267587"/>
                  </a:lnTo>
                </a:path>
                <a:path w="1602104" h="1357629">
                  <a:moveTo>
                    <a:pt x="1122172" y="761364"/>
                  </a:moveTo>
                  <a:lnTo>
                    <a:pt x="1155094" y="790128"/>
                  </a:lnTo>
                  <a:lnTo>
                    <a:pt x="1183155" y="826581"/>
                  </a:lnTo>
                  <a:lnTo>
                    <a:pt x="1205833" y="869505"/>
                  </a:lnTo>
                  <a:lnTo>
                    <a:pt x="1222605" y="917678"/>
                  </a:lnTo>
                  <a:lnTo>
                    <a:pt x="1232950" y="969880"/>
                  </a:lnTo>
                  <a:lnTo>
                    <a:pt x="1236345" y="1024889"/>
                  </a:lnTo>
                </a:path>
                <a:path w="1602104" h="1357629">
                  <a:moveTo>
                    <a:pt x="1391285" y="480568"/>
                  </a:moveTo>
                  <a:lnTo>
                    <a:pt x="1381686" y="508367"/>
                  </a:lnTo>
                  <a:lnTo>
                    <a:pt x="1369933" y="534273"/>
                  </a:lnTo>
                  <a:lnTo>
                    <a:pt x="1356155" y="558059"/>
                  </a:lnTo>
                  <a:lnTo>
                    <a:pt x="1340485" y="579501"/>
                  </a:lnTo>
                </a:path>
                <a:path w="1602104" h="1357629">
                  <a:moveTo>
                    <a:pt x="1269365" y="113918"/>
                  </a:moveTo>
                  <a:lnTo>
                    <a:pt x="1270674" y="125489"/>
                  </a:lnTo>
                  <a:lnTo>
                    <a:pt x="1271555" y="137144"/>
                  </a:lnTo>
                  <a:lnTo>
                    <a:pt x="1272008" y="148869"/>
                  </a:lnTo>
                  <a:lnTo>
                    <a:pt x="1272032" y="160655"/>
                  </a:lnTo>
                </a:path>
                <a:path w="1602104" h="1357629">
                  <a:moveTo>
                    <a:pt x="944880" y="59436"/>
                  </a:moveTo>
                  <a:lnTo>
                    <a:pt x="950233" y="43612"/>
                  </a:lnTo>
                  <a:lnTo>
                    <a:pt x="956373" y="28384"/>
                  </a:lnTo>
                  <a:lnTo>
                    <a:pt x="963275" y="13823"/>
                  </a:lnTo>
                  <a:lnTo>
                    <a:pt x="970915" y="0"/>
                  </a:lnTo>
                </a:path>
                <a:path w="1602104" h="1357629">
                  <a:moveTo>
                    <a:pt x="701421" y="87883"/>
                  </a:moveTo>
                  <a:lnTo>
                    <a:pt x="703707" y="74652"/>
                  </a:lnTo>
                  <a:lnTo>
                    <a:pt x="706564" y="61658"/>
                  </a:lnTo>
                  <a:lnTo>
                    <a:pt x="709993" y="48950"/>
                  </a:lnTo>
                  <a:lnTo>
                    <a:pt x="713994" y="36575"/>
                  </a:lnTo>
                </a:path>
                <a:path w="1602104" h="1357629">
                  <a:moveTo>
                    <a:pt x="415544" y="105282"/>
                  </a:moveTo>
                  <a:lnTo>
                    <a:pt x="427759" y="116205"/>
                  </a:lnTo>
                  <a:lnTo>
                    <a:pt x="439451" y="128174"/>
                  </a:lnTo>
                  <a:lnTo>
                    <a:pt x="450619" y="141144"/>
                  </a:lnTo>
                  <a:lnTo>
                    <a:pt x="461264" y="155067"/>
                  </a:lnTo>
                </a:path>
                <a:path w="1602104" h="1357629">
                  <a:moveTo>
                    <a:pt x="69088" y="496697"/>
                  </a:moveTo>
                  <a:lnTo>
                    <a:pt x="66516" y="483768"/>
                  </a:lnTo>
                  <a:lnTo>
                    <a:pt x="64325" y="470709"/>
                  </a:lnTo>
                  <a:lnTo>
                    <a:pt x="62515" y="457531"/>
                  </a:lnTo>
                  <a:lnTo>
                    <a:pt x="61087" y="444245"/>
                  </a:lnTo>
                </a:path>
              </a:pathLst>
            </a:custGeom>
            <a:ln w="25908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16914" y="431368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16914" y="431368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0" y="381000"/>
                  </a:moveTo>
                  <a:lnTo>
                    <a:pt x="990600" y="3810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45083" y="956529"/>
            <a:ext cx="5969000" cy="270192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61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5" b="1">
                <a:latin typeface="FreeSerif"/>
                <a:cs typeface="FreeSerif"/>
              </a:rPr>
              <a:t>Operation</a:t>
            </a:r>
            <a:r>
              <a:rPr dirty="0" sz="2000" spc="-80" b="1">
                <a:latin typeface="FreeSerif"/>
                <a:cs typeface="FreeSerif"/>
              </a:rPr>
              <a:t> </a:t>
            </a:r>
            <a:r>
              <a:rPr dirty="0" sz="2000" spc="95" b="1">
                <a:latin typeface="FreeSerif"/>
                <a:cs typeface="FreeSerif"/>
              </a:rPr>
              <a:t>environment</a:t>
            </a:r>
            <a:r>
              <a:rPr dirty="0" sz="2000" spc="-110" b="1">
                <a:latin typeface="FreeSerif"/>
                <a:cs typeface="FreeSerif"/>
              </a:rPr>
              <a:t> </a:t>
            </a:r>
            <a:r>
              <a:rPr dirty="0" sz="2000" b="1">
                <a:latin typeface="FreeSerif"/>
                <a:cs typeface="FreeSerif"/>
              </a:rPr>
              <a:t>of</a:t>
            </a:r>
            <a:r>
              <a:rPr dirty="0" sz="2000" spc="-75" b="1">
                <a:latin typeface="FreeSerif"/>
                <a:cs typeface="FreeSerif"/>
              </a:rPr>
              <a:t> </a:t>
            </a:r>
            <a:r>
              <a:rPr dirty="0" sz="2000" spc="40" b="1">
                <a:latin typeface="FreeSerif"/>
                <a:cs typeface="FreeSerif"/>
              </a:rPr>
              <a:t>Google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30" b="1">
                <a:latin typeface="FreeSerif"/>
                <a:cs typeface="FreeSerif"/>
              </a:rPr>
              <a:t>File</a:t>
            </a:r>
            <a:r>
              <a:rPr dirty="0" sz="2000" spc="-90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System</a:t>
            </a:r>
            <a:endParaRPr sz="20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400"/>
              </a:spcBef>
              <a:tabLst>
                <a:tab pos="73914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①	</a:t>
            </a:r>
            <a:r>
              <a:rPr dirty="0" sz="1600" spc="45">
                <a:solidFill>
                  <a:srgbClr val="585858"/>
                </a:solidFill>
                <a:latin typeface="FreeSerif"/>
                <a:cs typeface="FreeSerif"/>
              </a:rPr>
              <a:t>Inexpensive</a:t>
            </a:r>
            <a:r>
              <a:rPr dirty="0" sz="1600" spc="-2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commodity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components</a:t>
            </a:r>
            <a:r>
              <a:rPr dirty="0" sz="1600" spc="-7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that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5">
                <a:solidFill>
                  <a:srgbClr val="585858"/>
                </a:solidFill>
                <a:latin typeface="FreeSerif"/>
                <a:cs typeface="FreeSerif"/>
              </a:rPr>
              <a:t>often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FreeSerif"/>
                <a:cs typeface="FreeSerif"/>
              </a:rPr>
              <a:t>fail</a:t>
            </a:r>
            <a:endParaRPr sz="16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384"/>
              </a:spcBef>
              <a:tabLst>
                <a:tab pos="73914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②	</a:t>
            </a:r>
            <a:r>
              <a:rPr dirty="0" sz="1600" spc="30">
                <a:solidFill>
                  <a:srgbClr val="585858"/>
                </a:solidFill>
                <a:latin typeface="FreeSerif"/>
                <a:cs typeface="FreeSerif"/>
              </a:rPr>
              <a:t>Few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million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5">
                <a:solidFill>
                  <a:srgbClr val="585858"/>
                </a:solidFill>
                <a:latin typeface="FreeSerif"/>
                <a:cs typeface="FreeSerif"/>
              </a:rPr>
              <a:t>ﬁles,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5">
                <a:solidFill>
                  <a:srgbClr val="585858"/>
                </a:solidFill>
                <a:latin typeface="FreeSerif"/>
                <a:cs typeface="FreeSerif"/>
              </a:rPr>
              <a:t>typically</a:t>
            </a:r>
            <a:r>
              <a:rPr dirty="0" sz="1600" spc="-2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20">
                <a:solidFill>
                  <a:srgbClr val="585858"/>
                </a:solidFill>
                <a:latin typeface="FreeSerif"/>
                <a:cs typeface="FreeSerif"/>
              </a:rPr>
              <a:t>100MB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or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larger</a:t>
            </a:r>
            <a:endParaRPr sz="16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5" b="1">
                <a:latin typeface="FreeSerif"/>
                <a:cs typeface="FreeSerif"/>
              </a:rPr>
              <a:t>Typical</a:t>
            </a:r>
            <a:r>
              <a:rPr dirty="0" sz="2000" spc="-95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Workloads</a:t>
            </a:r>
            <a:endParaRPr sz="20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400"/>
              </a:spcBef>
              <a:tabLst>
                <a:tab pos="78359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③	</a:t>
            </a:r>
            <a:r>
              <a:rPr dirty="0" sz="1600" spc="30">
                <a:solidFill>
                  <a:srgbClr val="585858"/>
                </a:solidFill>
                <a:latin typeface="FreeSerif"/>
                <a:cs typeface="FreeSerif"/>
              </a:rPr>
              <a:t>Large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streaming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reads,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small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random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reads</a:t>
            </a:r>
            <a:endParaRPr sz="16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385"/>
              </a:spcBef>
              <a:tabLst>
                <a:tab pos="78359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④	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Sequential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writes,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append</a:t>
            </a:r>
            <a:r>
              <a:rPr dirty="0" sz="1600" spc="-2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data</a:t>
            </a:r>
            <a:endParaRPr sz="16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384"/>
              </a:spcBef>
              <a:tabLst>
                <a:tab pos="78359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⑤	</a:t>
            </a:r>
            <a:r>
              <a:rPr dirty="0" sz="1600" spc="25">
                <a:solidFill>
                  <a:srgbClr val="585858"/>
                </a:solidFill>
                <a:latin typeface="FreeSerif"/>
                <a:cs typeface="FreeSerif"/>
              </a:rPr>
              <a:t>Multiple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concurrent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clients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that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append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to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same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ﬁle</a:t>
            </a:r>
            <a:endParaRPr sz="1600">
              <a:latin typeface="FreeSerif"/>
              <a:cs typeface="FreeSerif"/>
            </a:endParaRPr>
          </a:p>
          <a:p>
            <a:pPr marL="281940">
              <a:lnSpc>
                <a:spcPct val="100000"/>
              </a:lnSpc>
              <a:spcBef>
                <a:spcPts val="385"/>
              </a:spcBef>
              <a:tabLst>
                <a:tab pos="783590" algn="l"/>
              </a:tabLst>
            </a:pPr>
            <a:r>
              <a:rPr dirty="0" sz="1600" spc="655">
                <a:solidFill>
                  <a:srgbClr val="002C85"/>
                </a:solidFill>
                <a:latin typeface="FreeSerif"/>
                <a:cs typeface="FreeSerif"/>
              </a:rPr>
              <a:t>⑥	</a:t>
            </a:r>
            <a:r>
              <a:rPr dirty="0" sz="1600" spc="15">
                <a:solidFill>
                  <a:srgbClr val="585858"/>
                </a:solidFill>
                <a:latin typeface="FreeSerif"/>
                <a:cs typeface="FreeSerif"/>
              </a:rPr>
              <a:t>High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sustained</a:t>
            </a:r>
            <a:r>
              <a:rPr dirty="0" sz="1600" spc="-2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bandwidth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more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important</a:t>
            </a:r>
            <a:r>
              <a:rPr dirty="0" sz="1600" spc="-2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than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low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latency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1443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95">
                <a:solidFill>
                  <a:srgbClr val="0E1745"/>
                </a:solidFill>
              </a:rPr>
              <a:t>Assumptions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1425575" y="4371803"/>
            <a:ext cx="57086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200">
                <a:solidFill>
                  <a:srgbClr val="FFFFFF"/>
                </a:solidFill>
                <a:latin typeface="FreeSerif"/>
                <a:cs typeface="FreeSerif"/>
              </a:rPr>
              <a:t>C</a:t>
            </a:r>
            <a:r>
              <a:rPr dirty="0" sz="1800" spc="5">
                <a:solidFill>
                  <a:srgbClr val="FFFFFF"/>
                </a:solidFill>
                <a:latin typeface="FreeSerif"/>
                <a:cs typeface="FreeSerif"/>
              </a:rPr>
              <a:t>l</a:t>
            </a:r>
            <a:r>
              <a:rPr dirty="0" sz="1800" spc="10">
                <a:solidFill>
                  <a:srgbClr val="FFFFFF"/>
                </a:solidFill>
                <a:latin typeface="FreeSerif"/>
                <a:cs typeface="FreeSerif"/>
              </a:rPr>
              <a:t>i</a:t>
            </a:r>
            <a:r>
              <a:rPr dirty="0" sz="1800" spc="100">
                <a:solidFill>
                  <a:srgbClr val="FFFFFF"/>
                </a:solidFill>
                <a:latin typeface="FreeSerif"/>
                <a:cs typeface="FreeSerif"/>
              </a:rPr>
              <a:t>ent</a:t>
            </a:r>
            <a:endParaRPr sz="1800">
              <a:latin typeface="FreeSerif"/>
              <a:cs typeface="Free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13980" y="4387532"/>
            <a:ext cx="1016635" cy="407034"/>
            <a:chOff x="1113980" y="4387532"/>
            <a:chExt cx="1016635" cy="407034"/>
          </a:xfrm>
        </p:grpSpPr>
        <p:sp>
          <p:nvSpPr>
            <p:cNvPr id="16" name="object 16"/>
            <p:cNvSpPr/>
            <p:nvPr/>
          </p:nvSpPr>
          <p:spPr>
            <a:xfrm>
              <a:off x="1126997" y="4400550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26997" y="4400550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0" y="381000"/>
                  </a:moveTo>
                  <a:lnTo>
                    <a:pt x="990600" y="3810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36294" y="4459687"/>
            <a:ext cx="57086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200">
                <a:solidFill>
                  <a:srgbClr val="FFFFFF"/>
                </a:solidFill>
                <a:latin typeface="FreeSerif"/>
                <a:cs typeface="FreeSerif"/>
              </a:rPr>
              <a:t>C</a:t>
            </a:r>
            <a:r>
              <a:rPr dirty="0" sz="1800" spc="5">
                <a:solidFill>
                  <a:srgbClr val="FFFFFF"/>
                </a:solidFill>
                <a:latin typeface="FreeSerif"/>
                <a:cs typeface="FreeSerif"/>
              </a:rPr>
              <a:t>l</a:t>
            </a:r>
            <a:r>
              <a:rPr dirty="0" sz="1800" spc="10">
                <a:solidFill>
                  <a:srgbClr val="FFFFFF"/>
                </a:solidFill>
                <a:latin typeface="FreeSerif"/>
                <a:cs typeface="FreeSerif"/>
              </a:rPr>
              <a:t>i</a:t>
            </a:r>
            <a:r>
              <a:rPr dirty="0" sz="1800" spc="100">
                <a:solidFill>
                  <a:srgbClr val="FFFFFF"/>
                </a:solidFill>
                <a:latin typeface="FreeSerif"/>
                <a:cs typeface="FreeSerif"/>
              </a:rPr>
              <a:t>ent</a:t>
            </a:r>
            <a:endParaRPr sz="1800">
              <a:latin typeface="FreeSerif"/>
              <a:cs typeface="Free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25588" y="4475924"/>
            <a:ext cx="1016635" cy="407034"/>
            <a:chOff x="1025588" y="4475924"/>
            <a:chExt cx="1016635" cy="407034"/>
          </a:xfrm>
        </p:grpSpPr>
        <p:sp>
          <p:nvSpPr>
            <p:cNvPr id="20" name="object 20"/>
            <p:cNvSpPr/>
            <p:nvPr/>
          </p:nvSpPr>
          <p:spPr>
            <a:xfrm>
              <a:off x="1038605" y="4488941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990600" y="380999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38605" y="4488941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0" y="380999"/>
                  </a:moveTo>
                  <a:lnTo>
                    <a:pt x="990600" y="380999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46936" y="4547444"/>
            <a:ext cx="57086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200">
                <a:solidFill>
                  <a:srgbClr val="FFFFFF"/>
                </a:solidFill>
                <a:latin typeface="FreeSerif"/>
                <a:cs typeface="FreeSerif"/>
              </a:rPr>
              <a:t>C</a:t>
            </a:r>
            <a:r>
              <a:rPr dirty="0" sz="1800" spc="5">
                <a:solidFill>
                  <a:srgbClr val="FFFFFF"/>
                </a:solidFill>
                <a:latin typeface="FreeSerif"/>
                <a:cs typeface="FreeSerif"/>
              </a:rPr>
              <a:t>l</a:t>
            </a:r>
            <a:r>
              <a:rPr dirty="0" sz="1800" spc="10">
                <a:solidFill>
                  <a:srgbClr val="FFFFFF"/>
                </a:solidFill>
                <a:latin typeface="FreeSerif"/>
                <a:cs typeface="FreeSerif"/>
              </a:rPr>
              <a:t>i</a:t>
            </a:r>
            <a:r>
              <a:rPr dirty="0" sz="1800" spc="100">
                <a:solidFill>
                  <a:srgbClr val="FFFFFF"/>
                </a:solidFill>
                <a:latin typeface="FreeSerif"/>
                <a:cs typeface="FreeSerif"/>
              </a:rPr>
              <a:t>ent</a:t>
            </a:r>
            <a:endParaRPr sz="1800">
              <a:latin typeface="FreeSerif"/>
              <a:cs typeface="Free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7280" y="4651184"/>
            <a:ext cx="1016635" cy="407034"/>
            <a:chOff x="847280" y="4651184"/>
            <a:chExt cx="1016635" cy="407034"/>
          </a:xfrm>
        </p:grpSpPr>
        <p:sp>
          <p:nvSpPr>
            <p:cNvPr id="24" name="object 24"/>
            <p:cNvSpPr/>
            <p:nvPr/>
          </p:nvSpPr>
          <p:spPr>
            <a:xfrm>
              <a:off x="860297" y="4664201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0297" y="4664201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0" y="381000"/>
                  </a:moveTo>
                  <a:lnTo>
                    <a:pt x="990600" y="3810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68324" y="4722958"/>
            <a:ext cx="57086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200">
                <a:solidFill>
                  <a:srgbClr val="FFFFFF"/>
                </a:solidFill>
                <a:latin typeface="FreeSerif"/>
                <a:cs typeface="FreeSerif"/>
              </a:rPr>
              <a:t>C</a:t>
            </a:r>
            <a:r>
              <a:rPr dirty="0" sz="1800" spc="5">
                <a:solidFill>
                  <a:srgbClr val="FFFFFF"/>
                </a:solidFill>
                <a:latin typeface="FreeSerif"/>
                <a:cs typeface="FreeSerif"/>
              </a:rPr>
              <a:t>l</a:t>
            </a:r>
            <a:r>
              <a:rPr dirty="0" sz="1800" spc="10">
                <a:solidFill>
                  <a:srgbClr val="FFFFFF"/>
                </a:solidFill>
                <a:latin typeface="FreeSerif"/>
                <a:cs typeface="FreeSerif"/>
              </a:rPr>
              <a:t>i</a:t>
            </a:r>
            <a:r>
              <a:rPr dirty="0" sz="1800" spc="100">
                <a:solidFill>
                  <a:srgbClr val="FFFFFF"/>
                </a:solidFill>
                <a:latin typeface="FreeSerif"/>
                <a:cs typeface="FreeSerif"/>
              </a:rPr>
              <a:t>ent</a:t>
            </a:r>
            <a:endParaRPr sz="1800">
              <a:latin typeface="FreeSerif"/>
              <a:cs typeface="Free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7364" y="4066032"/>
            <a:ext cx="7704455" cy="1257935"/>
            <a:chOff x="757364" y="4066032"/>
            <a:chExt cx="7704455" cy="1257935"/>
          </a:xfrm>
        </p:grpSpPr>
        <p:sp>
          <p:nvSpPr>
            <p:cNvPr id="28" name="object 28"/>
            <p:cNvSpPr/>
            <p:nvPr/>
          </p:nvSpPr>
          <p:spPr>
            <a:xfrm>
              <a:off x="770381" y="4751070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990600" y="380999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818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0381" y="4751070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0" y="380999"/>
                  </a:moveTo>
                  <a:lnTo>
                    <a:pt x="990600" y="380999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87473" y="4720590"/>
              <a:ext cx="113030" cy="118110"/>
            </a:xfrm>
            <a:custGeom>
              <a:avLst/>
              <a:gdLst/>
              <a:ahLst/>
              <a:cxnLst/>
              <a:rect l="l" t="t" r="r" b="b"/>
              <a:pathLst>
                <a:path w="113030" h="118110">
                  <a:moveTo>
                    <a:pt x="0" y="118110"/>
                  </a:moveTo>
                  <a:lnTo>
                    <a:pt x="112902" y="0"/>
                  </a:lnTo>
                </a:path>
              </a:pathLst>
            </a:custGeom>
            <a:ln w="3200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618731" y="4358640"/>
              <a:ext cx="685800" cy="685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96328" y="4358640"/>
              <a:ext cx="685800" cy="685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775447" y="4358640"/>
              <a:ext cx="685800" cy="685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220711" y="409194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9" y="0"/>
                  </a:moveTo>
                  <a:lnTo>
                    <a:pt x="0" y="68580"/>
                  </a:lnTo>
                  <a:lnTo>
                    <a:pt x="134112" y="147828"/>
                  </a:lnTo>
                  <a:lnTo>
                    <a:pt x="88519" y="171196"/>
                  </a:lnTo>
                  <a:lnTo>
                    <a:pt x="215519" y="246761"/>
                  </a:lnTo>
                  <a:lnTo>
                    <a:pt x="176657" y="263144"/>
                  </a:lnTo>
                  <a:lnTo>
                    <a:pt x="381000" y="381000"/>
                  </a:lnTo>
                  <a:lnTo>
                    <a:pt x="260477" y="227076"/>
                  </a:lnTo>
                  <a:lnTo>
                    <a:pt x="292354" y="211836"/>
                  </a:lnTo>
                  <a:lnTo>
                    <a:pt x="194945" y="119887"/>
                  </a:lnTo>
                  <a:lnTo>
                    <a:pt x="226822" y="107187"/>
                  </a:lnTo>
                  <a:lnTo>
                    <a:pt x="1494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220711" y="409194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9" y="0"/>
                  </a:moveTo>
                  <a:lnTo>
                    <a:pt x="226822" y="107187"/>
                  </a:lnTo>
                  <a:lnTo>
                    <a:pt x="194945" y="119887"/>
                  </a:lnTo>
                  <a:lnTo>
                    <a:pt x="292354" y="211836"/>
                  </a:lnTo>
                  <a:lnTo>
                    <a:pt x="260477" y="227076"/>
                  </a:lnTo>
                  <a:lnTo>
                    <a:pt x="381000" y="381000"/>
                  </a:lnTo>
                  <a:lnTo>
                    <a:pt x="176657" y="263144"/>
                  </a:lnTo>
                  <a:lnTo>
                    <a:pt x="215519" y="246761"/>
                  </a:lnTo>
                  <a:lnTo>
                    <a:pt x="88519" y="171196"/>
                  </a:lnTo>
                  <a:lnTo>
                    <a:pt x="134112" y="147828"/>
                  </a:lnTo>
                  <a:lnTo>
                    <a:pt x="0" y="68580"/>
                  </a:lnTo>
                  <a:lnTo>
                    <a:pt x="149479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18120" y="407365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8" y="0"/>
                  </a:moveTo>
                  <a:lnTo>
                    <a:pt x="0" y="68580"/>
                  </a:lnTo>
                  <a:lnTo>
                    <a:pt x="134111" y="147828"/>
                  </a:lnTo>
                  <a:lnTo>
                    <a:pt x="88519" y="171196"/>
                  </a:lnTo>
                  <a:lnTo>
                    <a:pt x="215519" y="246761"/>
                  </a:lnTo>
                  <a:lnTo>
                    <a:pt x="176656" y="263144"/>
                  </a:lnTo>
                  <a:lnTo>
                    <a:pt x="381000" y="381000"/>
                  </a:lnTo>
                  <a:lnTo>
                    <a:pt x="260476" y="227075"/>
                  </a:lnTo>
                  <a:lnTo>
                    <a:pt x="292353" y="211836"/>
                  </a:lnTo>
                  <a:lnTo>
                    <a:pt x="194945" y="119887"/>
                  </a:lnTo>
                  <a:lnTo>
                    <a:pt x="226822" y="107187"/>
                  </a:lnTo>
                  <a:lnTo>
                    <a:pt x="14947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818120" y="407365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49478" y="0"/>
                  </a:moveTo>
                  <a:lnTo>
                    <a:pt x="226822" y="107187"/>
                  </a:lnTo>
                  <a:lnTo>
                    <a:pt x="194945" y="119887"/>
                  </a:lnTo>
                  <a:lnTo>
                    <a:pt x="292353" y="211836"/>
                  </a:lnTo>
                  <a:lnTo>
                    <a:pt x="260476" y="227075"/>
                  </a:lnTo>
                  <a:lnTo>
                    <a:pt x="381000" y="381000"/>
                  </a:lnTo>
                  <a:lnTo>
                    <a:pt x="176656" y="263144"/>
                  </a:lnTo>
                  <a:lnTo>
                    <a:pt x="215519" y="246761"/>
                  </a:lnTo>
                  <a:lnTo>
                    <a:pt x="88519" y="171196"/>
                  </a:lnTo>
                  <a:lnTo>
                    <a:pt x="134111" y="147828"/>
                  </a:lnTo>
                  <a:lnTo>
                    <a:pt x="0" y="68580"/>
                  </a:lnTo>
                  <a:lnTo>
                    <a:pt x="149478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347716" y="4085844"/>
              <a:ext cx="917448" cy="9174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42560" y="4184904"/>
              <a:ext cx="915924" cy="917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135880" y="4283964"/>
              <a:ext cx="917448" cy="917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030723" y="4383024"/>
              <a:ext cx="917448" cy="9174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416301" y="4249674"/>
              <a:ext cx="2651760" cy="1061085"/>
            </a:xfrm>
            <a:custGeom>
              <a:avLst/>
              <a:gdLst/>
              <a:ahLst/>
              <a:cxnLst/>
              <a:rect l="l" t="t" r="r" b="b"/>
              <a:pathLst>
                <a:path w="2651760" h="1061085">
                  <a:moveTo>
                    <a:pt x="2266442" y="0"/>
                  </a:moveTo>
                  <a:lnTo>
                    <a:pt x="2266442" y="265175"/>
                  </a:lnTo>
                  <a:lnTo>
                    <a:pt x="385318" y="265175"/>
                  </a:lnTo>
                  <a:lnTo>
                    <a:pt x="385318" y="0"/>
                  </a:lnTo>
                  <a:lnTo>
                    <a:pt x="0" y="530351"/>
                  </a:lnTo>
                  <a:lnTo>
                    <a:pt x="385318" y="1060704"/>
                  </a:lnTo>
                  <a:lnTo>
                    <a:pt x="385318" y="795527"/>
                  </a:lnTo>
                  <a:lnTo>
                    <a:pt x="2266442" y="795527"/>
                  </a:lnTo>
                  <a:lnTo>
                    <a:pt x="2266442" y="1060704"/>
                  </a:lnTo>
                  <a:lnTo>
                    <a:pt x="2651760" y="530351"/>
                  </a:lnTo>
                  <a:lnTo>
                    <a:pt x="2266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16301" y="4249674"/>
              <a:ext cx="2651760" cy="1061085"/>
            </a:xfrm>
            <a:custGeom>
              <a:avLst/>
              <a:gdLst/>
              <a:ahLst/>
              <a:cxnLst/>
              <a:rect l="l" t="t" r="r" b="b"/>
              <a:pathLst>
                <a:path w="2651760" h="1061085">
                  <a:moveTo>
                    <a:pt x="0" y="530351"/>
                  </a:moveTo>
                  <a:lnTo>
                    <a:pt x="385318" y="0"/>
                  </a:lnTo>
                  <a:lnTo>
                    <a:pt x="385318" y="265175"/>
                  </a:lnTo>
                  <a:lnTo>
                    <a:pt x="2266442" y="265175"/>
                  </a:lnTo>
                  <a:lnTo>
                    <a:pt x="2266442" y="0"/>
                  </a:lnTo>
                  <a:lnTo>
                    <a:pt x="2651760" y="530351"/>
                  </a:lnTo>
                  <a:lnTo>
                    <a:pt x="2266442" y="1060704"/>
                  </a:lnTo>
                  <a:lnTo>
                    <a:pt x="2266442" y="795527"/>
                  </a:lnTo>
                  <a:lnTo>
                    <a:pt x="385318" y="795527"/>
                  </a:lnTo>
                  <a:lnTo>
                    <a:pt x="385318" y="1060704"/>
                  </a:lnTo>
                  <a:lnTo>
                    <a:pt x="0" y="530351"/>
                  </a:lnTo>
                  <a:close/>
                </a:path>
              </a:pathLst>
            </a:custGeom>
            <a:ln w="25907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50849" y="5470042"/>
            <a:ext cx="15430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00"/>
              </a:spcBef>
            </a:pPr>
            <a:r>
              <a:rPr dirty="0" sz="1400" spc="45" b="1" i="1">
                <a:latin typeface="Carlito"/>
                <a:cs typeface="Carlito"/>
              </a:rPr>
              <a:t>Sequential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55" b="1" i="1">
                <a:latin typeface="Carlito"/>
                <a:cs typeface="Carlito"/>
              </a:rPr>
              <a:t>I/O</a:t>
            </a:r>
            <a:r>
              <a:rPr dirty="0" sz="1400" spc="-30" b="1" i="1">
                <a:latin typeface="Carlito"/>
                <a:cs typeface="Carlito"/>
              </a:rPr>
              <a:t> </a:t>
            </a:r>
            <a:r>
              <a:rPr dirty="0" sz="1400" spc="60" b="1" i="1">
                <a:latin typeface="Carlito"/>
                <a:cs typeface="Carlito"/>
              </a:rPr>
              <a:t>Characteristics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66317" y="4181094"/>
            <a:ext cx="3852545" cy="905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929005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latin typeface="Noto Sans CJK JP Medium"/>
                <a:cs typeface="Noto Sans CJK JP Medium"/>
              </a:rPr>
              <a:t>⑥</a:t>
            </a:r>
            <a:endParaRPr sz="2000">
              <a:latin typeface="Noto Sans CJK JP Medium"/>
              <a:cs typeface="Noto Sans CJK JP Medium"/>
            </a:endParaRPr>
          </a:p>
          <a:p>
            <a:pPr marL="1567180">
              <a:lnSpc>
                <a:spcPts val="1410"/>
              </a:lnSpc>
              <a:spcBef>
                <a:spcPts val="1220"/>
              </a:spcBef>
            </a:pPr>
            <a:r>
              <a:rPr dirty="0" sz="1400" spc="70" b="1" i="1">
                <a:latin typeface="Carlito"/>
                <a:cs typeface="Carlito"/>
              </a:rPr>
              <a:t>High </a:t>
            </a:r>
            <a:r>
              <a:rPr dirty="0" sz="1400" spc="60" b="1" i="1">
                <a:latin typeface="Carlito"/>
                <a:cs typeface="Carlito"/>
              </a:rPr>
              <a:t>Bandwidth </a:t>
            </a:r>
            <a:r>
              <a:rPr dirty="0" sz="1400" i="1">
                <a:latin typeface="Caladea"/>
                <a:cs typeface="Caladea"/>
              </a:rPr>
              <a:t>&gt; </a:t>
            </a:r>
            <a:r>
              <a:rPr dirty="0" sz="1200" spc="-10" i="1">
                <a:latin typeface="Caladea"/>
                <a:cs typeface="Caladea"/>
              </a:rPr>
              <a:t>Low</a:t>
            </a:r>
            <a:r>
              <a:rPr dirty="0" sz="1200" spc="-180" i="1">
                <a:latin typeface="Caladea"/>
                <a:cs typeface="Caladea"/>
              </a:rPr>
              <a:t> </a:t>
            </a:r>
            <a:r>
              <a:rPr dirty="0" sz="1200" spc="-5" i="1">
                <a:latin typeface="Caladea"/>
                <a:cs typeface="Caladea"/>
              </a:rPr>
              <a:t>Latency</a:t>
            </a:r>
            <a:endParaRPr sz="1200">
              <a:latin typeface="Caladea"/>
              <a:cs typeface="Caladea"/>
            </a:endParaRPr>
          </a:p>
          <a:p>
            <a:pPr marL="12700">
              <a:lnSpc>
                <a:spcPts val="1889"/>
              </a:lnSpc>
            </a:pPr>
            <a:r>
              <a:rPr dirty="0" sz="1800" spc="20">
                <a:solidFill>
                  <a:srgbClr val="FFFFFF"/>
                </a:solidFill>
                <a:latin typeface="FreeSerif"/>
                <a:cs typeface="FreeSerif"/>
              </a:rPr>
              <a:t>Client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85519" y="5118303"/>
            <a:ext cx="87121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" b="0">
                <a:latin typeface="Noto Sans CJK JP Medium"/>
                <a:cs typeface="Noto Sans CJK JP Medium"/>
              </a:rPr>
              <a:t>③ ④</a:t>
            </a:r>
            <a:r>
              <a:rPr dirty="0" sz="2000" spc="-360" b="0">
                <a:latin typeface="Noto Sans CJK JP Medium"/>
                <a:cs typeface="Noto Sans CJK JP Medium"/>
              </a:rPr>
              <a:t> </a:t>
            </a:r>
            <a:r>
              <a:rPr dirty="0" sz="2000" spc="5" b="0">
                <a:latin typeface="Noto Sans CJK JP Medium"/>
                <a:cs typeface="Noto Sans CJK JP Medium"/>
              </a:rPr>
              <a:t>⑤</a:t>
            </a:r>
            <a:endParaRPr sz="2000">
              <a:latin typeface="Noto Sans CJK JP Medium"/>
              <a:cs typeface="Noto Sans CJK JP Medium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96785" y="5023484"/>
            <a:ext cx="12979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latin typeface="Noto Sans CJK JP Medium"/>
                <a:cs typeface="Noto Sans CJK JP Medium"/>
              </a:rPr>
              <a:t>① </a:t>
            </a:r>
            <a:r>
              <a:rPr dirty="0" baseline="1543" sz="2700" spc="37" b="1" i="1">
                <a:latin typeface="Carlito"/>
                <a:cs typeface="Carlito"/>
              </a:rPr>
              <a:t>Often</a:t>
            </a:r>
            <a:r>
              <a:rPr dirty="0" baseline="1543" sz="2700" spc="-450" b="1" i="1">
                <a:latin typeface="Carlito"/>
                <a:cs typeface="Carlito"/>
              </a:rPr>
              <a:t> </a:t>
            </a:r>
            <a:r>
              <a:rPr dirty="0" baseline="1543" sz="2700" spc="120" b="1" i="1">
                <a:latin typeface="Carlito"/>
                <a:cs typeface="Carlito"/>
              </a:rPr>
              <a:t>Fail</a:t>
            </a:r>
            <a:endParaRPr baseline="1543" sz="2700">
              <a:latin typeface="Carlito"/>
              <a:cs typeface="Carli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55209" y="5181727"/>
            <a:ext cx="12426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5" b="0">
                <a:latin typeface="Noto Sans CJK JP Medium"/>
                <a:cs typeface="Noto Sans CJK JP Medium"/>
              </a:rPr>
              <a:t>②</a:t>
            </a:r>
            <a:r>
              <a:rPr dirty="0" sz="1800" spc="105" b="1" i="1">
                <a:latin typeface="Carlito"/>
                <a:cs typeface="Carlito"/>
              </a:rPr>
              <a:t>100 </a:t>
            </a:r>
            <a:r>
              <a:rPr dirty="0" sz="1800" spc="5" b="1" i="1">
                <a:latin typeface="Carlito"/>
                <a:cs typeface="Carlito"/>
              </a:rPr>
              <a:t>MB</a:t>
            </a:r>
            <a:r>
              <a:rPr dirty="0" sz="1800" spc="-215" b="1" i="1">
                <a:latin typeface="Carlito"/>
                <a:cs typeface="Carlito"/>
              </a:rPr>
              <a:t> </a:t>
            </a:r>
            <a:r>
              <a:rPr dirty="0" sz="1800" spc="130" b="1" i="1">
                <a:latin typeface="Carlito"/>
                <a:cs typeface="Carlito"/>
              </a:rPr>
              <a:t>~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43778" y="4720590"/>
            <a:ext cx="113030" cy="118110"/>
          </a:xfrm>
          <a:custGeom>
            <a:avLst/>
            <a:gdLst/>
            <a:ahLst/>
            <a:cxnLst/>
            <a:rect l="l" t="t" r="r" b="b"/>
            <a:pathLst>
              <a:path w="113029" h="118110">
                <a:moveTo>
                  <a:pt x="0" y="118110"/>
                </a:moveTo>
                <a:lnTo>
                  <a:pt x="112902" y="0"/>
                </a:lnTo>
              </a:path>
            </a:pathLst>
          </a:custGeom>
          <a:ln w="3200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649"/>
            <a:ext cx="4330700" cy="143637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40" b="1">
                <a:latin typeface="FreeSerif"/>
                <a:cs typeface="FreeSerif"/>
              </a:rPr>
              <a:t>A </a:t>
            </a:r>
            <a:r>
              <a:rPr dirty="0" sz="2000" spc="-170" b="1">
                <a:latin typeface="FreeSerif"/>
                <a:cs typeface="FreeSerif"/>
              </a:rPr>
              <a:t>GFS </a:t>
            </a:r>
            <a:r>
              <a:rPr dirty="0" sz="2000" spc="80" b="1">
                <a:latin typeface="FreeSerif"/>
                <a:cs typeface="FreeSerif"/>
              </a:rPr>
              <a:t>cluster </a:t>
            </a:r>
            <a:r>
              <a:rPr dirty="0" sz="2000" spc="85" b="1">
                <a:latin typeface="FreeSerif"/>
                <a:cs typeface="FreeSerif"/>
              </a:rPr>
              <a:t>consists </a:t>
            </a:r>
            <a:r>
              <a:rPr dirty="0" sz="2000" b="1">
                <a:latin typeface="FreeSerif"/>
                <a:cs typeface="FreeSerif"/>
              </a:rPr>
              <a:t>of</a:t>
            </a:r>
            <a:r>
              <a:rPr dirty="0" sz="2000" spc="-265" b="1">
                <a:latin typeface="FreeSerif"/>
                <a:cs typeface="FreeSerif"/>
              </a:rPr>
              <a:t> </a:t>
            </a:r>
            <a:r>
              <a:rPr dirty="0" sz="2000" spc="-40" b="1">
                <a:latin typeface="FreeSerif"/>
                <a:cs typeface="FreeSerif"/>
              </a:rPr>
              <a:t>...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-10" i="1">
                <a:solidFill>
                  <a:srgbClr val="C00000"/>
                </a:solidFill>
                <a:latin typeface="Caladea"/>
                <a:cs typeface="Caladea"/>
              </a:rPr>
              <a:t>Single </a:t>
            </a:r>
            <a:r>
              <a:rPr dirty="0" sz="1900" spc="-110">
                <a:solidFill>
                  <a:srgbClr val="C00000"/>
                </a:solidFill>
                <a:latin typeface="FreeSerif"/>
                <a:cs typeface="FreeSerif"/>
              </a:rPr>
              <a:t>GFS </a:t>
            </a:r>
            <a:r>
              <a:rPr dirty="0" sz="1900" spc="95">
                <a:solidFill>
                  <a:srgbClr val="C00000"/>
                </a:solidFill>
                <a:latin typeface="FreeSerif"/>
                <a:cs typeface="FreeSerif"/>
              </a:rPr>
              <a:t>master </a:t>
            </a:r>
            <a:r>
              <a:rPr dirty="0" sz="1600" spc="65">
                <a:solidFill>
                  <a:srgbClr val="C00000"/>
                </a:solidFill>
                <a:latin typeface="FreeSerif"/>
                <a:cs typeface="FreeSerif"/>
              </a:rPr>
              <a:t>(design</a:t>
            </a:r>
            <a:r>
              <a:rPr dirty="0" sz="1600" spc="-175">
                <a:solidFill>
                  <a:srgbClr val="C00000"/>
                </a:solidFill>
                <a:latin typeface="FreeSerif"/>
                <a:cs typeface="FreeSerif"/>
              </a:rPr>
              <a:t> </a:t>
            </a:r>
            <a:r>
              <a:rPr dirty="0" sz="1600" spc="35">
                <a:solidFill>
                  <a:srgbClr val="C00000"/>
                </a:solidFill>
                <a:latin typeface="FreeSerif"/>
                <a:cs typeface="FreeSerif"/>
              </a:rPr>
              <a:t>simplification)</a:t>
            </a:r>
            <a:endParaRPr sz="16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-5" i="1">
                <a:solidFill>
                  <a:srgbClr val="006FC0"/>
                </a:solidFill>
                <a:latin typeface="Caladea"/>
                <a:cs typeface="Caladea"/>
              </a:rPr>
              <a:t>Multiple </a:t>
            </a:r>
            <a:r>
              <a:rPr dirty="0" sz="1900" spc="-110">
                <a:solidFill>
                  <a:srgbClr val="006FC0"/>
                </a:solidFill>
                <a:latin typeface="FreeSerif"/>
                <a:cs typeface="FreeSerif"/>
              </a:rPr>
              <a:t>GFS</a:t>
            </a:r>
            <a:r>
              <a:rPr dirty="0" sz="1900" spc="-75">
                <a:solidFill>
                  <a:srgbClr val="006FC0"/>
                </a:solidFill>
                <a:latin typeface="FreeSerif"/>
                <a:cs typeface="FreeSerif"/>
              </a:rPr>
              <a:t> </a:t>
            </a:r>
            <a:r>
              <a:rPr dirty="0" sz="1900" spc="80">
                <a:solidFill>
                  <a:srgbClr val="006FC0"/>
                </a:solidFill>
                <a:latin typeface="FreeSerif"/>
                <a:cs typeface="FreeSerif"/>
              </a:rPr>
              <a:t>chunkservers</a:t>
            </a:r>
            <a:endParaRPr sz="19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5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-5" i="1">
                <a:solidFill>
                  <a:srgbClr val="555A3B"/>
                </a:solidFill>
                <a:latin typeface="Caladea"/>
                <a:cs typeface="Caladea"/>
              </a:rPr>
              <a:t>Multiple </a:t>
            </a:r>
            <a:r>
              <a:rPr dirty="0" sz="1900" spc="-110">
                <a:solidFill>
                  <a:srgbClr val="555A3B"/>
                </a:solidFill>
                <a:latin typeface="FreeSerif"/>
                <a:cs typeface="FreeSerif"/>
              </a:rPr>
              <a:t>GFS</a:t>
            </a:r>
            <a:r>
              <a:rPr dirty="0" sz="1900" spc="-70">
                <a:solidFill>
                  <a:srgbClr val="555A3B"/>
                </a:solidFill>
                <a:latin typeface="FreeSerif"/>
                <a:cs typeface="FreeSerif"/>
              </a:rPr>
              <a:t> </a:t>
            </a:r>
            <a:r>
              <a:rPr dirty="0" sz="1900" spc="60">
                <a:solidFill>
                  <a:srgbClr val="555A3B"/>
                </a:solidFill>
                <a:latin typeface="FreeSerif"/>
                <a:cs typeface="FreeSerif"/>
              </a:rPr>
              <a:t>clients</a:t>
            </a:r>
            <a:endParaRPr sz="1900">
              <a:latin typeface="FreeSerif"/>
              <a:cs typeface="Free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836" y="165354"/>
            <a:ext cx="401510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0">
                <a:solidFill>
                  <a:srgbClr val="0E1745"/>
                </a:solidFill>
              </a:rPr>
              <a:t>Overall </a:t>
            </a:r>
            <a:r>
              <a:rPr dirty="0" sz="2800" spc="-240">
                <a:solidFill>
                  <a:srgbClr val="0E1745"/>
                </a:solidFill>
              </a:rPr>
              <a:t>GFS</a:t>
            </a:r>
            <a:r>
              <a:rPr dirty="0" sz="2800" spc="-295">
                <a:solidFill>
                  <a:srgbClr val="0E1745"/>
                </a:solidFill>
              </a:rPr>
              <a:t> </a:t>
            </a:r>
            <a:r>
              <a:rPr dirty="0" sz="2800" spc="75">
                <a:solidFill>
                  <a:srgbClr val="0E1745"/>
                </a:solidFill>
              </a:rPr>
              <a:t>Architecture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754623" y="2139695"/>
            <a:ext cx="2400300" cy="1125220"/>
            <a:chOff x="5754623" y="2139695"/>
            <a:chExt cx="2400300" cy="1125220"/>
          </a:xfrm>
        </p:grpSpPr>
        <p:sp>
          <p:nvSpPr>
            <p:cNvPr id="5" name="object 5"/>
            <p:cNvSpPr/>
            <p:nvPr/>
          </p:nvSpPr>
          <p:spPr>
            <a:xfrm>
              <a:off x="5754623" y="2139695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30823" y="2461259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754623" y="2139695"/>
            <a:ext cx="2400300" cy="112522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648335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54623" y="3685032"/>
            <a:ext cx="2400300" cy="873760"/>
            <a:chOff x="5754623" y="3685032"/>
            <a:chExt cx="2400300" cy="873760"/>
          </a:xfrm>
        </p:grpSpPr>
        <p:sp>
          <p:nvSpPr>
            <p:cNvPr id="9" name="object 9"/>
            <p:cNvSpPr/>
            <p:nvPr/>
          </p:nvSpPr>
          <p:spPr>
            <a:xfrm>
              <a:off x="5754623" y="3685032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30823" y="4017264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754623" y="3685032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54623" y="4668011"/>
            <a:ext cx="2400300" cy="873760"/>
            <a:chOff x="5754623" y="4668011"/>
            <a:chExt cx="2400300" cy="873760"/>
          </a:xfrm>
        </p:grpSpPr>
        <p:sp>
          <p:nvSpPr>
            <p:cNvPr id="13" name="object 13"/>
            <p:cNvSpPr/>
            <p:nvPr/>
          </p:nvSpPr>
          <p:spPr>
            <a:xfrm>
              <a:off x="5754623" y="46680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30823" y="5000243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54623" y="466801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54623" y="5650991"/>
            <a:ext cx="2400300" cy="873760"/>
            <a:chOff x="5754623" y="5650991"/>
            <a:chExt cx="2400300" cy="873760"/>
          </a:xfrm>
        </p:grpSpPr>
        <p:sp>
          <p:nvSpPr>
            <p:cNvPr id="17" name="object 17"/>
            <p:cNvSpPr/>
            <p:nvPr/>
          </p:nvSpPr>
          <p:spPr>
            <a:xfrm>
              <a:off x="5754623" y="565099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59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5983223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754623" y="565099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4289" y="3252679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88009" y="3799160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8415" y="3379425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6139" y="3925906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2591" y="3505881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50315" y="4052779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19911" y="3040379"/>
          <a:ext cx="2045970" cy="1484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70"/>
                <a:gridCol w="161290"/>
                <a:gridCol w="307975"/>
                <a:gridCol w="1094105"/>
                <a:gridCol w="115569"/>
                <a:gridCol w="115570"/>
                <a:gridCol w="115569"/>
              </a:tblGrid>
              <a:tr h="126492">
                <a:tc gridSpan="3"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6491"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264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95656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2649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4604">
                        <a:lnSpc>
                          <a:spcPts val="1375"/>
                        </a:lnSpc>
                      </a:pPr>
                      <a:r>
                        <a:rPr dirty="0" sz="1800" b="1" i="1">
                          <a:latin typeface="Carlito"/>
                          <a:cs typeface="Carlito"/>
                        </a:rPr>
                        <a:t>A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894"/>
                        </a:lnSpc>
                      </a:pPr>
                      <a:r>
                        <a:rPr dirty="0" sz="1800" spc="-5" b="1" i="1">
                          <a:latin typeface="Carlito"/>
                          <a:cs typeface="Carlito"/>
                        </a:rPr>
                        <a:t>pp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894"/>
                        </a:lnSpc>
                      </a:pPr>
                      <a:r>
                        <a:rPr dirty="0" sz="1800" spc="70" b="1" i="1">
                          <a:latin typeface="Carlito"/>
                          <a:cs typeface="Carlito"/>
                        </a:rPr>
                        <a:t>lication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</a:tr>
              <a:tr h="12649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</a:tr>
              <a:tr h="14630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18605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8CDB3"/>
                    </a:solidFill>
                  </a:tcPr>
                </a:tc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8CD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12649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8CDB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ts val="894"/>
                        </a:lnSpc>
                      </a:pPr>
                      <a:r>
                        <a:rPr dirty="0" sz="1800" spc="50" b="1" i="1">
                          <a:latin typeface="Carlito"/>
                          <a:cs typeface="Carlito"/>
                        </a:rPr>
                        <a:t>GFS</a:t>
                      </a:r>
                      <a:r>
                        <a:rPr dirty="0" sz="1800" spc="-30" b="1" i="1"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65" b="1" i="1">
                          <a:latin typeface="Carlito"/>
                          <a:cs typeface="Carlito"/>
                        </a:rPr>
                        <a:t>Client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649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8CDB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011161" y="6576821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399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2836164" y="2786379"/>
            <a:ext cx="2665730" cy="1163955"/>
            <a:chOff x="2836164" y="2786379"/>
            <a:chExt cx="2665730" cy="1163955"/>
          </a:xfrm>
        </p:grpSpPr>
        <p:sp>
          <p:nvSpPr>
            <p:cNvPr id="29" name="object 29"/>
            <p:cNvSpPr/>
            <p:nvPr/>
          </p:nvSpPr>
          <p:spPr>
            <a:xfrm>
              <a:off x="2839339" y="2822955"/>
              <a:ext cx="2659380" cy="1123950"/>
            </a:xfrm>
            <a:custGeom>
              <a:avLst/>
              <a:gdLst/>
              <a:ahLst/>
              <a:cxnLst/>
              <a:rect l="l" t="t" r="r" b="b"/>
              <a:pathLst>
                <a:path w="2659379" h="1123950">
                  <a:moveTo>
                    <a:pt x="2460879" y="0"/>
                  </a:moveTo>
                  <a:lnTo>
                    <a:pt x="2486660" y="73533"/>
                  </a:lnTo>
                  <a:lnTo>
                    <a:pt x="121158" y="903478"/>
                  </a:lnTo>
                  <a:lnTo>
                    <a:pt x="95377" y="829945"/>
                  </a:lnTo>
                  <a:lnTo>
                    <a:pt x="0" y="1028573"/>
                  </a:lnTo>
                  <a:lnTo>
                    <a:pt x="198500" y="1123950"/>
                  </a:lnTo>
                  <a:lnTo>
                    <a:pt x="172719" y="1050544"/>
                  </a:lnTo>
                  <a:lnTo>
                    <a:pt x="2538222" y="220599"/>
                  </a:lnTo>
                  <a:lnTo>
                    <a:pt x="2564003" y="294005"/>
                  </a:lnTo>
                  <a:lnTo>
                    <a:pt x="2659380" y="95504"/>
                  </a:lnTo>
                  <a:lnTo>
                    <a:pt x="246087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839339" y="2822955"/>
              <a:ext cx="2659380" cy="1123950"/>
            </a:xfrm>
            <a:custGeom>
              <a:avLst/>
              <a:gdLst/>
              <a:ahLst/>
              <a:cxnLst/>
              <a:rect l="l" t="t" r="r" b="b"/>
              <a:pathLst>
                <a:path w="2659379" h="1123950">
                  <a:moveTo>
                    <a:pt x="0" y="1028573"/>
                  </a:moveTo>
                  <a:lnTo>
                    <a:pt x="95377" y="829945"/>
                  </a:lnTo>
                  <a:lnTo>
                    <a:pt x="121158" y="903478"/>
                  </a:lnTo>
                  <a:lnTo>
                    <a:pt x="2486660" y="73533"/>
                  </a:lnTo>
                  <a:lnTo>
                    <a:pt x="2460879" y="0"/>
                  </a:lnTo>
                  <a:lnTo>
                    <a:pt x="2659380" y="95504"/>
                  </a:lnTo>
                  <a:lnTo>
                    <a:pt x="2564003" y="294005"/>
                  </a:lnTo>
                  <a:lnTo>
                    <a:pt x="2538222" y="220599"/>
                  </a:lnTo>
                  <a:lnTo>
                    <a:pt x="172719" y="1050544"/>
                  </a:lnTo>
                  <a:lnTo>
                    <a:pt x="198500" y="1123950"/>
                  </a:lnTo>
                  <a:lnTo>
                    <a:pt x="0" y="102857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8170" y="3412108"/>
              <a:ext cx="264160" cy="186055"/>
            </a:xfrm>
            <a:custGeom>
              <a:avLst/>
              <a:gdLst/>
              <a:ahLst/>
              <a:cxnLst/>
              <a:rect l="l" t="t" r="r" b="b"/>
              <a:pathLst>
                <a:path w="264160" h="186054">
                  <a:moveTo>
                    <a:pt x="30481" y="53466"/>
                  </a:moveTo>
                  <a:lnTo>
                    <a:pt x="6477" y="53466"/>
                  </a:lnTo>
                  <a:lnTo>
                    <a:pt x="8381" y="54228"/>
                  </a:lnTo>
                  <a:lnTo>
                    <a:pt x="10160" y="54863"/>
                  </a:lnTo>
                  <a:lnTo>
                    <a:pt x="11684" y="56768"/>
                  </a:lnTo>
                  <a:lnTo>
                    <a:pt x="12700" y="59816"/>
                  </a:lnTo>
                  <a:lnTo>
                    <a:pt x="13969" y="63373"/>
                  </a:lnTo>
                  <a:lnTo>
                    <a:pt x="15112" y="68579"/>
                  </a:lnTo>
                  <a:lnTo>
                    <a:pt x="15890" y="75437"/>
                  </a:lnTo>
                  <a:lnTo>
                    <a:pt x="25400" y="152780"/>
                  </a:lnTo>
                  <a:lnTo>
                    <a:pt x="26669" y="163829"/>
                  </a:lnTo>
                  <a:lnTo>
                    <a:pt x="26723" y="167258"/>
                  </a:lnTo>
                  <a:lnTo>
                    <a:pt x="26797" y="168655"/>
                  </a:lnTo>
                  <a:lnTo>
                    <a:pt x="26669" y="170687"/>
                  </a:lnTo>
                  <a:lnTo>
                    <a:pt x="19938" y="180720"/>
                  </a:lnTo>
                  <a:lnTo>
                    <a:pt x="20574" y="185674"/>
                  </a:lnTo>
                  <a:lnTo>
                    <a:pt x="58928" y="172212"/>
                  </a:lnTo>
                  <a:lnTo>
                    <a:pt x="58439" y="168401"/>
                  </a:lnTo>
                  <a:lnTo>
                    <a:pt x="51435" y="168401"/>
                  </a:lnTo>
                  <a:lnTo>
                    <a:pt x="50037" y="168275"/>
                  </a:lnTo>
                  <a:lnTo>
                    <a:pt x="48894" y="167893"/>
                  </a:lnTo>
                  <a:lnTo>
                    <a:pt x="46862" y="166115"/>
                  </a:lnTo>
                  <a:lnTo>
                    <a:pt x="45974" y="164718"/>
                  </a:lnTo>
                  <a:lnTo>
                    <a:pt x="45338" y="162813"/>
                  </a:lnTo>
                  <a:lnTo>
                    <a:pt x="44831" y="161416"/>
                  </a:lnTo>
                  <a:lnTo>
                    <a:pt x="44323" y="159638"/>
                  </a:lnTo>
                  <a:lnTo>
                    <a:pt x="43815" y="157733"/>
                  </a:lnTo>
                  <a:lnTo>
                    <a:pt x="43306" y="155701"/>
                  </a:lnTo>
                  <a:lnTo>
                    <a:pt x="43053" y="154050"/>
                  </a:lnTo>
                  <a:lnTo>
                    <a:pt x="42544" y="151256"/>
                  </a:lnTo>
                  <a:lnTo>
                    <a:pt x="42418" y="149605"/>
                  </a:lnTo>
                  <a:lnTo>
                    <a:pt x="37846" y="111887"/>
                  </a:lnTo>
                  <a:lnTo>
                    <a:pt x="59055" y="104393"/>
                  </a:lnTo>
                  <a:lnTo>
                    <a:pt x="61087" y="103886"/>
                  </a:lnTo>
                  <a:lnTo>
                    <a:pt x="78488" y="103886"/>
                  </a:lnTo>
                  <a:lnTo>
                    <a:pt x="78401" y="103124"/>
                  </a:lnTo>
                  <a:lnTo>
                    <a:pt x="36703" y="103124"/>
                  </a:lnTo>
                  <a:lnTo>
                    <a:pt x="30481" y="53466"/>
                  </a:lnTo>
                  <a:close/>
                </a:path>
                <a:path w="264160" h="186054">
                  <a:moveTo>
                    <a:pt x="58293" y="167258"/>
                  </a:moveTo>
                  <a:lnTo>
                    <a:pt x="55244" y="168020"/>
                  </a:lnTo>
                  <a:lnTo>
                    <a:pt x="52959" y="168401"/>
                  </a:lnTo>
                  <a:lnTo>
                    <a:pt x="58439" y="168401"/>
                  </a:lnTo>
                  <a:lnTo>
                    <a:pt x="58293" y="167258"/>
                  </a:lnTo>
                  <a:close/>
                </a:path>
                <a:path w="264160" h="186054">
                  <a:moveTo>
                    <a:pt x="78488" y="103886"/>
                  </a:moveTo>
                  <a:lnTo>
                    <a:pt x="63500" y="103886"/>
                  </a:lnTo>
                  <a:lnTo>
                    <a:pt x="64516" y="104139"/>
                  </a:lnTo>
                  <a:lnTo>
                    <a:pt x="66293" y="105410"/>
                  </a:lnTo>
                  <a:lnTo>
                    <a:pt x="71628" y="117982"/>
                  </a:lnTo>
                  <a:lnTo>
                    <a:pt x="79756" y="115062"/>
                  </a:lnTo>
                  <a:lnTo>
                    <a:pt x="78488" y="103886"/>
                  </a:lnTo>
                  <a:close/>
                </a:path>
                <a:path w="264160" h="186054">
                  <a:moveTo>
                    <a:pt x="74930" y="72516"/>
                  </a:moveTo>
                  <a:lnTo>
                    <a:pt x="66421" y="75437"/>
                  </a:lnTo>
                  <a:lnTo>
                    <a:pt x="65786" y="81025"/>
                  </a:lnTo>
                  <a:lnTo>
                    <a:pt x="65024" y="85089"/>
                  </a:lnTo>
                  <a:lnTo>
                    <a:pt x="36703" y="103124"/>
                  </a:lnTo>
                  <a:lnTo>
                    <a:pt x="78401" y="103124"/>
                  </a:lnTo>
                  <a:lnTo>
                    <a:pt x="74930" y="72516"/>
                  </a:lnTo>
                  <a:close/>
                </a:path>
                <a:path w="264160" h="186054">
                  <a:moveTo>
                    <a:pt x="84200" y="19938"/>
                  </a:moveTo>
                  <a:lnTo>
                    <a:pt x="0" y="49656"/>
                  </a:lnTo>
                  <a:lnTo>
                    <a:pt x="635" y="54610"/>
                  </a:lnTo>
                  <a:lnTo>
                    <a:pt x="3937" y="53720"/>
                  </a:lnTo>
                  <a:lnTo>
                    <a:pt x="6477" y="53466"/>
                  </a:lnTo>
                  <a:lnTo>
                    <a:pt x="30481" y="53466"/>
                  </a:lnTo>
                  <a:lnTo>
                    <a:pt x="29844" y="48387"/>
                  </a:lnTo>
                  <a:lnTo>
                    <a:pt x="60832" y="37464"/>
                  </a:lnTo>
                  <a:lnTo>
                    <a:pt x="62611" y="36956"/>
                  </a:lnTo>
                  <a:lnTo>
                    <a:pt x="64007" y="36829"/>
                  </a:lnTo>
                  <a:lnTo>
                    <a:pt x="65278" y="36575"/>
                  </a:lnTo>
                  <a:lnTo>
                    <a:pt x="86178" y="36575"/>
                  </a:lnTo>
                  <a:lnTo>
                    <a:pt x="84200" y="19938"/>
                  </a:lnTo>
                  <a:close/>
                </a:path>
                <a:path w="264160" h="186054">
                  <a:moveTo>
                    <a:pt x="86178" y="36575"/>
                  </a:moveTo>
                  <a:lnTo>
                    <a:pt x="65278" y="36575"/>
                  </a:lnTo>
                  <a:lnTo>
                    <a:pt x="66421" y="36702"/>
                  </a:lnTo>
                  <a:lnTo>
                    <a:pt x="68453" y="37211"/>
                  </a:lnTo>
                  <a:lnTo>
                    <a:pt x="69468" y="37973"/>
                  </a:lnTo>
                  <a:lnTo>
                    <a:pt x="71755" y="40004"/>
                  </a:lnTo>
                  <a:lnTo>
                    <a:pt x="72898" y="41655"/>
                  </a:lnTo>
                  <a:lnTo>
                    <a:pt x="74168" y="44068"/>
                  </a:lnTo>
                  <a:lnTo>
                    <a:pt x="75565" y="46354"/>
                  </a:lnTo>
                  <a:lnTo>
                    <a:pt x="78993" y="54101"/>
                  </a:lnTo>
                  <a:lnTo>
                    <a:pt x="87884" y="50926"/>
                  </a:lnTo>
                  <a:lnTo>
                    <a:pt x="86178" y="36575"/>
                  </a:lnTo>
                  <a:close/>
                </a:path>
                <a:path w="264160" h="186054">
                  <a:moveTo>
                    <a:pt x="152781" y="38480"/>
                  </a:moveTo>
                  <a:lnTo>
                    <a:pt x="146431" y="39242"/>
                  </a:lnTo>
                  <a:lnTo>
                    <a:pt x="132842" y="44068"/>
                  </a:lnTo>
                  <a:lnTo>
                    <a:pt x="127127" y="47370"/>
                  </a:lnTo>
                  <a:lnTo>
                    <a:pt x="122301" y="51815"/>
                  </a:lnTo>
                  <a:lnTo>
                    <a:pt x="117347" y="56261"/>
                  </a:lnTo>
                  <a:lnTo>
                    <a:pt x="113538" y="61467"/>
                  </a:lnTo>
                  <a:lnTo>
                    <a:pt x="110871" y="67563"/>
                  </a:lnTo>
                  <a:lnTo>
                    <a:pt x="108077" y="73787"/>
                  </a:lnTo>
                  <a:lnTo>
                    <a:pt x="106425" y="80390"/>
                  </a:lnTo>
                  <a:lnTo>
                    <a:pt x="105752" y="88340"/>
                  </a:lnTo>
                  <a:lnTo>
                    <a:pt x="105562" y="91186"/>
                  </a:lnTo>
                  <a:lnTo>
                    <a:pt x="105514" y="95250"/>
                  </a:lnTo>
                  <a:lnTo>
                    <a:pt x="105791" y="99949"/>
                  </a:lnTo>
                  <a:lnTo>
                    <a:pt x="106934" y="106806"/>
                  </a:lnTo>
                  <a:lnTo>
                    <a:pt x="107696" y="112267"/>
                  </a:lnTo>
                  <a:lnTo>
                    <a:pt x="132010" y="142992"/>
                  </a:lnTo>
                  <a:lnTo>
                    <a:pt x="138096" y="143716"/>
                  </a:lnTo>
                  <a:lnTo>
                    <a:pt x="144635" y="143130"/>
                  </a:lnTo>
                  <a:lnTo>
                    <a:pt x="151638" y="141224"/>
                  </a:lnTo>
                  <a:lnTo>
                    <a:pt x="160274" y="138175"/>
                  </a:lnTo>
                  <a:lnTo>
                    <a:pt x="165720" y="134746"/>
                  </a:lnTo>
                  <a:lnTo>
                    <a:pt x="146304" y="134746"/>
                  </a:lnTo>
                  <a:lnTo>
                    <a:pt x="141478" y="134619"/>
                  </a:lnTo>
                  <a:lnTo>
                    <a:pt x="123567" y="99135"/>
                  </a:lnTo>
                  <a:lnTo>
                    <a:pt x="122572" y="83278"/>
                  </a:lnTo>
                  <a:lnTo>
                    <a:pt x="123015" y="76120"/>
                  </a:lnTo>
                  <a:lnTo>
                    <a:pt x="140081" y="49911"/>
                  </a:lnTo>
                  <a:lnTo>
                    <a:pt x="145669" y="47878"/>
                  </a:lnTo>
                  <a:lnTo>
                    <a:pt x="172787" y="47878"/>
                  </a:lnTo>
                  <a:lnTo>
                    <a:pt x="168529" y="43306"/>
                  </a:lnTo>
                  <a:lnTo>
                    <a:pt x="163956" y="40766"/>
                  </a:lnTo>
                  <a:lnTo>
                    <a:pt x="152781" y="38480"/>
                  </a:lnTo>
                  <a:close/>
                </a:path>
                <a:path w="264160" h="186054">
                  <a:moveTo>
                    <a:pt x="172787" y="47878"/>
                  </a:moveTo>
                  <a:lnTo>
                    <a:pt x="145669" y="47878"/>
                  </a:lnTo>
                  <a:lnTo>
                    <a:pt x="150241" y="48132"/>
                  </a:lnTo>
                  <a:lnTo>
                    <a:pt x="154051" y="50673"/>
                  </a:lnTo>
                  <a:lnTo>
                    <a:pt x="168402" y="91820"/>
                  </a:lnTo>
                  <a:lnTo>
                    <a:pt x="168621" y="99949"/>
                  </a:lnTo>
                  <a:lnTo>
                    <a:pt x="168197" y="106806"/>
                  </a:lnTo>
                  <a:lnTo>
                    <a:pt x="146304" y="134746"/>
                  </a:lnTo>
                  <a:lnTo>
                    <a:pt x="165720" y="134746"/>
                  </a:lnTo>
                  <a:lnTo>
                    <a:pt x="185419" y="95250"/>
                  </a:lnTo>
                  <a:lnTo>
                    <a:pt x="185477" y="87756"/>
                  </a:lnTo>
                  <a:lnTo>
                    <a:pt x="185039" y="81025"/>
                  </a:lnTo>
                  <a:lnTo>
                    <a:pt x="175894" y="51307"/>
                  </a:lnTo>
                  <a:lnTo>
                    <a:pt x="172787" y="47878"/>
                  </a:lnTo>
                  <a:close/>
                </a:path>
                <a:path w="264160" h="186054">
                  <a:moveTo>
                    <a:pt x="221036" y="28448"/>
                  </a:moveTo>
                  <a:lnTo>
                    <a:pt x="200532" y="28448"/>
                  </a:lnTo>
                  <a:lnTo>
                    <a:pt x="201930" y="28575"/>
                  </a:lnTo>
                  <a:lnTo>
                    <a:pt x="203072" y="28955"/>
                  </a:lnTo>
                  <a:lnTo>
                    <a:pt x="217296" y="116204"/>
                  </a:lnTo>
                  <a:lnTo>
                    <a:pt x="233426" y="110489"/>
                  </a:lnTo>
                  <a:lnTo>
                    <a:pt x="227710" y="67182"/>
                  </a:lnTo>
                  <a:lnTo>
                    <a:pt x="226949" y="62356"/>
                  </a:lnTo>
                  <a:lnTo>
                    <a:pt x="226821" y="57785"/>
                  </a:lnTo>
                  <a:lnTo>
                    <a:pt x="227203" y="53593"/>
                  </a:lnTo>
                  <a:lnTo>
                    <a:pt x="227456" y="49275"/>
                  </a:lnTo>
                  <a:lnTo>
                    <a:pt x="228600" y="44450"/>
                  </a:lnTo>
                  <a:lnTo>
                    <a:pt x="230256" y="39242"/>
                  </a:lnTo>
                  <a:lnTo>
                    <a:pt x="221742" y="39242"/>
                  </a:lnTo>
                  <a:lnTo>
                    <a:pt x="221036" y="28448"/>
                  </a:lnTo>
                  <a:close/>
                </a:path>
                <a:path w="264160" h="186054">
                  <a:moveTo>
                    <a:pt x="260984" y="0"/>
                  </a:moveTo>
                  <a:lnTo>
                    <a:pt x="227996" y="25447"/>
                  </a:lnTo>
                  <a:lnTo>
                    <a:pt x="223012" y="39242"/>
                  </a:lnTo>
                  <a:lnTo>
                    <a:pt x="230256" y="39242"/>
                  </a:lnTo>
                  <a:lnTo>
                    <a:pt x="232029" y="33400"/>
                  </a:lnTo>
                  <a:lnTo>
                    <a:pt x="234060" y="28828"/>
                  </a:lnTo>
                  <a:lnTo>
                    <a:pt x="245744" y="17779"/>
                  </a:lnTo>
                  <a:lnTo>
                    <a:pt x="263295" y="17779"/>
                  </a:lnTo>
                  <a:lnTo>
                    <a:pt x="260984" y="0"/>
                  </a:lnTo>
                  <a:close/>
                </a:path>
                <a:path w="264160" h="186054">
                  <a:moveTo>
                    <a:pt x="220091" y="13969"/>
                  </a:moveTo>
                  <a:lnTo>
                    <a:pt x="214503" y="15875"/>
                  </a:lnTo>
                  <a:lnTo>
                    <a:pt x="193167" y="24383"/>
                  </a:lnTo>
                  <a:lnTo>
                    <a:pt x="193802" y="29717"/>
                  </a:lnTo>
                  <a:lnTo>
                    <a:pt x="196850" y="28828"/>
                  </a:lnTo>
                  <a:lnTo>
                    <a:pt x="199135" y="28448"/>
                  </a:lnTo>
                  <a:lnTo>
                    <a:pt x="221036" y="28448"/>
                  </a:lnTo>
                  <a:lnTo>
                    <a:pt x="220091" y="13969"/>
                  </a:lnTo>
                  <a:close/>
                </a:path>
                <a:path w="264160" h="186054">
                  <a:moveTo>
                    <a:pt x="263295" y="17779"/>
                  </a:moveTo>
                  <a:lnTo>
                    <a:pt x="245744" y="17779"/>
                  </a:lnTo>
                  <a:lnTo>
                    <a:pt x="247650" y="18033"/>
                  </a:lnTo>
                  <a:lnTo>
                    <a:pt x="250952" y="20574"/>
                  </a:lnTo>
                  <a:lnTo>
                    <a:pt x="252603" y="22732"/>
                  </a:lnTo>
                  <a:lnTo>
                    <a:pt x="254254" y="25780"/>
                  </a:lnTo>
                  <a:lnTo>
                    <a:pt x="263906" y="22478"/>
                  </a:lnTo>
                  <a:lnTo>
                    <a:pt x="263295" y="17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48939" y="2786379"/>
              <a:ext cx="1743583" cy="7666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2771520" y="4124959"/>
            <a:ext cx="2745105" cy="875665"/>
            <a:chOff x="2771520" y="4124959"/>
            <a:chExt cx="2745105" cy="875665"/>
          </a:xfrm>
        </p:grpSpPr>
        <p:sp>
          <p:nvSpPr>
            <p:cNvPr id="34" name="object 34"/>
            <p:cNvSpPr/>
            <p:nvPr/>
          </p:nvSpPr>
          <p:spPr>
            <a:xfrm>
              <a:off x="2774695" y="4165218"/>
              <a:ext cx="2738755" cy="832485"/>
            </a:xfrm>
            <a:custGeom>
              <a:avLst/>
              <a:gdLst/>
              <a:ahLst/>
              <a:cxnLst/>
              <a:rect l="l" t="t" r="r" b="b"/>
              <a:pathLst>
                <a:path w="2738754" h="832485">
                  <a:moveTo>
                    <a:pt x="185293" y="0"/>
                  </a:moveTo>
                  <a:lnTo>
                    <a:pt x="0" y="119252"/>
                  </a:lnTo>
                  <a:lnTo>
                    <a:pt x="119253" y="304418"/>
                  </a:lnTo>
                  <a:lnTo>
                    <a:pt x="135762" y="228345"/>
                  </a:lnTo>
                  <a:lnTo>
                    <a:pt x="2569972" y="756157"/>
                  </a:lnTo>
                  <a:lnTo>
                    <a:pt x="2553462" y="832230"/>
                  </a:lnTo>
                  <a:lnTo>
                    <a:pt x="2738755" y="712977"/>
                  </a:lnTo>
                  <a:lnTo>
                    <a:pt x="2619502" y="527811"/>
                  </a:lnTo>
                  <a:lnTo>
                    <a:pt x="2602992" y="603884"/>
                  </a:lnTo>
                  <a:lnTo>
                    <a:pt x="168783" y="76072"/>
                  </a:lnTo>
                  <a:lnTo>
                    <a:pt x="18529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774695" y="4165218"/>
              <a:ext cx="2738755" cy="832485"/>
            </a:xfrm>
            <a:custGeom>
              <a:avLst/>
              <a:gdLst/>
              <a:ahLst/>
              <a:cxnLst/>
              <a:rect l="l" t="t" r="r" b="b"/>
              <a:pathLst>
                <a:path w="2738754" h="832485">
                  <a:moveTo>
                    <a:pt x="0" y="119252"/>
                  </a:moveTo>
                  <a:lnTo>
                    <a:pt x="185293" y="0"/>
                  </a:lnTo>
                  <a:lnTo>
                    <a:pt x="168783" y="76072"/>
                  </a:lnTo>
                  <a:lnTo>
                    <a:pt x="2602992" y="603884"/>
                  </a:lnTo>
                  <a:lnTo>
                    <a:pt x="2619502" y="527811"/>
                  </a:lnTo>
                  <a:lnTo>
                    <a:pt x="2738755" y="712977"/>
                  </a:lnTo>
                  <a:lnTo>
                    <a:pt x="2553462" y="832230"/>
                  </a:lnTo>
                  <a:lnTo>
                    <a:pt x="2569972" y="756157"/>
                  </a:lnTo>
                  <a:lnTo>
                    <a:pt x="135762" y="228345"/>
                  </a:lnTo>
                  <a:lnTo>
                    <a:pt x="119253" y="304418"/>
                  </a:lnTo>
                  <a:lnTo>
                    <a:pt x="0" y="11925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12972" y="4124959"/>
              <a:ext cx="749173" cy="27381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840479" y="4298060"/>
              <a:ext cx="1075309" cy="3977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8772" y="2522220"/>
            <a:ext cx="1790700" cy="1185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5083" y="960475"/>
            <a:ext cx="7776845" cy="75692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14">
                <a:latin typeface="FreeSerif"/>
                <a:cs typeface="FreeSerif"/>
              </a:rPr>
              <a:t>GFS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35">
                <a:latin typeface="FreeSerif"/>
                <a:cs typeface="FreeSerif"/>
              </a:rPr>
              <a:t>Files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divided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into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ﬁxed-size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chunks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35">
                <a:latin typeface="FreeSerif"/>
                <a:cs typeface="FreeSerif"/>
              </a:rPr>
              <a:t>(64MB)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5">
                <a:latin typeface="FreeSerif"/>
                <a:cs typeface="FreeSerif"/>
              </a:rPr>
              <a:t>Each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chunk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identiﬁed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by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globally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unique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“chunk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handle”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(64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bits)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836" y="165354"/>
            <a:ext cx="13125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40">
                <a:solidFill>
                  <a:srgbClr val="0E1745"/>
                </a:solidFill>
              </a:rPr>
              <a:t>GFS</a:t>
            </a:r>
            <a:r>
              <a:rPr dirty="0" sz="2800" spc="-190">
                <a:solidFill>
                  <a:srgbClr val="0E1745"/>
                </a:solidFill>
              </a:rPr>
              <a:t> </a:t>
            </a:r>
            <a:r>
              <a:rPr dirty="0" sz="2800" spc="40">
                <a:solidFill>
                  <a:srgbClr val="0E1745"/>
                </a:solidFill>
              </a:rPr>
              <a:t>File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5754623" y="2139695"/>
            <a:ext cx="2400300" cy="1125220"/>
            <a:chOff x="5754623" y="2139695"/>
            <a:chExt cx="2400300" cy="1125220"/>
          </a:xfrm>
        </p:grpSpPr>
        <p:sp>
          <p:nvSpPr>
            <p:cNvPr id="6" name="object 6"/>
            <p:cNvSpPr/>
            <p:nvPr/>
          </p:nvSpPr>
          <p:spPr>
            <a:xfrm>
              <a:off x="5754623" y="2139695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2461259"/>
              <a:ext cx="2286000" cy="6934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4623" y="2139695"/>
            <a:ext cx="2400300" cy="112522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648335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54623" y="3685032"/>
            <a:ext cx="2400300" cy="873760"/>
            <a:chOff x="5754623" y="3685032"/>
            <a:chExt cx="2400300" cy="873760"/>
          </a:xfrm>
        </p:grpSpPr>
        <p:sp>
          <p:nvSpPr>
            <p:cNvPr id="10" name="object 10"/>
            <p:cNvSpPr/>
            <p:nvPr/>
          </p:nvSpPr>
          <p:spPr>
            <a:xfrm>
              <a:off x="5754623" y="3685032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30823" y="4017264"/>
              <a:ext cx="2286000" cy="5013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754623" y="3685032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54623" y="4668011"/>
            <a:ext cx="2400300" cy="873760"/>
            <a:chOff x="5754623" y="4668011"/>
            <a:chExt cx="2400300" cy="873760"/>
          </a:xfrm>
        </p:grpSpPr>
        <p:sp>
          <p:nvSpPr>
            <p:cNvPr id="14" name="object 14"/>
            <p:cNvSpPr/>
            <p:nvPr/>
          </p:nvSpPr>
          <p:spPr>
            <a:xfrm>
              <a:off x="5754623" y="46680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830823" y="5000243"/>
              <a:ext cx="2286000" cy="4998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754623" y="466801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54623" y="5650991"/>
            <a:ext cx="2400300" cy="873760"/>
            <a:chOff x="5754623" y="5650991"/>
            <a:chExt cx="2400300" cy="873760"/>
          </a:xfrm>
        </p:grpSpPr>
        <p:sp>
          <p:nvSpPr>
            <p:cNvPr id="18" name="object 18"/>
            <p:cNvSpPr/>
            <p:nvPr/>
          </p:nvSpPr>
          <p:spPr>
            <a:xfrm>
              <a:off x="5754623" y="565099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59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830823" y="5983223"/>
              <a:ext cx="2286000" cy="4998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754623" y="565099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67130" y="3040126"/>
            <a:ext cx="1454785" cy="688340"/>
            <a:chOff x="1167130" y="3040126"/>
            <a:chExt cx="1454785" cy="688340"/>
          </a:xfrm>
        </p:grpSpPr>
        <p:sp>
          <p:nvSpPr>
            <p:cNvPr id="22" name="object 22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304289" y="3252679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67130" y="3715258"/>
            <a:ext cx="1454785" cy="430530"/>
            <a:chOff x="1167130" y="3715258"/>
            <a:chExt cx="1454785" cy="430530"/>
          </a:xfrm>
        </p:grpSpPr>
        <p:sp>
          <p:nvSpPr>
            <p:cNvPr id="26" name="object 26"/>
            <p:cNvSpPr/>
            <p:nvPr/>
          </p:nvSpPr>
          <p:spPr>
            <a:xfrm>
              <a:off x="1173480" y="3721607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1094232" y="126492"/>
                  </a:lnTo>
                  <a:lnTo>
                    <a:pt x="1094232" y="252984"/>
                  </a:lnTo>
                  <a:lnTo>
                    <a:pt x="0" y="252984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2984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73480" y="3721608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6"/>
                  </a:moveTo>
                  <a:lnTo>
                    <a:pt x="1441704" y="41757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188009" y="3799160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88415" y="3379425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51305" y="3166617"/>
            <a:ext cx="1454785" cy="688340"/>
            <a:chOff x="1051305" y="3166617"/>
            <a:chExt cx="1454785" cy="688340"/>
          </a:xfrm>
        </p:grpSpPr>
        <p:sp>
          <p:nvSpPr>
            <p:cNvPr id="31" name="object 31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41704" y="67513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1"/>
                  </a:moveTo>
                  <a:lnTo>
                    <a:pt x="1441704" y="67513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1051305" y="3841750"/>
            <a:ext cx="1454785" cy="430530"/>
            <a:chOff x="1051305" y="3841750"/>
            <a:chExt cx="1454785" cy="430530"/>
          </a:xfrm>
        </p:grpSpPr>
        <p:sp>
          <p:nvSpPr>
            <p:cNvPr id="34" name="object 34"/>
            <p:cNvSpPr/>
            <p:nvPr/>
          </p:nvSpPr>
          <p:spPr>
            <a:xfrm>
              <a:off x="1057656" y="3848099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0" y="126492"/>
                  </a:lnTo>
                  <a:lnTo>
                    <a:pt x="0" y="254508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254508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057655" y="3848100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266139" y="3925906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35482" y="3293109"/>
            <a:ext cx="1454785" cy="688340"/>
            <a:chOff x="935482" y="3293109"/>
            <a:chExt cx="1454785" cy="688340"/>
          </a:xfrm>
        </p:grpSpPr>
        <p:sp>
          <p:nvSpPr>
            <p:cNvPr id="38" name="object 38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072591" y="3505881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35482" y="3968241"/>
            <a:ext cx="1454785" cy="430530"/>
            <a:chOff x="935482" y="3968241"/>
            <a:chExt cx="1454785" cy="430530"/>
          </a:xfrm>
        </p:grpSpPr>
        <p:sp>
          <p:nvSpPr>
            <p:cNvPr id="42" name="object 42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150315" y="4052779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9658" y="3419602"/>
            <a:ext cx="1454785" cy="689610"/>
            <a:chOff x="819658" y="3419602"/>
            <a:chExt cx="1454785" cy="689610"/>
          </a:xfrm>
        </p:grpSpPr>
        <p:sp>
          <p:nvSpPr>
            <p:cNvPr id="46" name="object 46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47927" y="3721608"/>
            <a:ext cx="154940" cy="2470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375"/>
              </a:lnSpc>
            </a:pPr>
            <a:r>
              <a:rPr dirty="0" sz="1800" spc="10" b="1" i="1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82827" y="3609213"/>
            <a:ext cx="1066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pplication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19658" y="4096258"/>
            <a:ext cx="1454785" cy="429259"/>
            <a:chOff x="819658" y="4096258"/>
            <a:chExt cx="1454785" cy="429259"/>
          </a:xfrm>
        </p:grpSpPr>
        <p:sp>
          <p:nvSpPr>
            <p:cNvPr id="51" name="object 51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441704" y="41605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021791" y="4155440"/>
            <a:ext cx="104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7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512441" y="1745249"/>
            <a:ext cx="2453005" cy="2412365"/>
            <a:chOff x="2512441" y="1745249"/>
            <a:chExt cx="2453005" cy="2412365"/>
          </a:xfrm>
        </p:grpSpPr>
        <p:sp>
          <p:nvSpPr>
            <p:cNvPr id="55" name="object 55"/>
            <p:cNvSpPr/>
            <p:nvPr/>
          </p:nvSpPr>
          <p:spPr>
            <a:xfrm>
              <a:off x="3126486" y="3455670"/>
              <a:ext cx="1826260" cy="520065"/>
            </a:xfrm>
            <a:custGeom>
              <a:avLst/>
              <a:gdLst/>
              <a:ahLst/>
              <a:cxnLst/>
              <a:rect l="l" t="t" r="r" b="b"/>
              <a:pathLst>
                <a:path w="1826260" h="520064">
                  <a:moveTo>
                    <a:pt x="1825752" y="0"/>
                  </a:moveTo>
                  <a:lnTo>
                    <a:pt x="0" y="0"/>
                  </a:lnTo>
                  <a:lnTo>
                    <a:pt x="0" y="519683"/>
                  </a:lnTo>
                  <a:lnTo>
                    <a:pt x="1825752" y="51968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E8D1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126486" y="3455670"/>
              <a:ext cx="1826260" cy="520065"/>
            </a:xfrm>
            <a:custGeom>
              <a:avLst/>
              <a:gdLst/>
              <a:ahLst/>
              <a:cxnLst/>
              <a:rect l="l" t="t" r="r" b="b"/>
              <a:pathLst>
                <a:path w="1826260" h="520064">
                  <a:moveTo>
                    <a:pt x="0" y="519683"/>
                  </a:moveTo>
                  <a:lnTo>
                    <a:pt x="1825752" y="519683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51968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355086" y="3455670"/>
              <a:ext cx="1400175" cy="520700"/>
            </a:xfrm>
            <a:custGeom>
              <a:avLst/>
              <a:gdLst/>
              <a:ahLst/>
              <a:cxnLst/>
              <a:rect l="l" t="t" r="r" b="b"/>
              <a:pathLst>
                <a:path w="1400175" h="520700">
                  <a:moveTo>
                    <a:pt x="0" y="0"/>
                  </a:moveTo>
                  <a:lnTo>
                    <a:pt x="0" y="520191"/>
                  </a:lnTo>
                </a:path>
                <a:path w="1400175" h="520700">
                  <a:moveTo>
                    <a:pt x="228600" y="0"/>
                  </a:moveTo>
                  <a:lnTo>
                    <a:pt x="228600" y="520191"/>
                  </a:lnTo>
                </a:path>
                <a:path w="1400175" h="520700">
                  <a:moveTo>
                    <a:pt x="457200" y="0"/>
                  </a:moveTo>
                  <a:lnTo>
                    <a:pt x="457200" y="520191"/>
                  </a:lnTo>
                </a:path>
                <a:path w="1400175" h="520700">
                  <a:moveTo>
                    <a:pt x="685800" y="0"/>
                  </a:moveTo>
                  <a:lnTo>
                    <a:pt x="685800" y="520191"/>
                  </a:lnTo>
                </a:path>
                <a:path w="1400175" h="520700">
                  <a:moveTo>
                    <a:pt x="914400" y="0"/>
                  </a:moveTo>
                  <a:lnTo>
                    <a:pt x="914400" y="520191"/>
                  </a:lnTo>
                </a:path>
                <a:path w="1400175" h="520700">
                  <a:moveTo>
                    <a:pt x="1143000" y="0"/>
                  </a:moveTo>
                  <a:lnTo>
                    <a:pt x="1143000" y="520191"/>
                  </a:lnTo>
                </a:path>
                <a:path w="1400175" h="520700">
                  <a:moveTo>
                    <a:pt x="1399921" y="275843"/>
                  </a:moveTo>
                  <a:lnTo>
                    <a:pt x="1295400" y="275843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169602" y="3527043"/>
              <a:ext cx="1275080" cy="377190"/>
            </a:xfrm>
            <a:custGeom>
              <a:avLst/>
              <a:gdLst/>
              <a:ahLst/>
              <a:cxnLst/>
              <a:rect l="l" t="t" r="r" b="b"/>
              <a:pathLst>
                <a:path w="1275079" h="377189">
                  <a:moveTo>
                    <a:pt x="96240" y="337185"/>
                  </a:moveTo>
                  <a:lnTo>
                    <a:pt x="75501" y="315849"/>
                  </a:lnTo>
                  <a:lnTo>
                    <a:pt x="74739" y="322580"/>
                  </a:lnTo>
                  <a:lnTo>
                    <a:pt x="79057" y="324485"/>
                  </a:lnTo>
                  <a:lnTo>
                    <a:pt x="82359" y="326390"/>
                  </a:lnTo>
                  <a:lnTo>
                    <a:pt x="84518" y="328168"/>
                  </a:lnTo>
                  <a:lnTo>
                    <a:pt x="86664" y="330073"/>
                  </a:lnTo>
                  <a:lnTo>
                    <a:pt x="88188" y="332232"/>
                  </a:lnTo>
                  <a:lnTo>
                    <a:pt x="88950" y="334645"/>
                  </a:lnTo>
                  <a:lnTo>
                    <a:pt x="89839" y="337185"/>
                  </a:lnTo>
                  <a:lnTo>
                    <a:pt x="62166" y="363220"/>
                  </a:lnTo>
                  <a:lnTo>
                    <a:pt x="54419" y="363220"/>
                  </a:lnTo>
                  <a:lnTo>
                    <a:pt x="17208" y="354203"/>
                  </a:lnTo>
                  <a:lnTo>
                    <a:pt x="10096" y="346964"/>
                  </a:lnTo>
                  <a:lnTo>
                    <a:pt x="7302" y="342900"/>
                  </a:lnTo>
                  <a:lnTo>
                    <a:pt x="6159" y="338582"/>
                  </a:lnTo>
                  <a:lnTo>
                    <a:pt x="6667" y="333883"/>
                  </a:lnTo>
                  <a:lnTo>
                    <a:pt x="6921" y="330835"/>
                  </a:lnTo>
                  <a:lnTo>
                    <a:pt x="24447" y="317500"/>
                  </a:lnTo>
                  <a:lnTo>
                    <a:pt x="25082" y="310769"/>
                  </a:lnTo>
                  <a:lnTo>
                    <a:pt x="787" y="332232"/>
                  </a:lnTo>
                  <a:lnTo>
                    <a:pt x="114" y="338582"/>
                  </a:lnTo>
                  <a:lnTo>
                    <a:pt x="25742" y="371665"/>
                  </a:lnTo>
                  <a:lnTo>
                    <a:pt x="56222" y="376834"/>
                  </a:lnTo>
                  <a:lnTo>
                    <a:pt x="65862" y="376110"/>
                  </a:lnTo>
                  <a:lnTo>
                    <a:pt x="74180" y="374167"/>
                  </a:lnTo>
                  <a:lnTo>
                    <a:pt x="81216" y="370967"/>
                  </a:lnTo>
                  <a:lnTo>
                    <a:pt x="86804" y="366547"/>
                  </a:lnTo>
                  <a:lnTo>
                    <a:pt x="89306" y="363220"/>
                  </a:lnTo>
                  <a:lnTo>
                    <a:pt x="91059" y="360895"/>
                  </a:lnTo>
                  <a:lnTo>
                    <a:pt x="93967" y="354025"/>
                  </a:lnTo>
                  <a:lnTo>
                    <a:pt x="95567" y="345948"/>
                  </a:lnTo>
                  <a:lnTo>
                    <a:pt x="96075" y="340614"/>
                  </a:lnTo>
                  <a:lnTo>
                    <a:pt x="96240" y="337185"/>
                  </a:lnTo>
                  <a:close/>
                </a:path>
                <a:path w="1275079" h="377189">
                  <a:moveTo>
                    <a:pt x="105346" y="238125"/>
                  </a:moveTo>
                  <a:lnTo>
                    <a:pt x="101917" y="237744"/>
                  </a:lnTo>
                  <a:lnTo>
                    <a:pt x="101015" y="240411"/>
                  </a:lnTo>
                  <a:lnTo>
                    <a:pt x="100012" y="242062"/>
                  </a:lnTo>
                  <a:lnTo>
                    <a:pt x="99123" y="242824"/>
                  </a:lnTo>
                  <a:lnTo>
                    <a:pt x="98234" y="243713"/>
                  </a:lnTo>
                  <a:lnTo>
                    <a:pt x="97091" y="244221"/>
                  </a:lnTo>
                  <a:lnTo>
                    <a:pt x="95694" y="244348"/>
                  </a:lnTo>
                  <a:lnTo>
                    <a:pt x="94170" y="244602"/>
                  </a:lnTo>
                  <a:lnTo>
                    <a:pt x="91490" y="244475"/>
                  </a:lnTo>
                  <a:lnTo>
                    <a:pt x="58102" y="241046"/>
                  </a:lnTo>
                  <a:lnTo>
                    <a:pt x="55054" y="241046"/>
                  </a:lnTo>
                  <a:lnTo>
                    <a:pt x="36385" y="261874"/>
                  </a:lnTo>
                  <a:lnTo>
                    <a:pt x="37401" y="266065"/>
                  </a:lnTo>
                  <a:lnTo>
                    <a:pt x="38290" y="268097"/>
                  </a:lnTo>
                  <a:lnTo>
                    <a:pt x="39560" y="270383"/>
                  </a:lnTo>
                  <a:lnTo>
                    <a:pt x="40703" y="272542"/>
                  </a:lnTo>
                  <a:lnTo>
                    <a:pt x="42989" y="275590"/>
                  </a:lnTo>
                  <a:lnTo>
                    <a:pt x="46164" y="279527"/>
                  </a:lnTo>
                  <a:lnTo>
                    <a:pt x="46164" y="279781"/>
                  </a:lnTo>
                  <a:lnTo>
                    <a:pt x="3111" y="275463"/>
                  </a:lnTo>
                  <a:lnTo>
                    <a:pt x="2628" y="279273"/>
                  </a:lnTo>
                  <a:lnTo>
                    <a:pt x="1714" y="296037"/>
                  </a:lnTo>
                  <a:lnTo>
                    <a:pt x="5270" y="296418"/>
                  </a:lnTo>
                  <a:lnTo>
                    <a:pt x="5905" y="294132"/>
                  </a:lnTo>
                  <a:lnTo>
                    <a:pt x="6413" y="292608"/>
                  </a:lnTo>
                  <a:lnTo>
                    <a:pt x="7429" y="290830"/>
                  </a:lnTo>
                  <a:lnTo>
                    <a:pt x="8064" y="290195"/>
                  </a:lnTo>
                  <a:lnTo>
                    <a:pt x="8826" y="289814"/>
                  </a:lnTo>
                  <a:lnTo>
                    <a:pt x="9461" y="289306"/>
                  </a:lnTo>
                  <a:lnTo>
                    <a:pt x="10477" y="289052"/>
                  </a:lnTo>
                  <a:lnTo>
                    <a:pt x="11747" y="288798"/>
                  </a:lnTo>
                  <a:lnTo>
                    <a:pt x="13017" y="288671"/>
                  </a:lnTo>
                  <a:lnTo>
                    <a:pt x="16192" y="288671"/>
                  </a:lnTo>
                  <a:lnTo>
                    <a:pt x="17970" y="288798"/>
                  </a:lnTo>
                  <a:lnTo>
                    <a:pt x="21018" y="289052"/>
                  </a:lnTo>
                  <a:lnTo>
                    <a:pt x="25336" y="289560"/>
                  </a:lnTo>
                  <a:lnTo>
                    <a:pt x="82359" y="295275"/>
                  </a:lnTo>
                  <a:lnTo>
                    <a:pt x="85407" y="295656"/>
                  </a:lnTo>
                  <a:lnTo>
                    <a:pt x="87693" y="295910"/>
                  </a:lnTo>
                  <a:lnTo>
                    <a:pt x="89217" y="296291"/>
                  </a:lnTo>
                  <a:lnTo>
                    <a:pt x="95186" y="304419"/>
                  </a:lnTo>
                  <a:lnTo>
                    <a:pt x="98602" y="304673"/>
                  </a:lnTo>
                  <a:lnTo>
                    <a:pt x="100190" y="288671"/>
                  </a:lnTo>
                  <a:lnTo>
                    <a:pt x="100647" y="284099"/>
                  </a:lnTo>
                  <a:lnTo>
                    <a:pt x="101282" y="277749"/>
                  </a:lnTo>
                  <a:lnTo>
                    <a:pt x="97980" y="277368"/>
                  </a:lnTo>
                  <a:lnTo>
                    <a:pt x="96862" y="280035"/>
                  </a:lnTo>
                  <a:lnTo>
                    <a:pt x="96583" y="280670"/>
                  </a:lnTo>
                  <a:lnTo>
                    <a:pt x="95300" y="282448"/>
                  </a:lnTo>
                  <a:lnTo>
                    <a:pt x="94424" y="283083"/>
                  </a:lnTo>
                  <a:lnTo>
                    <a:pt x="92646" y="283845"/>
                  </a:lnTo>
                  <a:lnTo>
                    <a:pt x="91490" y="283972"/>
                  </a:lnTo>
                  <a:lnTo>
                    <a:pt x="90106" y="283972"/>
                  </a:lnTo>
                  <a:lnTo>
                    <a:pt x="88836" y="284099"/>
                  </a:lnTo>
                  <a:lnTo>
                    <a:pt x="86550" y="283845"/>
                  </a:lnTo>
                  <a:lnTo>
                    <a:pt x="83489" y="283591"/>
                  </a:lnTo>
                  <a:lnTo>
                    <a:pt x="57467" y="280924"/>
                  </a:lnTo>
                  <a:lnTo>
                    <a:pt x="43954" y="266065"/>
                  </a:lnTo>
                  <a:lnTo>
                    <a:pt x="44005" y="264541"/>
                  </a:lnTo>
                  <a:lnTo>
                    <a:pt x="44132" y="263652"/>
                  </a:lnTo>
                  <a:lnTo>
                    <a:pt x="44386" y="260477"/>
                  </a:lnTo>
                  <a:lnTo>
                    <a:pt x="45529" y="258064"/>
                  </a:lnTo>
                  <a:lnTo>
                    <a:pt x="47307" y="256413"/>
                  </a:lnTo>
                  <a:lnTo>
                    <a:pt x="48958" y="254762"/>
                  </a:lnTo>
                  <a:lnTo>
                    <a:pt x="51498" y="253873"/>
                  </a:lnTo>
                  <a:lnTo>
                    <a:pt x="54800" y="253492"/>
                  </a:lnTo>
                  <a:lnTo>
                    <a:pt x="58102" y="253238"/>
                  </a:lnTo>
                  <a:lnTo>
                    <a:pt x="62674" y="253365"/>
                  </a:lnTo>
                  <a:lnTo>
                    <a:pt x="96710" y="258572"/>
                  </a:lnTo>
                  <a:lnTo>
                    <a:pt x="97345" y="259080"/>
                  </a:lnTo>
                  <a:lnTo>
                    <a:pt x="97840" y="259842"/>
                  </a:lnTo>
                  <a:lnTo>
                    <a:pt x="98234" y="260604"/>
                  </a:lnTo>
                  <a:lnTo>
                    <a:pt x="98869" y="262763"/>
                  </a:lnTo>
                  <a:lnTo>
                    <a:pt x="99250" y="264541"/>
                  </a:lnTo>
                  <a:lnTo>
                    <a:pt x="102539" y="264922"/>
                  </a:lnTo>
                  <a:lnTo>
                    <a:pt x="103759" y="253238"/>
                  </a:lnTo>
                  <a:lnTo>
                    <a:pt x="104660" y="244602"/>
                  </a:lnTo>
                  <a:lnTo>
                    <a:pt x="105346" y="238125"/>
                  </a:lnTo>
                  <a:close/>
                </a:path>
                <a:path w="1275079" h="377189">
                  <a:moveTo>
                    <a:pt x="113093" y="160528"/>
                  </a:moveTo>
                  <a:lnTo>
                    <a:pt x="109651" y="160147"/>
                  </a:lnTo>
                  <a:lnTo>
                    <a:pt x="108889" y="162560"/>
                  </a:lnTo>
                  <a:lnTo>
                    <a:pt x="108127" y="164211"/>
                  </a:lnTo>
                  <a:lnTo>
                    <a:pt x="102806" y="167640"/>
                  </a:lnTo>
                  <a:lnTo>
                    <a:pt x="101282" y="167513"/>
                  </a:lnTo>
                  <a:lnTo>
                    <a:pt x="99758" y="167513"/>
                  </a:lnTo>
                  <a:lnTo>
                    <a:pt x="97218" y="167386"/>
                  </a:lnTo>
                  <a:lnTo>
                    <a:pt x="47180" y="162306"/>
                  </a:lnTo>
                  <a:lnTo>
                    <a:pt x="45275" y="181737"/>
                  </a:lnTo>
                  <a:lnTo>
                    <a:pt x="48577" y="181991"/>
                  </a:lnTo>
                  <a:lnTo>
                    <a:pt x="49720" y="179070"/>
                  </a:lnTo>
                  <a:lnTo>
                    <a:pt x="50736" y="177546"/>
                  </a:lnTo>
                  <a:lnTo>
                    <a:pt x="55816" y="175387"/>
                  </a:lnTo>
                  <a:lnTo>
                    <a:pt x="58483" y="175387"/>
                  </a:lnTo>
                  <a:lnTo>
                    <a:pt x="97345" y="182753"/>
                  </a:lnTo>
                  <a:lnTo>
                    <a:pt x="98869" y="184912"/>
                  </a:lnTo>
                  <a:lnTo>
                    <a:pt x="100393" y="186944"/>
                  </a:lnTo>
                  <a:lnTo>
                    <a:pt x="101409" y="188849"/>
                  </a:lnTo>
                  <a:lnTo>
                    <a:pt x="102425" y="192151"/>
                  </a:lnTo>
                  <a:lnTo>
                    <a:pt x="102679" y="193929"/>
                  </a:lnTo>
                  <a:lnTo>
                    <a:pt x="102425" y="195580"/>
                  </a:lnTo>
                  <a:lnTo>
                    <a:pt x="102171" y="198247"/>
                  </a:lnTo>
                  <a:lnTo>
                    <a:pt x="101536" y="200279"/>
                  </a:lnTo>
                  <a:lnTo>
                    <a:pt x="99250" y="203073"/>
                  </a:lnTo>
                  <a:lnTo>
                    <a:pt x="97980" y="204089"/>
                  </a:lnTo>
                  <a:lnTo>
                    <a:pt x="96456" y="204724"/>
                  </a:lnTo>
                  <a:lnTo>
                    <a:pt x="95059" y="205486"/>
                  </a:lnTo>
                  <a:lnTo>
                    <a:pt x="92900" y="205867"/>
                  </a:lnTo>
                  <a:lnTo>
                    <a:pt x="87185" y="206121"/>
                  </a:lnTo>
                  <a:lnTo>
                    <a:pt x="83121" y="205867"/>
                  </a:lnTo>
                  <a:lnTo>
                    <a:pt x="43243" y="201930"/>
                  </a:lnTo>
                  <a:lnTo>
                    <a:pt x="41211" y="221234"/>
                  </a:lnTo>
                  <a:lnTo>
                    <a:pt x="44513" y="221615"/>
                  </a:lnTo>
                  <a:lnTo>
                    <a:pt x="45529" y="218821"/>
                  </a:lnTo>
                  <a:lnTo>
                    <a:pt x="46545" y="217170"/>
                  </a:lnTo>
                  <a:lnTo>
                    <a:pt x="47434" y="216408"/>
                  </a:lnTo>
                  <a:lnTo>
                    <a:pt x="48450" y="215646"/>
                  </a:lnTo>
                  <a:lnTo>
                    <a:pt x="49593" y="215138"/>
                  </a:lnTo>
                  <a:lnTo>
                    <a:pt x="52514" y="214884"/>
                  </a:lnTo>
                  <a:lnTo>
                    <a:pt x="55181" y="215011"/>
                  </a:lnTo>
                  <a:lnTo>
                    <a:pt x="90601" y="218567"/>
                  </a:lnTo>
                  <a:lnTo>
                    <a:pt x="95300" y="218313"/>
                  </a:lnTo>
                  <a:lnTo>
                    <a:pt x="98602" y="217424"/>
                  </a:lnTo>
                  <a:lnTo>
                    <a:pt x="102044" y="216408"/>
                  </a:lnTo>
                  <a:lnTo>
                    <a:pt x="104330" y="214884"/>
                  </a:lnTo>
                  <a:lnTo>
                    <a:pt x="104711" y="214630"/>
                  </a:lnTo>
                  <a:lnTo>
                    <a:pt x="108521" y="209550"/>
                  </a:lnTo>
                  <a:lnTo>
                    <a:pt x="109651" y="206248"/>
                  </a:lnTo>
                  <a:lnTo>
                    <a:pt x="109664" y="206121"/>
                  </a:lnTo>
                  <a:lnTo>
                    <a:pt x="110070" y="201930"/>
                  </a:lnTo>
                  <a:lnTo>
                    <a:pt x="110413" y="198755"/>
                  </a:lnTo>
                  <a:lnTo>
                    <a:pt x="100266" y="179832"/>
                  </a:lnTo>
                  <a:lnTo>
                    <a:pt x="100647" y="178816"/>
                  </a:lnTo>
                  <a:lnTo>
                    <a:pt x="111823" y="180340"/>
                  </a:lnTo>
                  <a:lnTo>
                    <a:pt x="111963" y="178816"/>
                  </a:lnTo>
                  <a:lnTo>
                    <a:pt x="112204" y="176276"/>
                  </a:lnTo>
                  <a:lnTo>
                    <a:pt x="112242" y="175387"/>
                  </a:lnTo>
                  <a:lnTo>
                    <a:pt x="112687" y="167640"/>
                  </a:lnTo>
                  <a:lnTo>
                    <a:pt x="113093" y="160528"/>
                  </a:lnTo>
                  <a:close/>
                </a:path>
                <a:path w="1275079" h="377189">
                  <a:moveTo>
                    <a:pt x="121094" y="82550"/>
                  </a:moveTo>
                  <a:lnTo>
                    <a:pt x="117652" y="82169"/>
                  </a:lnTo>
                  <a:lnTo>
                    <a:pt x="116890" y="84328"/>
                  </a:lnTo>
                  <a:lnTo>
                    <a:pt x="116141" y="85725"/>
                  </a:lnTo>
                  <a:lnTo>
                    <a:pt x="115633" y="86487"/>
                  </a:lnTo>
                  <a:lnTo>
                    <a:pt x="114998" y="87376"/>
                  </a:lnTo>
                  <a:lnTo>
                    <a:pt x="114236" y="88011"/>
                  </a:lnTo>
                  <a:lnTo>
                    <a:pt x="113474" y="88265"/>
                  </a:lnTo>
                  <a:lnTo>
                    <a:pt x="112585" y="88646"/>
                  </a:lnTo>
                  <a:lnTo>
                    <a:pt x="111442" y="88900"/>
                  </a:lnTo>
                  <a:lnTo>
                    <a:pt x="110045" y="88900"/>
                  </a:lnTo>
                  <a:lnTo>
                    <a:pt x="108648" y="89027"/>
                  </a:lnTo>
                  <a:lnTo>
                    <a:pt x="106362" y="88900"/>
                  </a:lnTo>
                  <a:lnTo>
                    <a:pt x="103187" y="88519"/>
                  </a:lnTo>
                  <a:lnTo>
                    <a:pt x="73723" y="85598"/>
                  </a:lnTo>
                  <a:lnTo>
                    <a:pt x="70675" y="85471"/>
                  </a:lnTo>
                  <a:lnTo>
                    <a:pt x="65595" y="85979"/>
                  </a:lnTo>
                  <a:lnTo>
                    <a:pt x="63436" y="86487"/>
                  </a:lnTo>
                  <a:lnTo>
                    <a:pt x="61658" y="87249"/>
                  </a:lnTo>
                  <a:lnTo>
                    <a:pt x="59753" y="88011"/>
                  </a:lnTo>
                  <a:lnTo>
                    <a:pt x="52006" y="104267"/>
                  </a:lnTo>
                  <a:lnTo>
                    <a:pt x="52133" y="106426"/>
                  </a:lnTo>
                  <a:lnTo>
                    <a:pt x="52768" y="108585"/>
                  </a:lnTo>
                  <a:lnTo>
                    <a:pt x="53276" y="110744"/>
                  </a:lnTo>
                  <a:lnTo>
                    <a:pt x="54165" y="113030"/>
                  </a:lnTo>
                  <a:lnTo>
                    <a:pt x="56705" y="117348"/>
                  </a:lnTo>
                  <a:lnTo>
                    <a:pt x="58864" y="120396"/>
                  </a:lnTo>
                  <a:lnTo>
                    <a:pt x="61912" y="124079"/>
                  </a:lnTo>
                  <a:lnTo>
                    <a:pt x="61531" y="124968"/>
                  </a:lnTo>
                  <a:lnTo>
                    <a:pt x="50482" y="123063"/>
                  </a:lnTo>
                  <a:lnTo>
                    <a:pt x="50101" y="127254"/>
                  </a:lnTo>
                  <a:lnTo>
                    <a:pt x="49085" y="143256"/>
                  </a:lnTo>
                  <a:lnTo>
                    <a:pt x="52768" y="143637"/>
                  </a:lnTo>
                  <a:lnTo>
                    <a:pt x="53276" y="141605"/>
                  </a:lnTo>
                  <a:lnTo>
                    <a:pt x="53911" y="140081"/>
                  </a:lnTo>
                  <a:lnTo>
                    <a:pt x="54546" y="139065"/>
                  </a:lnTo>
                  <a:lnTo>
                    <a:pt x="55181" y="137922"/>
                  </a:lnTo>
                  <a:lnTo>
                    <a:pt x="56070" y="137287"/>
                  </a:lnTo>
                  <a:lnTo>
                    <a:pt x="57213" y="136779"/>
                  </a:lnTo>
                  <a:lnTo>
                    <a:pt x="58229" y="136398"/>
                  </a:lnTo>
                  <a:lnTo>
                    <a:pt x="59753" y="136144"/>
                  </a:lnTo>
                  <a:lnTo>
                    <a:pt x="63309" y="136398"/>
                  </a:lnTo>
                  <a:lnTo>
                    <a:pt x="65595" y="136525"/>
                  </a:lnTo>
                  <a:lnTo>
                    <a:pt x="103695" y="140589"/>
                  </a:lnTo>
                  <a:lnTo>
                    <a:pt x="109918" y="144653"/>
                  </a:lnTo>
                  <a:lnTo>
                    <a:pt x="110299" y="145415"/>
                  </a:lnTo>
                  <a:lnTo>
                    <a:pt x="110680" y="146685"/>
                  </a:lnTo>
                  <a:lnTo>
                    <a:pt x="110934" y="148590"/>
                  </a:lnTo>
                  <a:lnTo>
                    <a:pt x="114350" y="148844"/>
                  </a:lnTo>
                  <a:lnTo>
                    <a:pt x="115633" y="136144"/>
                  </a:lnTo>
                  <a:lnTo>
                    <a:pt x="116382" y="128651"/>
                  </a:lnTo>
                  <a:lnTo>
                    <a:pt x="117030" y="122174"/>
                  </a:lnTo>
                  <a:lnTo>
                    <a:pt x="113715" y="121920"/>
                  </a:lnTo>
                  <a:lnTo>
                    <a:pt x="112826" y="124079"/>
                  </a:lnTo>
                  <a:lnTo>
                    <a:pt x="111950" y="125730"/>
                  </a:lnTo>
                  <a:lnTo>
                    <a:pt x="111061" y="126619"/>
                  </a:lnTo>
                  <a:lnTo>
                    <a:pt x="110172" y="127635"/>
                  </a:lnTo>
                  <a:lnTo>
                    <a:pt x="109029" y="128143"/>
                  </a:lnTo>
                  <a:lnTo>
                    <a:pt x="105854" y="128651"/>
                  </a:lnTo>
                  <a:lnTo>
                    <a:pt x="103187" y="128524"/>
                  </a:lnTo>
                  <a:lnTo>
                    <a:pt x="73850" y="125476"/>
                  </a:lnTo>
                  <a:lnTo>
                    <a:pt x="71691" y="125349"/>
                  </a:lnTo>
                  <a:lnTo>
                    <a:pt x="70548" y="124968"/>
                  </a:lnTo>
                  <a:lnTo>
                    <a:pt x="69786" y="124714"/>
                  </a:lnTo>
                  <a:lnTo>
                    <a:pt x="68135" y="123698"/>
                  </a:lnTo>
                  <a:lnTo>
                    <a:pt x="60388" y="113411"/>
                  </a:lnTo>
                  <a:lnTo>
                    <a:pt x="59753" y="111760"/>
                  </a:lnTo>
                  <a:lnTo>
                    <a:pt x="59753" y="108204"/>
                  </a:lnTo>
                  <a:lnTo>
                    <a:pt x="60007" y="106426"/>
                  </a:lnTo>
                  <a:lnTo>
                    <a:pt x="65341" y="99314"/>
                  </a:lnTo>
                  <a:lnTo>
                    <a:pt x="66230" y="98806"/>
                  </a:lnTo>
                  <a:lnTo>
                    <a:pt x="67627" y="98425"/>
                  </a:lnTo>
                  <a:lnTo>
                    <a:pt x="71056" y="97917"/>
                  </a:lnTo>
                  <a:lnTo>
                    <a:pt x="73215" y="97790"/>
                  </a:lnTo>
                  <a:lnTo>
                    <a:pt x="75755" y="97917"/>
                  </a:lnTo>
                  <a:lnTo>
                    <a:pt x="78422" y="97917"/>
                  </a:lnTo>
                  <a:lnTo>
                    <a:pt x="84518" y="98425"/>
                  </a:lnTo>
                  <a:lnTo>
                    <a:pt x="102298" y="100330"/>
                  </a:lnTo>
                  <a:lnTo>
                    <a:pt x="105346" y="100584"/>
                  </a:lnTo>
                  <a:lnTo>
                    <a:pt x="107632" y="100965"/>
                  </a:lnTo>
                  <a:lnTo>
                    <a:pt x="109156" y="101473"/>
                  </a:lnTo>
                  <a:lnTo>
                    <a:pt x="110680" y="101854"/>
                  </a:lnTo>
                  <a:lnTo>
                    <a:pt x="114998" y="109093"/>
                  </a:lnTo>
                  <a:lnTo>
                    <a:pt x="118300" y="109347"/>
                  </a:lnTo>
                  <a:lnTo>
                    <a:pt x="119494" y="97790"/>
                  </a:lnTo>
                  <a:lnTo>
                    <a:pt x="120408" y="89027"/>
                  </a:lnTo>
                  <a:lnTo>
                    <a:pt x="121094" y="82550"/>
                  </a:lnTo>
                  <a:close/>
                </a:path>
                <a:path w="1275079" h="377189">
                  <a:moveTo>
                    <a:pt x="128968" y="4318"/>
                  </a:moveTo>
                  <a:lnTo>
                    <a:pt x="125526" y="4076"/>
                  </a:lnTo>
                  <a:lnTo>
                    <a:pt x="124904" y="6096"/>
                  </a:lnTo>
                  <a:lnTo>
                    <a:pt x="123761" y="8013"/>
                  </a:lnTo>
                  <a:lnTo>
                    <a:pt x="120586" y="11430"/>
                  </a:lnTo>
                  <a:lnTo>
                    <a:pt x="118173" y="13208"/>
                  </a:lnTo>
                  <a:lnTo>
                    <a:pt x="87312" y="32258"/>
                  </a:lnTo>
                  <a:lnTo>
                    <a:pt x="81381" y="24650"/>
                  </a:lnTo>
                  <a:lnTo>
                    <a:pt x="66992" y="254"/>
                  </a:lnTo>
                  <a:lnTo>
                    <a:pt x="63563" y="0"/>
                  </a:lnTo>
                  <a:lnTo>
                    <a:pt x="60642" y="29337"/>
                  </a:lnTo>
                  <a:lnTo>
                    <a:pt x="63944" y="29591"/>
                  </a:lnTo>
                  <a:lnTo>
                    <a:pt x="64452" y="27825"/>
                  </a:lnTo>
                  <a:lnTo>
                    <a:pt x="65087" y="26416"/>
                  </a:lnTo>
                  <a:lnTo>
                    <a:pt x="66865" y="24892"/>
                  </a:lnTo>
                  <a:lnTo>
                    <a:pt x="67881" y="24650"/>
                  </a:lnTo>
                  <a:lnTo>
                    <a:pt x="69278" y="24777"/>
                  </a:lnTo>
                  <a:lnTo>
                    <a:pt x="75628" y="28194"/>
                  </a:lnTo>
                  <a:lnTo>
                    <a:pt x="76898" y="29337"/>
                  </a:lnTo>
                  <a:lnTo>
                    <a:pt x="78422" y="31127"/>
                  </a:lnTo>
                  <a:lnTo>
                    <a:pt x="80073" y="33413"/>
                  </a:lnTo>
                  <a:lnTo>
                    <a:pt x="82105" y="36068"/>
                  </a:lnTo>
                  <a:lnTo>
                    <a:pt x="86296" y="47371"/>
                  </a:lnTo>
                  <a:lnTo>
                    <a:pt x="86042" y="49530"/>
                  </a:lnTo>
                  <a:lnTo>
                    <a:pt x="26479" y="43561"/>
                  </a:lnTo>
                  <a:lnTo>
                    <a:pt x="26111" y="47371"/>
                  </a:lnTo>
                  <a:lnTo>
                    <a:pt x="25082" y="64135"/>
                  </a:lnTo>
                  <a:lnTo>
                    <a:pt x="28638" y="64516"/>
                  </a:lnTo>
                  <a:lnTo>
                    <a:pt x="29273" y="62230"/>
                  </a:lnTo>
                  <a:lnTo>
                    <a:pt x="29908" y="60579"/>
                  </a:lnTo>
                  <a:lnTo>
                    <a:pt x="30416" y="59817"/>
                  </a:lnTo>
                  <a:lnTo>
                    <a:pt x="30924" y="58928"/>
                  </a:lnTo>
                  <a:lnTo>
                    <a:pt x="31432" y="58293"/>
                  </a:lnTo>
                  <a:lnTo>
                    <a:pt x="37909" y="56642"/>
                  </a:lnTo>
                  <a:lnTo>
                    <a:pt x="44386" y="57162"/>
                  </a:lnTo>
                  <a:lnTo>
                    <a:pt x="48704" y="57658"/>
                  </a:lnTo>
                  <a:lnTo>
                    <a:pt x="108267" y="63639"/>
                  </a:lnTo>
                  <a:lnTo>
                    <a:pt x="110172" y="63881"/>
                  </a:lnTo>
                  <a:lnTo>
                    <a:pt x="111696" y="64262"/>
                  </a:lnTo>
                  <a:lnTo>
                    <a:pt x="113220" y="64516"/>
                  </a:lnTo>
                  <a:lnTo>
                    <a:pt x="114350" y="64897"/>
                  </a:lnTo>
                  <a:lnTo>
                    <a:pt x="116141" y="65925"/>
                  </a:lnTo>
                  <a:lnTo>
                    <a:pt x="116763" y="66548"/>
                  </a:lnTo>
                  <a:lnTo>
                    <a:pt x="117284" y="67576"/>
                  </a:lnTo>
                  <a:lnTo>
                    <a:pt x="117919" y="68453"/>
                  </a:lnTo>
                  <a:lnTo>
                    <a:pt x="118300" y="70104"/>
                  </a:lnTo>
                  <a:lnTo>
                    <a:pt x="118681" y="72517"/>
                  </a:lnTo>
                  <a:lnTo>
                    <a:pt x="121983" y="72771"/>
                  </a:lnTo>
                  <a:lnTo>
                    <a:pt x="123647" y="56642"/>
                  </a:lnTo>
                  <a:lnTo>
                    <a:pt x="124104" y="52197"/>
                  </a:lnTo>
                  <a:lnTo>
                    <a:pt x="124764" y="45720"/>
                  </a:lnTo>
                  <a:lnTo>
                    <a:pt x="121475" y="45466"/>
                  </a:lnTo>
                  <a:lnTo>
                    <a:pt x="120586" y="47637"/>
                  </a:lnTo>
                  <a:lnTo>
                    <a:pt x="119697" y="49288"/>
                  </a:lnTo>
                  <a:lnTo>
                    <a:pt x="118808" y="50177"/>
                  </a:lnTo>
                  <a:lnTo>
                    <a:pt x="117919" y="51181"/>
                  </a:lnTo>
                  <a:lnTo>
                    <a:pt x="116649" y="51701"/>
                  </a:lnTo>
                  <a:lnTo>
                    <a:pt x="113588" y="52197"/>
                  </a:lnTo>
                  <a:lnTo>
                    <a:pt x="110807" y="52070"/>
                  </a:lnTo>
                  <a:lnTo>
                    <a:pt x="90601" y="50050"/>
                  </a:lnTo>
                  <a:lnTo>
                    <a:pt x="90665" y="49530"/>
                  </a:lnTo>
                  <a:lnTo>
                    <a:pt x="91122" y="44958"/>
                  </a:lnTo>
                  <a:lnTo>
                    <a:pt x="91363" y="44069"/>
                  </a:lnTo>
                  <a:lnTo>
                    <a:pt x="91757" y="43307"/>
                  </a:lnTo>
                  <a:lnTo>
                    <a:pt x="92011" y="42545"/>
                  </a:lnTo>
                  <a:lnTo>
                    <a:pt x="92519" y="41910"/>
                  </a:lnTo>
                  <a:lnTo>
                    <a:pt x="93281" y="41414"/>
                  </a:lnTo>
                  <a:lnTo>
                    <a:pt x="93916" y="40767"/>
                  </a:lnTo>
                  <a:lnTo>
                    <a:pt x="119938" y="26301"/>
                  </a:lnTo>
                  <a:lnTo>
                    <a:pt x="120586" y="26416"/>
                  </a:lnTo>
                  <a:lnTo>
                    <a:pt x="121475" y="26543"/>
                  </a:lnTo>
                  <a:lnTo>
                    <a:pt x="122110" y="26797"/>
                  </a:lnTo>
                  <a:lnTo>
                    <a:pt x="122491" y="27432"/>
                  </a:lnTo>
                  <a:lnTo>
                    <a:pt x="122745" y="28067"/>
                  </a:lnTo>
                  <a:lnTo>
                    <a:pt x="122999" y="28956"/>
                  </a:lnTo>
                  <a:lnTo>
                    <a:pt x="122999" y="30099"/>
                  </a:lnTo>
                  <a:lnTo>
                    <a:pt x="126288" y="30480"/>
                  </a:lnTo>
                  <a:lnTo>
                    <a:pt x="126720" y="26301"/>
                  </a:lnTo>
                  <a:lnTo>
                    <a:pt x="128968" y="4318"/>
                  </a:lnTo>
                  <a:close/>
                </a:path>
                <a:path w="1275079" h="377189">
                  <a:moveTo>
                    <a:pt x="325183" y="340614"/>
                  </a:moveTo>
                  <a:lnTo>
                    <a:pt x="325107" y="326009"/>
                  </a:lnTo>
                  <a:lnTo>
                    <a:pt x="324675" y="322199"/>
                  </a:lnTo>
                  <a:lnTo>
                    <a:pt x="324040" y="317754"/>
                  </a:lnTo>
                  <a:lnTo>
                    <a:pt x="304482" y="315849"/>
                  </a:lnTo>
                  <a:lnTo>
                    <a:pt x="303847" y="322580"/>
                  </a:lnTo>
                  <a:lnTo>
                    <a:pt x="308165" y="324485"/>
                  </a:lnTo>
                  <a:lnTo>
                    <a:pt x="311467" y="326390"/>
                  </a:lnTo>
                  <a:lnTo>
                    <a:pt x="313626" y="328168"/>
                  </a:lnTo>
                  <a:lnTo>
                    <a:pt x="315785" y="330073"/>
                  </a:lnTo>
                  <a:lnTo>
                    <a:pt x="317309" y="332232"/>
                  </a:lnTo>
                  <a:lnTo>
                    <a:pt x="318071" y="334645"/>
                  </a:lnTo>
                  <a:lnTo>
                    <a:pt x="318960" y="337185"/>
                  </a:lnTo>
                  <a:lnTo>
                    <a:pt x="319036" y="340614"/>
                  </a:lnTo>
                  <a:lnTo>
                    <a:pt x="318706" y="343916"/>
                  </a:lnTo>
                  <a:lnTo>
                    <a:pt x="318325" y="348869"/>
                  </a:lnTo>
                  <a:lnTo>
                    <a:pt x="316293" y="352806"/>
                  </a:lnTo>
                  <a:lnTo>
                    <a:pt x="309181" y="358902"/>
                  </a:lnTo>
                  <a:lnTo>
                    <a:pt x="304228" y="360934"/>
                  </a:lnTo>
                  <a:lnTo>
                    <a:pt x="291274" y="363220"/>
                  </a:lnTo>
                  <a:lnTo>
                    <a:pt x="283527" y="363220"/>
                  </a:lnTo>
                  <a:lnTo>
                    <a:pt x="246316" y="354203"/>
                  </a:lnTo>
                  <a:lnTo>
                    <a:pt x="239204" y="346964"/>
                  </a:lnTo>
                  <a:lnTo>
                    <a:pt x="236410" y="342900"/>
                  </a:lnTo>
                  <a:lnTo>
                    <a:pt x="235267" y="338582"/>
                  </a:lnTo>
                  <a:lnTo>
                    <a:pt x="235775" y="333883"/>
                  </a:lnTo>
                  <a:lnTo>
                    <a:pt x="236029" y="330835"/>
                  </a:lnTo>
                  <a:lnTo>
                    <a:pt x="253555" y="317500"/>
                  </a:lnTo>
                  <a:lnTo>
                    <a:pt x="254190" y="310769"/>
                  </a:lnTo>
                  <a:lnTo>
                    <a:pt x="229895" y="332232"/>
                  </a:lnTo>
                  <a:lnTo>
                    <a:pt x="229222" y="338582"/>
                  </a:lnTo>
                  <a:lnTo>
                    <a:pt x="254850" y="371665"/>
                  </a:lnTo>
                  <a:lnTo>
                    <a:pt x="285330" y="376834"/>
                  </a:lnTo>
                  <a:lnTo>
                    <a:pt x="294944" y="376110"/>
                  </a:lnTo>
                  <a:lnTo>
                    <a:pt x="303237" y="374167"/>
                  </a:lnTo>
                  <a:lnTo>
                    <a:pt x="310197" y="370967"/>
                  </a:lnTo>
                  <a:lnTo>
                    <a:pt x="315861" y="366547"/>
                  </a:lnTo>
                  <a:lnTo>
                    <a:pt x="318376" y="363220"/>
                  </a:lnTo>
                  <a:lnTo>
                    <a:pt x="320141" y="360895"/>
                  </a:lnTo>
                  <a:lnTo>
                    <a:pt x="323062" y="354025"/>
                  </a:lnTo>
                  <a:lnTo>
                    <a:pt x="324675" y="345948"/>
                  </a:lnTo>
                  <a:lnTo>
                    <a:pt x="325183" y="340614"/>
                  </a:lnTo>
                  <a:close/>
                </a:path>
                <a:path w="1275079" h="377189">
                  <a:moveTo>
                    <a:pt x="334454" y="238125"/>
                  </a:moveTo>
                  <a:lnTo>
                    <a:pt x="331025" y="237744"/>
                  </a:lnTo>
                  <a:lnTo>
                    <a:pt x="330136" y="240411"/>
                  </a:lnTo>
                  <a:lnTo>
                    <a:pt x="329120" y="242062"/>
                  </a:lnTo>
                  <a:lnTo>
                    <a:pt x="328231" y="242824"/>
                  </a:lnTo>
                  <a:lnTo>
                    <a:pt x="327342" y="243713"/>
                  </a:lnTo>
                  <a:lnTo>
                    <a:pt x="326199" y="244221"/>
                  </a:lnTo>
                  <a:lnTo>
                    <a:pt x="324675" y="244348"/>
                  </a:lnTo>
                  <a:lnTo>
                    <a:pt x="323278" y="244602"/>
                  </a:lnTo>
                  <a:lnTo>
                    <a:pt x="320611" y="244475"/>
                  </a:lnTo>
                  <a:lnTo>
                    <a:pt x="287210" y="241046"/>
                  </a:lnTo>
                  <a:lnTo>
                    <a:pt x="284162" y="241046"/>
                  </a:lnTo>
                  <a:lnTo>
                    <a:pt x="265493" y="261874"/>
                  </a:lnTo>
                  <a:lnTo>
                    <a:pt x="266509" y="266065"/>
                  </a:lnTo>
                  <a:lnTo>
                    <a:pt x="267398" y="268097"/>
                  </a:lnTo>
                  <a:lnTo>
                    <a:pt x="268668" y="270383"/>
                  </a:lnTo>
                  <a:lnTo>
                    <a:pt x="269811" y="272542"/>
                  </a:lnTo>
                  <a:lnTo>
                    <a:pt x="272097" y="275590"/>
                  </a:lnTo>
                  <a:lnTo>
                    <a:pt x="275272" y="279527"/>
                  </a:lnTo>
                  <a:lnTo>
                    <a:pt x="275272" y="279781"/>
                  </a:lnTo>
                  <a:lnTo>
                    <a:pt x="232219" y="275463"/>
                  </a:lnTo>
                  <a:lnTo>
                    <a:pt x="231736" y="279273"/>
                  </a:lnTo>
                  <a:lnTo>
                    <a:pt x="230822" y="296037"/>
                  </a:lnTo>
                  <a:lnTo>
                    <a:pt x="234378" y="296418"/>
                  </a:lnTo>
                  <a:lnTo>
                    <a:pt x="235013" y="294132"/>
                  </a:lnTo>
                  <a:lnTo>
                    <a:pt x="235521" y="292608"/>
                  </a:lnTo>
                  <a:lnTo>
                    <a:pt x="236537" y="290830"/>
                  </a:lnTo>
                  <a:lnTo>
                    <a:pt x="237172" y="290195"/>
                  </a:lnTo>
                  <a:lnTo>
                    <a:pt x="237934" y="289814"/>
                  </a:lnTo>
                  <a:lnTo>
                    <a:pt x="238569" y="289306"/>
                  </a:lnTo>
                  <a:lnTo>
                    <a:pt x="239585" y="289052"/>
                  </a:lnTo>
                  <a:lnTo>
                    <a:pt x="240855" y="288798"/>
                  </a:lnTo>
                  <a:lnTo>
                    <a:pt x="242125" y="288671"/>
                  </a:lnTo>
                  <a:lnTo>
                    <a:pt x="245300" y="288671"/>
                  </a:lnTo>
                  <a:lnTo>
                    <a:pt x="247078" y="288798"/>
                  </a:lnTo>
                  <a:lnTo>
                    <a:pt x="250126" y="289052"/>
                  </a:lnTo>
                  <a:lnTo>
                    <a:pt x="254444" y="289560"/>
                  </a:lnTo>
                  <a:lnTo>
                    <a:pt x="311467" y="295275"/>
                  </a:lnTo>
                  <a:lnTo>
                    <a:pt x="314515" y="295656"/>
                  </a:lnTo>
                  <a:lnTo>
                    <a:pt x="316801" y="295910"/>
                  </a:lnTo>
                  <a:lnTo>
                    <a:pt x="318325" y="296291"/>
                  </a:lnTo>
                  <a:lnTo>
                    <a:pt x="324294" y="304419"/>
                  </a:lnTo>
                  <a:lnTo>
                    <a:pt x="327723" y="304673"/>
                  </a:lnTo>
                  <a:lnTo>
                    <a:pt x="329298" y="288671"/>
                  </a:lnTo>
                  <a:lnTo>
                    <a:pt x="329755" y="284099"/>
                  </a:lnTo>
                  <a:lnTo>
                    <a:pt x="330390" y="277749"/>
                  </a:lnTo>
                  <a:lnTo>
                    <a:pt x="327088" y="277368"/>
                  </a:lnTo>
                  <a:lnTo>
                    <a:pt x="325970" y="280035"/>
                  </a:lnTo>
                  <a:lnTo>
                    <a:pt x="325691" y="280670"/>
                  </a:lnTo>
                  <a:lnTo>
                    <a:pt x="324421" y="282448"/>
                  </a:lnTo>
                  <a:lnTo>
                    <a:pt x="323532" y="283083"/>
                  </a:lnTo>
                  <a:lnTo>
                    <a:pt x="321754" y="283845"/>
                  </a:lnTo>
                  <a:lnTo>
                    <a:pt x="320611" y="283972"/>
                  </a:lnTo>
                  <a:lnTo>
                    <a:pt x="319214" y="283972"/>
                  </a:lnTo>
                  <a:lnTo>
                    <a:pt x="317944" y="284099"/>
                  </a:lnTo>
                  <a:lnTo>
                    <a:pt x="315658" y="283845"/>
                  </a:lnTo>
                  <a:lnTo>
                    <a:pt x="312610" y="283591"/>
                  </a:lnTo>
                  <a:lnTo>
                    <a:pt x="286575" y="280924"/>
                  </a:lnTo>
                  <a:lnTo>
                    <a:pt x="273113" y="267208"/>
                  </a:lnTo>
                  <a:lnTo>
                    <a:pt x="273240" y="263652"/>
                  </a:lnTo>
                  <a:lnTo>
                    <a:pt x="287210" y="253238"/>
                  </a:lnTo>
                  <a:lnTo>
                    <a:pt x="291782" y="253365"/>
                  </a:lnTo>
                  <a:lnTo>
                    <a:pt x="325818" y="258572"/>
                  </a:lnTo>
                  <a:lnTo>
                    <a:pt x="326453" y="259080"/>
                  </a:lnTo>
                  <a:lnTo>
                    <a:pt x="326961" y="259842"/>
                  </a:lnTo>
                  <a:lnTo>
                    <a:pt x="327342" y="260604"/>
                  </a:lnTo>
                  <a:lnTo>
                    <a:pt x="327977" y="262763"/>
                  </a:lnTo>
                  <a:lnTo>
                    <a:pt x="328358" y="264541"/>
                  </a:lnTo>
                  <a:lnTo>
                    <a:pt x="331660" y="264922"/>
                  </a:lnTo>
                  <a:lnTo>
                    <a:pt x="332867" y="253238"/>
                  </a:lnTo>
                  <a:lnTo>
                    <a:pt x="333768" y="244602"/>
                  </a:lnTo>
                  <a:lnTo>
                    <a:pt x="334454" y="238125"/>
                  </a:lnTo>
                  <a:close/>
                </a:path>
                <a:path w="1275079" h="377189">
                  <a:moveTo>
                    <a:pt x="342201" y="160528"/>
                  </a:moveTo>
                  <a:lnTo>
                    <a:pt x="338772" y="160147"/>
                  </a:lnTo>
                  <a:lnTo>
                    <a:pt x="338010" y="162560"/>
                  </a:lnTo>
                  <a:lnTo>
                    <a:pt x="337248" y="164211"/>
                  </a:lnTo>
                  <a:lnTo>
                    <a:pt x="331914" y="167640"/>
                  </a:lnTo>
                  <a:lnTo>
                    <a:pt x="330390" y="167513"/>
                  </a:lnTo>
                  <a:lnTo>
                    <a:pt x="328866" y="167513"/>
                  </a:lnTo>
                  <a:lnTo>
                    <a:pt x="326326" y="167386"/>
                  </a:lnTo>
                  <a:lnTo>
                    <a:pt x="276288" y="162306"/>
                  </a:lnTo>
                  <a:lnTo>
                    <a:pt x="274383" y="181737"/>
                  </a:lnTo>
                  <a:lnTo>
                    <a:pt x="277685" y="181991"/>
                  </a:lnTo>
                  <a:lnTo>
                    <a:pt x="278828" y="179070"/>
                  </a:lnTo>
                  <a:lnTo>
                    <a:pt x="279844" y="177546"/>
                  </a:lnTo>
                  <a:lnTo>
                    <a:pt x="284924" y="175387"/>
                  </a:lnTo>
                  <a:lnTo>
                    <a:pt x="287464" y="175387"/>
                  </a:lnTo>
                  <a:lnTo>
                    <a:pt x="326453" y="182753"/>
                  </a:lnTo>
                  <a:lnTo>
                    <a:pt x="327977" y="184912"/>
                  </a:lnTo>
                  <a:lnTo>
                    <a:pt x="329501" y="186944"/>
                  </a:lnTo>
                  <a:lnTo>
                    <a:pt x="330517" y="188849"/>
                  </a:lnTo>
                  <a:lnTo>
                    <a:pt x="331533" y="192151"/>
                  </a:lnTo>
                  <a:lnTo>
                    <a:pt x="331787" y="193929"/>
                  </a:lnTo>
                  <a:lnTo>
                    <a:pt x="331533" y="195580"/>
                  </a:lnTo>
                  <a:lnTo>
                    <a:pt x="331279" y="198247"/>
                  </a:lnTo>
                  <a:lnTo>
                    <a:pt x="330644" y="200279"/>
                  </a:lnTo>
                  <a:lnTo>
                    <a:pt x="328358" y="203073"/>
                  </a:lnTo>
                  <a:lnTo>
                    <a:pt x="327088" y="204089"/>
                  </a:lnTo>
                  <a:lnTo>
                    <a:pt x="325564" y="204724"/>
                  </a:lnTo>
                  <a:lnTo>
                    <a:pt x="324167" y="205486"/>
                  </a:lnTo>
                  <a:lnTo>
                    <a:pt x="322008" y="205867"/>
                  </a:lnTo>
                  <a:lnTo>
                    <a:pt x="316293" y="206121"/>
                  </a:lnTo>
                  <a:lnTo>
                    <a:pt x="312229" y="205867"/>
                  </a:lnTo>
                  <a:lnTo>
                    <a:pt x="272351" y="201930"/>
                  </a:lnTo>
                  <a:lnTo>
                    <a:pt x="270319" y="221234"/>
                  </a:lnTo>
                  <a:lnTo>
                    <a:pt x="273621" y="221615"/>
                  </a:lnTo>
                  <a:lnTo>
                    <a:pt x="274637" y="218821"/>
                  </a:lnTo>
                  <a:lnTo>
                    <a:pt x="275653" y="217170"/>
                  </a:lnTo>
                  <a:lnTo>
                    <a:pt x="276542" y="216408"/>
                  </a:lnTo>
                  <a:lnTo>
                    <a:pt x="277558" y="215646"/>
                  </a:lnTo>
                  <a:lnTo>
                    <a:pt x="278701" y="215138"/>
                  </a:lnTo>
                  <a:lnTo>
                    <a:pt x="281622" y="214884"/>
                  </a:lnTo>
                  <a:lnTo>
                    <a:pt x="284289" y="215011"/>
                  </a:lnTo>
                  <a:lnTo>
                    <a:pt x="319722" y="218567"/>
                  </a:lnTo>
                  <a:lnTo>
                    <a:pt x="324421" y="218313"/>
                  </a:lnTo>
                  <a:lnTo>
                    <a:pt x="327723" y="217424"/>
                  </a:lnTo>
                  <a:lnTo>
                    <a:pt x="331152" y="216408"/>
                  </a:lnTo>
                  <a:lnTo>
                    <a:pt x="333438" y="214884"/>
                  </a:lnTo>
                  <a:lnTo>
                    <a:pt x="333819" y="214630"/>
                  </a:lnTo>
                  <a:lnTo>
                    <a:pt x="337629" y="209550"/>
                  </a:lnTo>
                  <a:lnTo>
                    <a:pt x="338772" y="206248"/>
                  </a:lnTo>
                  <a:lnTo>
                    <a:pt x="338772" y="206121"/>
                  </a:lnTo>
                  <a:lnTo>
                    <a:pt x="339178" y="201930"/>
                  </a:lnTo>
                  <a:lnTo>
                    <a:pt x="329374" y="179832"/>
                  </a:lnTo>
                  <a:lnTo>
                    <a:pt x="329755" y="178816"/>
                  </a:lnTo>
                  <a:lnTo>
                    <a:pt x="340931" y="180340"/>
                  </a:lnTo>
                  <a:lnTo>
                    <a:pt x="341071" y="178816"/>
                  </a:lnTo>
                  <a:lnTo>
                    <a:pt x="341312" y="176276"/>
                  </a:lnTo>
                  <a:lnTo>
                    <a:pt x="341350" y="175387"/>
                  </a:lnTo>
                  <a:lnTo>
                    <a:pt x="341795" y="167640"/>
                  </a:lnTo>
                  <a:lnTo>
                    <a:pt x="342201" y="160528"/>
                  </a:lnTo>
                  <a:close/>
                </a:path>
                <a:path w="1275079" h="377189">
                  <a:moveTo>
                    <a:pt x="350075" y="82550"/>
                  </a:moveTo>
                  <a:lnTo>
                    <a:pt x="346773" y="82169"/>
                  </a:lnTo>
                  <a:lnTo>
                    <a:pt x="346011" y="84328"/>
                  </a:lnTo>
                  <a:lnTo>
                    <a:pt x="345249" y="85725"/>
                  </a:lnTo>
                  <a:lnTo>
                    <a:pt x="344614" y="86487"/>
                  </a:lnTo>
                  <a:lnTo>
                    <a:pt x="344106" y="87376"/>
                  </a:lnTo>
                  <a:lnTo>
                    <a:pt x="343344" y="88011"/>
                  </a:lnTo>
                  <a:lnTo>
                    <a:pt x="342582" y="88265"/>
                  </a:lnTo>
                  <a:lnTo>
                    <a:pt x="341693" y="88646"/>
                  </a:lnTo>
                  <a:lnTo>
                    <a:pt x="340550" y="88900"/>
                  </a:lnTo>
                  <a:lnTo>
                    <a:pt x="339153" y="88900"/>
                  </a:lnTo>
                  <a:lnTo>
                    <a:pt x="337756" y="89027"/>
                  </a:lnTo>
                  <a:lnTo>
                    <a:pt x="335470" y="88900"/>
                  </a:lnTo>
                  <a:lnTo>
                    <a:pt x="332295" y="88519"/>
                  </a:lnTo>
                  <a:lnTo>
                    <a:pt x="302831" y="85598"/>
                  </a:lnTo>
                  <a:lnTo>
                    <a:pt x="299783" y="85471"/>
                  </a:lnTo>
                  <a:lnTo>
                    <a:pt x="294703" y="85979"/>
                  </a:lnTo>
                  <a:lnTo>
                    <a:pt x="292544" y="86487"/>
                  </a:lnTo>
                  <a:lnTo>
                    <a:pt x="290766" y="87249"/>
                  </a:lnTo>
                  <a:lnTo>
                    <a:pt x="288861" y="88011"/>
                  </a:lnTo>
                  <a:lnTo>
                    <a:pt x="281114" y="104267"/>
                  </a:lnTo>
                  <a:lnTo>
                    <a:pt x="281241" y="106426"/>
                  </a:lnTo>
                  <a:lnTo>
                    <a:pt x="281876" y="108585"/>
                  </a:lnTo>
                  <a:lnTo>
                    <a:pt x="282384" y="110744"/>
                  </a:lnTo>
                  <a:lnTo>
                    <a:pt x="283273" y="113030"/>
                  </a:lnTo>
                  <a:lnTo>
                    <a:pt x="285813" y="117348"/>
                  </a:lnTo>
                  <a:lnTo>
                    <a:pt x="287972" y="120396"/>
                  </a:lnTo>
                  <a:lnTo>
                    <a:pt x="291020" y="124079"/>
                  </a:lnTo>
                  <a:lnTo>
                    <a:pt x="290639" y="124968"/>
                  </a:lnTo>
                  <a:lnTo>
                    <a:pt x="279590" y="123063"/>
                  </a:lnTo>
                  <a:lnTo>
                    <a:pt x="279209" y="127254"/>
                  </a:lnTo>
                  <a:lnTo>
                    <a:pt x="278193" y="143256"/>
                  </a:lnTo>
                  <a:lnTo>
                    <a:pt x="281876" y="143637"/>
                  </a:lnTo>
                  <a:lnTo>
                    <a:pt x="282384" y="141605"/>
                  </a:lnTo>
                  <a:lnTo>
                    <a:pt x="283019" y="140081"/>
                  </a:lnTo>
                  <a:lnTo>
                    <a:pt x="283654" y="139065"/>
                  </a:lnTo>
                  <a:lnTo>
                    <a:pt x="284289" y="137922"/>
                  </a:lnTo>
                  <a:lnTo>
                    <a:pt x="285178" y="137287"/>
                  </a:lnTo>
                  <a:lnTo>
                    <a:pt x="286321" y="136779"/>
                  </a:lnTo>
                  <a:lnTo>
                    <a:pt x="287337" y="136398"/>
                  </a:lnTo>
                  <a:lnTo>
                    <a:pt x="288861" y="136144"/>
                  </a:lnTo>
                  <a:lnTo>
                    <a:pt x="292417" y="136398"/>
                  </a:lnTo>
                  <a:lnTo>
                    <a:pt x="294703" y="136525"/>
                  </a:lnTo>
                  <a:lnTo>
                    <a:pt x="332803" y="140589"/>
                  </a:lnTo>
                  <a:lnTo>
                    <a:pt x="339026" y="144653"/>
                  </a:lnTo>
                  <a:lnTo>
                    <a:pt x="339407" y="145415"/>
                  </a:lnTo>
                  <a:lnTo>
                    <a:pt x="339788" y="146685"/>
                  </a:lnTo>
                  <a:lnTo>
                    <a:pt x="340042" y="148590"/>
                  </a:lnTo>
                  <a:lnTo>
                    <a:pt x="343471" y="148844"/>
                  </a:lnTo>
                  <a:lnTo>
                    <a:pt x="344728" y="136144"/>
                  </a:lnTo>
                  <a:lnTo>
                    <a:pt x="345490" y="128651"/>
                  </a:lnTo>
                  <a:lnTo>
                    <a:pt x="346138" y="122174"/>
                  </a:lnTo>
                  <a:lnTo>
                    <a:pt x="342836" y="121920"/>
                  </a:lnTo>
                  <a:lnTo>
                    <a:pt x="341947" y="124079"/>
                  </a:lnTo>
                  <a:lnTo>
                    <a:pt x="341058" y="125730"/>
                  </a:lnTo>
                  <a:lnTo>
                    <a:pt x="340169" y="126619"/>
                  </a:lnTo>
                  <a:lnTo>
                    <a:pt x="339280" y="127635"/>
                  </a:lnTo>
                  <a:lnTo>
                    <a:pt x="338137" y="128143"/>
                  </a:lnTo>
                  <a:lnTo>
                    <a:pt x="334962" y="128651"/>
                  </a:lnTo>
                  <a:lnTo>
                    <a:pt x="332295" y="128524"/>
                  </a:lnTo>
                  <a:lnTo>
                    <a:pt x="302958" y="125476"/>
                  </a:lnTo>
                  <a:lnTo>
                    <a:pt x="300799" y="125349"/>
                  </a:lnTo>
                  <a:lnTo>
                    <a:pt x="299656" y="124968"/>
                  </a:lnTo>
                  <a:lnTo>
                    <a:pt x="298894" y="124714"/>
                  </a:lnTo>
                  <a:lnTo>
                    <a:pt x="297243" y="123698"/>
                  </a:lnTo>
                  <a:lnTo>
                    <a:pt x="289496" y="113411"/>
                  </a:lnTo>
                  <a:lnTo>
                    <a:pt x="288861" y="111760"/>
                  </a:lnTo>
                  <a:lnTo>
                    <a:pt x="288861" y="108204"/>
                  </a:lnTo>
                  <a:lnTo>
                    <a:pt x="289115" y="106426"/>
                  </a:lnTo>
                  <a:lnTo>
                    <a:pt x="294449" y="99314"/>
                  </a:lnTo>
                  <a:lnTo>
                    <a:pt x="295338" y="98806"/>
                  </a:lnTo>
                  <a:lnTo>
                    <a:pt x="296735" y="98425"/>
                  </a:lnTo>
                  <a:lnTo>
                    <a:pt x="300164" y="97917"/>
                  </a:lnTo>
                  <a:lnTo>
                    <a:pt x="302323" y="97790"/>
                  </a:lnTo>
                  <a:lnTo>
                    <a:pt x="304863" y="97917"/>
                  </a:lnTo>
                  <a:lnTo>
                    <a:pt x="307530" y="97917"/>
                  </a:lnTo>
                  <a:lnTo>
                    <a:pt x="313626" y="98425"/>
                  </a:lnTo>
                  <a:lnTo>
                    <a:pt x="331406" y="100330"/>
                  </a:lnTo>
                  <a:lnTo>
                    <a:pt x="334454" y="100584"/>
                  </a:lnTo>
                  <a:lnTo>
                    <a:pt x="336740" y="100965"/>
                  </a:lnTo>
                  <a:lnTo>
                    <a:pt x="338264" y="101473"/>
                  </a:lnTo>
                  <a:lnTo>
                    <a:pt x="339788" y="101854"/>
                  </a:lnTo>
                  <a:lnTo>
                    <a:pt x="344106" y="109093"/>
                  </a:lnTo>
                  <a:lnTo>
                    <a:pt x="347408" y="109347"/>
                  </a:lnTo>
                  <a:lnTo>
                    <a:pt x="348551" y="97790"/>
                  </a:lnTo>
                  <a:lnTo>
                    <a:pt x="349427" y="89027"/>
                  </a:lnTo>
                  <a:lnTo>
                    <a:pt x="350075" y="82550"/>
                  </a:lnTo>
                  <a:close/>
                </a:path>
                <a:path w="1275079" h="377189">
                  <a:moveTo>
                    <a:pt x="358076" y="4318"/>
                  </a:moveTo>
                  <a:lnTo>
                    <a:pt x="354647" y="4076"/>
                  </a:lnTo>
                  <a:lnTo>
                    <a:pt x="354012" y="6096"/>
                  </a:lnTo>
                  <a:lnTo>
                    <a:pt x="352869" y="8013"/>
                  </a:lnTo>
                  <a:lnTo>
                    <a:pt x="349694" y="11430"/>
                  </a:lnTo>
                  <a:lnTo>
                    <a:pt x="347281" y="13208"/>
                  </a:lnTo>
                  <a:lnTo>
                    <a:pt x="316420" y="32258"/>
                  </a:lnTo>
                  <a:lnTo>
                    <a:pt x="310489" y="24650"/>
                  </a:lnTo>
                  <a:lnTo>
                    <a:pt x="296100" y="254"/>
                  </a:lnTo>
                  <a:lnTo>
                    <a:pt x="292671" y="0"/>
                  </a:lnTo>
                  <a:lnTo>
                    <a:pt x="289750" y="29337"/>
                  </a:lnTo>
                  <a:lnTo>
                    <a:pt x="293052" y="29591"/>
                  </a:lnTo>
                  <a:lnTo>
                    <a:pt x="293560" y="27825"/>
                  </a:lnTo>
                  <a:lnTo>
                    <a:pt x="294195" y="26416"/>
                  </a:lnTo>
                  <a:lnTo>
                    <a:pt x="295973" y="24892"/>
                  </a:lnTo>
                  <a:lnTo>
                    <a:pt x="296989" y="24650"/>
                  </a:lnTo>
                  <a:lnTo>
                    <a:pt x="298386" y="24777"/>
                  </a:lnTo>
                  <a:lnTo>
                    <a:pt x="304736" y="28194"/>
                  </a:lnTo>
                  <a:lnTo>
                    <a:pt x="306006" y="29337"/>
                  </a:lnTo>
                  <a:lnTo>
                    <a:pt x="307530" y="31127"/>
                  </a:lnTo>
                  <a:lnTo>
                    <a:pt x="309181" y="33413"/>
                  </a:lnTo>
                  <a:lnTo>
                    <a:pt x="311213" y="36068"/>
                  </a:lnTo>
                  <a:lnTo>
                    <a:pt x="312737" y="38239"/>
                  </a:lnTo>
                  <a:lnTo>
                    <a:pt x="313563" y="39763"/>
                  </a:lnTo>
                  <a:lnTo>
                    <a:pt x="314388" y="41148"/>
                  </a:lnTo>
                  <a:lnTo>
                    <a:pt x="315023" y="42418"/>
                  </a:lnTo>
                  <a:lnTo>
                    <a:pt x="315277" y="43700"/>
                  </a:lnTo>
                  <a:lnTo>
                    <a:pt x="315379" y="44069"/>
                  </a:lnTo>
                  <a:lnTo>
                    <a:pt x="315404" y="47371"/>
                  </a:lnTo>
                  <a:lnTo>
                    <a:pt x="315150" y="49530"/>
                  </a:lnTo>
                  <a:lnTo>
                    <a:pt x="255587" y="43561"/>
                  </a:lnTo>
                  <a:lnTo>
                    <a:pt x="255219" y="47371"/>
                  </a:lnTo>
                  <a:lnTo>
                    <a:pt x="254190" y="64135"/>
                  </a:lnTo>
                  <a:lnTo>
                    <a:pt x="257746" y="64516"/>
                  </a:lnTo>
                  <a:lnTo>
                    <a:pt x="258381" y="62230"/>
                  </a:lnTo>
                  <a:lnTo>
                    <a:pt x="259016" y="60579"/>
                  </a:lnTo>
                  <a:lnTo>
                    <a:pt x="259524" y="59817"/>
                  </a:lnTo>
                  <a:lnTo>
                    <a:pt x="260032" y="58928"/>
                  </a:lnTo>
                  <a:lnTo>
                    <a:pt x="260540" y="58293"/>
                  </a:lnTo>
                  <a:lnTo>
                    <a:pt x="267017" y="56642"/>
                  </a:lnTo>
                  <a:lnTo>
                    <a:pt x="273494" y="57162"/>
                  </a:lnTo>
                  <a:lnTo>
                    <a:pt x="277812" y="57658"/>
                  </a:lnTo>
                  <a:lnTo>
                    <a:pt x="337375" y="63639"/>
                  </a:lnTo>
                  <a:lnTo>
                    <a:pt x="339280" y="63881"/>
                  </a:lnTo>
                  <a:lnTo>
                    <a:pt x="340804" y="64262"/>
                  </a:lnTo>
                  <a:lnTo>
                    <a:pt x="342328" y="64516"/>
                  </a:lnTo>
                  <a:lnTo>
                    <a:pt x="346392" y="67576"/>
                  </a:lnTo>
                  <a:lnTo>
                    <a:pt x="347027" y="68453"/>
                  </a:lnTo>
                  <a:lnTo>
                    <a:pt x="347408" y="70104"/>
                  </a:lnTo>
                  <a:lnTo>
                    <a:pt x="347789" y="72517"/>
                  </a:lnTo>
                  <a:lnTo>
                    <a:pt x="351091" y="72771"/>
                  </a:lnTo>
                  <a:lnTo>
                    <a:pt x="352755" y="56642"/>
                  </a:lnTo>
                  <a:lnTo>
                    <a:pt x="353212" y="52197"/>
                  </a:lnTo>
                  <a:lnTo>
                    <a:pt x="353885" y="45720"/>
                  </a:lnTo>
                  <a:lnTo>
                    <a:pt x="350456" y="45466"/>
                  </a:lnTo>
                  <a:lnTo>
                    <a:pt x="349694" y="47637"/>
                  </a:lnTo>
                  <a:lnTo>
                    <a:pt x="348805" y="49288"/>
                  </a:lnTo>
                  <a:lnTo>
                    <a:pt x="347916" y="50177"/>
                  </a:lnTo>
                  <a:lnTo>
                    <a:pt x="347027" y="51181"/>
                  </a:lnTo>
                  <a:lnTo>
                    <a:pt x="345757" y="51701"/>
                  </a:lnTo>
                  <a:lnTo>
                    <a:pt x="342709" y="52197"/>
                  </a:lnTo>
                  <a:lnTo>
                    <a:pt x="339915" y="52070"/>
                  </a:lnTo>
                  <a:lnTo>
                    <a:pt x="319722" y="50050"/>
                  </a:lnTo>
                  <a:lnTo>
                    <a:pt x="322389" y="41414"/>
                  </a:lnTo>
                  <a:lnTo>
                    <a:pt x="323024" y="40767"/>
                  </a:lnTo>
                  <a:lnTo>
                    <a:pt x="349059" y="26301"/>
                  </a:lnTo>
                  <a:lnTo>
                    <a:pt x="349694" y="26416"/>
                  </a:lnTo>
                  <a:lnTo>
                    <a:pt x="350583" y="26543"/>
                  </a:lnTo>
                  <a:lnTo>
                    <a:pt x="352107" y="30099"/>
                  </a:lnTo>
                  <a:lnTo>
                    <a:pt x="355409" y="30480"/>
                  </a:lnTo>
                  <a:lnTo>
                    <a:pt x="355828" y="26301"/>
                  </a:lnTo>
                  <a:lnTo>
                    <a:pt x="358076" y="4318"/>
                  </a:lnTo>
                  <a:close/>
                </a:path>
                <a:path w="1275079" h="377189">
                  <a:moveTo>
                    <a:pt x="554291" y="340614"/>
                  </a:moveTo>
                  <a:lnTo>
                    <a:pt x="554215" y="326009"/>
                  </a:lnTo>
                  <a:lnTo>
                    <a:pt x="553783" y="322199"/>
                  </a:lnTo>
                  <a:lnTo>
                    <a:pt x="553148" y="317754"/>
                  </a:lnTo>
                  <a:lnTo>
                    <a:pt x="533590" y="315849"/>
                  </a:lnTo>
                  <a:lnTo>
                    <a:pt x="532955" y="322580"/>
                  </a:lnTo>
                  <a:lnTo>
                    <a:pt x="537273" y="324485"/>
                  </a:lnTo>
                  <a:lnTo>
                    <a:pt x="540575" y="326390"/>
                  </a:lnTo>
                  <a:lnTo>
                    <a:pt x="542734" y="328168"/>
                  </a:lnTo>
                  <a:lnTo>
                    <a:pt x="544893" y="330073"/>
                  </a:lnTo>
                  <a:lnTo>
                    <a:pt x="546417" y="332232"/>
                  </a:lnTo>
                  <a:lnTo>
                    <a:pt x="547179" y="334645"/>
                  </a:lnTo>
                  <a:lnTo>
                    <a:pt x="548068" y="337185"/>
                  </a:lnTo>
                  <a:lnTo>
                    <a:pt x="548144" y="340614"/>
                  </a:lnTo>
                  <a:lnTo>
                    <a:pt x="547814" y="343916"/>
                  </a:lnTo>
                  <a:lnTo>
                    <a:pt x="547433" y="348869"/>
                  </a:lnTo>
                  <a:lnTo>
                    <a:pt x="545401" y="352806"/>
                  </a:lnTo>
                  <a:lnTo>
                    <a:pt x="538289" y="358902"/>
                  </a:lnTo>
                  <a:lnTo>
                    <a:pt x="533336" y="360934"/>
                  </a:lnTo>
                  <a:lnTo>
                    <a:pt x="520382" y="363220"/>
                  </a:lnTo>
                  <a:lnTo>
                    <a:pt x="512635" y="363220"/>
                  </a:lnTo>
                  <a:lnTo>
                    <a:pt x="475424" y="354203"/>
                  </a:lnTo>
                  <a:lnTo>
                    <a:pt x="468312" y="346964"/>
                  </a:lnTo>
                  <a:lnTo>
                    <a:pt x="465518" y="342900"/>
                  </a:lnTo>
                  <a:lnTo>
                    <a:pt x="464375" y="338582"/>
                  </a:lnTo>
                  <a:lnTo>
                    <a:pt x="464883" y="333883"/>
                  </a:lnTo>
                  <a:lnTo>
                    <a:pt x="465137" y="330835"/>
                  </a:lnTo>
                  <a:lnTo>
                    <a:pt x="482663" y="317500"/>
                  </a:lnTo>
                  <a:lnTo>
                    <a:pt x="483298" y="310769"/>
                  </a:lnTo>
                  <a:lnTo>
                    <a:pt x="459003" y="332232"/>
                  </a:lnTo>
                  <a:lnTo>
                    <a:pt x="458330" y="338582"/>
                  </a:lnTo>
                  <a:lnTo>
                    <a:pt x="483958" y="371665"/>
                  </a:lnTo>
                  <a:lnTo>
                    <a:pt x="514438" y="376834"/>
                  </a:lnTo>
                  <a:lnTo>
                    <a:pt x="524065" y="376110"/>
                  </a:lnTo>
                  <a:lnTo>
                    <a:pt x="532345" y="374167"/>
                  </a:lnTo>
                  <a:lnTo>
                    <a:pt x="539305" y="370967"/>
                  </a:lnTo>
                  <a:lnTo>
                    <a:pt x="544969" y="366547"/>
                  </a:lnTo>
                  <a:lnTo>
                    <a:pt x="547484" y="363220"/>
                  </a:lnTo>
                  <a:lnTo>
                    <a:pt x="549249" y="360895"/>
                  </a:lnTo>
                  <a:lnTo>
                    <a:pt x="552170" y="354025"/>
                  </a:lnTo>
                  <a:lnTo>
                    <a:pt x="553783" y="345948"/>
                  </a:lnTo>
                  <a:lnTo>
                    <a:pt x="554291" y="340614"/>
                  </a:lnTo>
                  <a:close/>
                </a:path>
                <a:path w="1275079" h="377189">
                  <a:moveTo>
                    <a:pt x="563562" y="238125"/>
                  </a:moveTo>
                  <a:lnTo>
                    <a:pt x="560133" y="237744"/>
                  </a:lnTo>
                  <a:lnTo>
                    <a:pt x="559244" y="240411"/>
                  </a:lnTo>
                  <a:lnTo>
                    <a:pt x="558228" y="242062"/>
                  </a:lnTo>
                  <a:lnTo>
                    <a:pt x="557339" y="242824"/>
                  </a:lnTo>
                  <a:lnTo>
                    <a:pt x="556450" y="243713"/>
                  </a:lnTo>
                  <a:lnTo>
                    <a:pt x="555307" y="244221"/>
                  </a:lnTo>
                  <a:lnTo>
                    <a:pt x="553783" y="244348"/>
                  </a:lnTo>
                  <a:lnTo>
                    <a:pt x="552386" y="244602"/>
                  </a:lnTo>
                  <a:lnTo>
                    <a:pt x="549719" y="244475"/>
                  </a:lnTo>
                  <a:lnTo>
                    <a:pt x="545655" y="244094"/>
                  </a:lnTo>
                  <a:lnTo>
                    <a:pt x="516318" y="241046"/>
                  </a:lnTo>
                  <a:lnTo>
                    <a:pt x="513270" y="241046"/>
                  </a:lnTo>
                  <a:lnTo>
                    <a:pt x="494601" y="261874"/>
                  </a:lnTo>
                  <a:lnTo>
                    <a:pt x="495617" y="266065"/>
                  </a:lnTo>
                  <a:lnTo>
                    <a:pt x="496506" y="268097"/>
                  </a:lnTo>
                  <a:lnTo>
                    <a:pt x="497776" y="270383"/>
                  </a:lnTo>
                  <a:lnTo>
                    <a:pt x="498919" y="272542"/>
                  </a:lnTo>
                  <a:lnTo>
                    <a:pt x="501205" y="275590"/>
                  </a:lnTo>
                  <a:lnTo>
                    <a:pt x="504380" y="279527"/>
                  </a:lnTo>
                  <a:lnTo>
                    <a:pt x="504380" y="279781"/>
                  </a:lnTo>
                  <a:lnTo>
                    <a:pt x="461327" y="275463"/>
                  </a:lnTo>
                  <a:lnTo>
                    <a:pt x="460844" y="279273"/>
                  </a:lnTo>
                  <a:lnTo>
                    <a:pt x="459930" y="296037"/>
                  </a:lnTo>
                  <a:lnTo>
                    <a:pt x="463486" y="296418"/>
                  </a:lnTo>
                  <a:lnTo>
                    <a:pt x="464121" y="294132"/>
                  </a:lnTo>
                  <a:lnTo>
                    <a:pt x="464629" y="292608"/>
                  </a:lnTo>
                  <a:lnTo>
                    <a:pt x="465645" y="290830"/>
                  </a:lnTo>
                  <a:lnTo>
                    <a:pt x="466280" y="290195"/>
                  </a:lnTo>
                  <a:lnTo>
                    <a:pt x="467042" y="289814"/>
                  </a:lnTo>
                  <a:lnTo>
                    <a:pt x="467677" y="289306"/>
                  </a:lnTo>
                  <a:lnTo>
                    <a:pt x="468693" y="289052"/>
                  </a:lnTo>
                  <a:lnTo>
                    <a:pt x="469963" y="288798"/>
                  </a:lnTo>
                  <a:lnTo>
                    <a:pt x="471233" y="288671"/>
                  </a:lnTo>
                  <a:lnTo>
                    <a:pt x="474408" y="288671"/>
                  </a:lnTo>
                  <a:lnTo>
                    <a:pt x="476186" y="288798"/>
                  </a:lnTo>
                  <a:lnTo>
                    <a:pt x="479234" y="289052"/>
                  </a:lnTo>
                  <a:lnTo>
                    <a:pt x="483552" y="289560"/>
                  </a:lnTo>
                  <a:lnTo>
                    <a:pt x="540575" y="295275"/>
                  </a:lnTo>
                  <a:lnTo>
                    <a:pt x="543623" y="295656"/>
                  </a:lnTo>
                  <a:lnTo>
                    <a:pt x="545909" y="295910"/>
                  </a:lnTo>
                  <a:lnTo>
                    <a:pt x="547433" y="296291"/>
                  </a:lnTo>
                  <a:lnTo>
                    <a:pt x="552259" y="299974"/>
                  </a:lnTo>
                  <a:lnTo>
                    <a:pt x="552767" y="300863"/>
                  </a:lnTo>
                  <a:lnTo>
                    <a:pt x="553148" y="302387"/>
                  </a:lnTo>
                  <a:lnTo>
                    <a:pt x="553402" y="304419"/>
                  </a:lnTo>
                  <a:lnTo>
                    <a:pt x="556831" y="304673"/>
                  </a:lnTo>
                  <a:lnTo>
                    <a:pt x="558406" y="288671"/>
                  </a:lnTo>
                  <a:lnTo>
                    <a:pt x="558863" y="284099"/>
                  </a:lnTo>
                  <a:lnTo>
                    <a:pt x="559498" y="277749"/>
                  </a:lnTo>
                  <a:lnTo>
                    <a:pt x="556196" y="277368"/>
                  </a:lnTo>
                  <a:lnTo>
                    <a:pt x="555078" y="280035"/>
                  </a:lnTo>
                  <a:lnTo>
                    <a:pt x="554799" y="280670"/>
                  </a:lnTo>
                  <a:lnTo>
                    <a:pt x="553529" y="282448"/>
                  </a:lnTo>
                  <a:lnTo>
                    <a:pt x="552640" y="283083"/>
                  </a:lnTo>
                  <a:lnTo>
                    <a:pt x="550862" y="283845"/>
                  </a:lnTo>
                  <a:lnTo>
                    <a:pt x="549719" y="283972"/>
                  </a:lnTo>
                  <a:lnTo>
                    <a:pt x="548322" y="283972"/>
                  </a:lnTo>
                  <a:lnTo>
                    <a:pt x="547052" y="284099"/>
                  </a:lnTo>
                  <a:lnTo>
                    <a:pt x="544766" y="283845"/>
                  </a:lnTo>
                  <a:lnTo>
                    <a:pt x="541718" y="283591"/>
                  </a:lnTo>
                  <a:lnTo>
                    <a:pt x="515683" y="280924"/>
                  </a:lnTo>
                  <a:lnTo>
                    <a:pt x="505650" y="274066"/>
                  </a:lnTo>
                  <a:lnTo>
                    <a:pt x="504253" y="272034"/>
                  </a:lnTo>
                  <a:lnTo>
                    <a:pt x="503237" y="270256"/>
                  </a:lnTo>
                  <a:lnTo>
                    <a:pt x="502221" y="267208"/>
                  </a:lnTo>
                  <a:lnTo>
                    <a:pt x="502348" y="263652"/>
                  </a:lnTo>
                  <a:lnTo>
                    <a:pt x="516318" y="253238"/>
                  </a:lnTo>
                  <a:lnTo>
                    <a:pt x="520890" y="253365"/>
                  </a:lnTo>
                  <a:lnTo>
                    <a:pt x="554926" y="258572"/>
                  </a:lnTo>
                  <a:lnTo>
                    <a:pt x="555561" y="259080"/>
                  </a:lnTo>
                  <a:lnTo>
                    <a:pt x="556069" y="259842"/>
                  </a:lnTo>
                  <a:lnTo>
                    <a:pt x="556450" y="260604"/>
                  </a:lnTo>
                  <a:lnTo>
                    <a:pt x="557085" y="262763"/>
                  </a:lnTo>
                  <a:lnTo>
                    <a:pt x="557466" y="264541"/>
                  </a:lnTo>
                  <a:lnTo>
                    <a:pt x="560768" y="264922"/>
                  </a:lnTo>
                  <a:lnTo>
                    <a:pt x="561975" y="253238"/>
                  </a:lnTo>
                  <a:lnTo>
                    <a:pt x="562876" y="244602"/>
                  </a:lnTo>
                  <a:lnTo>
                    <a:pt x="563562" y="238125"/>
                  </a:lnTo>
                  <a:close/>
                </a:path>
                <a:path w="1275079" h="377189">
                  <a:moveTo>
                    <a:pt x="571309" y="160528"/>
                  </a:moveTo>
                  <a:lnTo>
                    <a:pt x="567880" y="160147"/>
                  </a:lnTo>
                  <a:lnTo>
                    <a:pt x="567118" y="162560"/>
                  </a:lnTo>
                  <a:lnTo>
                    <a:pt x="566356" y="164211"/>
                  </a:lnTo>
                  <a:lnTo>
                    <a:pt x="561022" y="167640"/>
                  </a:lnTo>
                  <a:lnTo>
                    <a:pt x="559498" y="167513"/>
                  </a:lnTo>
                  <a:lnTo>
                    <a:pt x="557974" y="167513"/>
                  </a:lnTo>
                  <a:lnTo>
                    <a:pt x="555434" y="167386"/>
                  </a:lnTo>
                  <a:lnTo>
                    <a:pt x="505396" y="162306"/>
                  </a:lnTo>
                  <a:lnTo>
                    <a:pt x="503491" y="181737"/>
                  </a:lnTo>
                  <a:lnTo>
                    <a:pt x="506793" y="181991"/>
                  </a:lnTo>
                  <a:lnTo>
                    <a:pt x="507936" y="179070"/>
                  </a:lnTo>
                  <a:lnTo>
                    <a:pt x="508952" y="177546"/>
                  </a:lnTo>
                  <a:lnTo>
                    <a:pt x="514032" y="175387"/>
                  </a:lnTo>
                  <a:lnTo>
                    <a:pt x="516572" y="175387"/>
                  </a:lnTo>
                  <a:lnTo>
                    <a:pt x="555561" y="182753"/>
                  </a:lnTo>
                  <a:lnTo>
                    <a:pt x="557085" y="184912"/>
                  </a:lnTo>
                  <a:lnTo>
                    <a:pt x="558609" y="186944"/>
                  </a:lnTo>
                  <a:lnTo>
                    <a:pt x="559625" y="188849"/>
                  </a:lnTo>
                  <a:lnTo>
                    <a:pt x="560641" y="192151"/>
                  </a:lnTo>
                  <a:lnTo>
                    <a:pt x="560895" y="193929"/>
                  </a:lnTo>
                  <a:lnTo>
                    <a:pt x="560641" y="195580"/>
                  </a:lnTo>
                  <a:lnTo>
                    <a:pt x="560387" y="198247"/>
                  </a:lnTo>
                  <a:lnTo>
                    <a:pt x="559752" y="200279"/>
                  </a:lnTo>
                  <a:lnTo>
                    <a:pt x="557466" y="203073"/>
                  </a:lnTo>
                  <a:lnTo>
                    <a:pt x="556196" y="204089"/>
                  </a:lnTo>
                  <a:lnTo>
                    <a:pt x="554672" y="204724"/>
                  </a:lnTo>
                  <a:lnTo>
                    <a:pt x="553275" y="205486"/>
                  </a:lnTo>
                  <a:lnTo>
                    <a:pt x="551116" y="205867"/>
                  </a:lnTo>
                  <a:lnTo>
                    <a:pt x="545401" y="206121"/>
                  </a:lnTo>
                  <a:lnTo>
                    <a:pt x="541337" y="205867"/>
                  </a:lnTo>
                  <a:lnTo>
                    <a:pt x="501459" y="201930"/>
                  </a:lnTo>
                  <a:lnTo>
                    <a:pt x="499427" y="221234"/>
                  </a:lnTo>
                  <a:lnTo>
                    <a:pt x="502729" y="221615"/>
                  </a:lnTo>
                  <a:lnTo>
                    <a:pt x="503745" y="218821"/>
                  </a:lnTo>
                  <a:lnTo>
                    <a:pt x="504761" y="217170"/>
                  </a:lnTo>
                  <a:lnTo>
                    <a:pt x="505650" y="216408"/>
                  </a:lnTo>
                  <a:lnTo>
                    <a:pt x="506666" y="215646"/>
                  </a:lnTo>
                  <a:lnTo>
                    <a:pt x="507809" y="215138"/>
                  </a:lnTo>
                  <a:lnTo>
                    <a:pt x="510730" y="214884"/>
                  </a:lnTo>
                  <a:lnTo>
                    <a:pt x="513397" y="215011"/>
                  </a:lnTo>
                  <a:lnTo>
                    <a:pt x="548830" y="218567"/>
                  </a:lnTo>
                  <a:lnTo>
                    <a:pt x="553402" y="218313"/>
                  </a:lnTo>
                  <a:lnTo>
                    <a:pt x="556831" y="217424"/>
                  </a:lnTo>
                  <a:lnTo>
                    <a:pt x="560260" y="216408"/>
                  </a:lnTo>
                  <a:lnTo>
                    <a:pt x="562546" y="214884"/>
                  </a:lnTo>
                  <a:lnTo>
                    <a:pt x="562927" y="214630"/>
                  </a:lnTo>
                  <a:lnTo>
                    <a:pt x="566737" y="209550"/>
                  </a:lnTo>
                  <a:lnTo>
                    <a:pt x="567880" y="206248"/>
                  </a:lnTo>
                  <a:lnTo>
                    <a:pt x="567880" y="206121"/>
                  </a:lnTo>
                  <a:lnTo>
                    <a:pt x="568286" y="201930"/>
                  </a:lnTo>
                  <a:lnTo>
                    <a:pt x="558482" y="179832"/>
                  </a:lnTo>
                  <a:lnTo>
                    <a:pt x="558863" y="178816"/>
                  </a:lnTo>
                  <a:lnTo>
                    <a:pt x="570039" y="180340"/>
                  </a:lnTo>
                  <a:lnTo>
                    <a:pt x="570179" y="178816"/>
                  </a:lnTo>
                  <a:lnTo>
                    <a:pt x="570420" y="176276"/>
                  </a:lnTo>
                  <a:lnTo>
                    <a:pt x="570458" y="175387"/>
                  </a:lnTo>
                  <a:lnTo>
                    <a:pt x="570903" y="167640"/>
                  </a:lnTo>
                  <a:lnTo>
                    <a:pt x="571309" y="160528"/>
                  </a:lnTo>
                  <a:close/>
                </a:path>
                <a:path w="1275079" h="377189">
                  <a:moveTo>
                    <a:pt x="579183" y="82550"/>
                  </a:moveTo>
                  <a:lnTo>
                    <a:pt x="575881" y="82169"/>
                  </a:lnTo>
                  <a:lnTo>
                    <a:pt x="575119" y="84328"/>
                  </a:lnTo>
                  <a:lnTo>
                    <a:pt x="574357" y="85725"/>
                  </a:lnTo>
                  <a:lnTo>
                    <a:pt x="573722" y="86487"/>
                  </a:lnTo>
                  <a:lnTo>
                    <a:pt x="573214" y="87376"/>
                  </a:lnTo>
                  <a:lnTo>
                    <a:pt x="572452" y="88011"/>
                  </a:lnTo>
                  <a:lnTo>
                    <a:pt x="571690" y="88265"/>
                  </a:lnTo>
                  <a:lnTo>
                    <a:pt x="570801" y="88646"/>
                  </a:lnTo>
                  <a:lnTo>
                    <a:pt x="569658" y="88900"/>
                  </a:lnTo>
                  <a:lnTo>
                    <a:pt x="568261" y="88900"/>
                  </a:lnTo>
                  <a:lnTo>
                    <a:pt x="566864" y="89027"/>
                  </a:lnTo>
                  <a:lnTo>
                    <a:pt x="564578" y="88900"/>
                  </a:lnTo>
                  <a:lnTo>
                    <a:pt x="561403" y="88519"/>
                  </a:lnTo>
                  <a:lnTo>
                    <a:pt x="531939" y="85598"/>
                  </a:lnTo>
                  <a:lnTo>
                    <a:pt x="528891" y="85471"/>
                  </a:lnTo>
                  <a:lnTo>
                    <a:pt x="523811" y="85979"/>
                  </a:lnTo>
                  <a:lnTo>
                    <a:pt x="521652" y="86487"/>
                  </a:lnTo>
                  <a:lnTo>
                    <a:pt x="519874" y="87249"/>
                  </a:lnTo>
                  <a:lnTo>
                    <a:pt x="517969" y="88011"/>
                  </a:lnTo>
                  <a:lnTo>
                    <a:pt x="510349" y="106426"/>
                  </a:lnTo>
                  <a:lnTo>
                    <a:pt x="510984" y="108585"/>
                  </a:lnTo>
                  <a:lnTo>
                    <a:pt x="511492" y="110744"/>
                  </a:lnTo>
                  <a:lnTo>
                    <a:pt x="512381" y="113030"/>
                  </a:lnTo>
                  <a:lnTo>
                    <a:pt x="514921" y="117348"/>
                  </a:lnTo>
                  <a:lnTo>
                    <a:pt x="517080" y="120396"/>
                  </a:lnTo>
                  <a:lnTo>
                    <a:pt x="520128" y="124079"/>
                  </a:lnTo>
                  <a:lnTo>
                    <a:pt x="519747" y="124968"/>
                  </a:lnTo>
                  <a:lnTo>
                    <a:pt x="508698" y="123063"/>
                  </a:lnTo>
                  <a:lnTo>
                    <a:pt x="508317" y="127254"/>
                  </a:lnTo>
                  <a:lnTo>
                    <a:pt x="507301" y="143256"/>
                  </a:lnTo>
                  <a:lnTo>
                    <a:pt x="510984" y="143637"/>
                  </a:lnTo>
                  <a:lnTo>
                    <a:pt x="511492" y="141605"/>
                  </a:lnTo>
                  <a:lnTo>
                    <a:pt x="512127" y="140081"/>
                  </a:lnTo>
                  <a:lnTo>
                    <a:pt x="512762" y="139065"/>
                  </a:lnTo>
                  <a:lnTo>
                    <a:pt x="513397" y="137922"/>
                  </a:lnTo>
                  <a:lnTo>
                    <a:pt x="514286" y="137287"/>
                  </a:lnTo>
                  <a:lnTo>
                    <a:pt x="515429" y="136779"/>
                  </a:lnTo>
                  <a:lnTo>
                    <a:pt x="516445" y="136398"/>
                  </a:lnTo>
                  <a:lnTo>
                    <a:pt x="517969" y="136144"/>
                  </a:lnTo>
                  <a:lnTo>
                    <a:pt x="521525" y="136398"/>
                  </a:lnTo>
                  <a:lnTo>
                    <a:pt x="523811" y="136525"/>
                  </a:lnTo>
                  <a:lnTo>
                    <a:pt x="561911" y="140589"/>
                  </a:lnTo>
                  <a:lnTo>
                    <a:pt x="568134" y="144653"/>
                  </a:lnTo>
                  <a:lnTo>
                    <a:pt x="568515" y="145415"/>
                  </a:lnTo>
                  <a:lnTo>
                    <a:pt x="568896" y="146685"/>
                  </a:lnTo>
                  <a:lnTo>
                    <a:pt x="569150" y="148590"/>
                  </a:lnTo>
                  <a:lnTo>
                    <a:pt x="572579" y="148844"/>
                  </a:lnTo>
                  <a:lnTo>
                    <a:pt x="573849" y="136144"/>
                  </a:lnTo>
                  <a:lnTo>
                    <a:pt x="574598" y="128651"/>
                  </a:lnTo>
                  <a:lnTo>
                    <a:pt x="575246" y="122174"/>
                  </a:lnTo>
                  <a:lnTo>
                    <a:pt x="571944" y="121920"/>
                  </a:lnTo>
                  <a:lnTo>
                    <a:pt x="571055" y="124079"/>
                  </a:lnTo>
                  <a:lnTo>
                    <a:pt x="570166" y="125730"/>
                  </a:lnTo>
                  <a:lnTo>
                    <a:pt x="569277" y="126619"/>
                  </a:lnTo>
                  <a:lnTo>
                    <a:pt x="568388" y="127635"/>
                  </a:lnTo>
                  <a:lnTo>
                    <a:pt x="567245" y="128143"/>
                  </a:lnTo>
                  <a:lnTo>
                    <a:pt x="564070" y="128651"/>
                  </a:lnTo>
                  <a:lnTo>
                    <a:pt x="561403" y="128524"/>
                  </a:lnTo>
                  <a:lnTo>
                    <a:pt x="532066" y="125476"/>
                  </a:lnTo>
                  <a:lnTo>
                    <a:pt x="529907" y="125349"/>
                  </a:lnTo>
                  <a:lnTo>
                    <a:pt x="528764" y="124968"/>
                  </a:lnTo>
                  <a:lnTo>
                    <a:pt x="528002" y="124714"/>
                  </a:lnTo>
                  <a:lnTo>
                    <a:pt x="526351" y="123698"/>
                  </a:lnTo>
                  <a:lnTo>
                    <a:pt x="518604" y="113411"/>
                  </a:lnTo>
                  <a:lnTo>
                    <a:pt x="517969" y="111760"/>
                  </a:lnTo>
                  <a:lnTo>
                    <a:pt x="517969" y="108204"/>
                  </a:lnTo>
                  <a:lnTo>
                    <a:pt x="518223" y="106426"/>
                  </a:lnTo>
                  <a:lnTo>
                    <a:pt x="523557" y="99314"/>
                  </a:lnTo>
                  <a:lnTo>
                    <a:pt x="524446" y="98806"/>
                  </a:lnTo>
                  <a:lnTo>
                    <a:pt x="525843" y="98425"/>
                  </a:lnTo>
                  <a:lnTo>
                    <a:pt x="529272" y="97917"/>
                  </a:lnTo>
                  <a:lnTo>
                    <a:pt x="531431" y="97790"/>
                  </a:lnTo>
                  <a:lnTo>
                    <a:pt x="533971" y="97917"/>
                  </a:lnTo>
                  <a:lnTo>
                    <a:pt x="536638" y="97917"/>
                  </a:lnTo>
                  <a:lnTo>
                    <a:pt x="542734" y="98425"/>
                  </a:lnTo>
                  <a:lnTo>
                    <a:pt x="560514" y="100330"/>
                  </a:lnTo>
                  <a:lnTo>
                    <a:pt x="563562" y="100584"/>
                  </a:lnTo>
                  <a:lnTo>
                    <a:pt x="565848" y="100965"/>
                  </a:lnTo>
                  <a:lnTo>
                    <a:pt x="567372" y="101473"/>
                  </a:lnTo>
                  <a:lnTo>
                    <a:pt x="568896" y="101854"/>
                  </a:lnTo>
                  <a:lnTo>
                    <a:pt x="573214" y="109093"/>
                  </a:lnTo>
                  <a:lnTo>
                    <a:pt x="576516" y="109347"/>
                  </a:lnTo>
                  <a:lnTo>
                    <a:pt x="577659" y="97790"/>
                  </a:lnTo>
                  <a:lnTo>
                    <a:pt x="578535" y="89027"/>
                  </a:lnTo>
                  <a:lnTo>
                    <a:pt x="579183" y="82550"/>
                  </a:lnTo>
                  <a:close/>
                </a:path>
                <a:path w="1275079" h="377189">
                  <a:moveTo>
                    <a:pt x="587184" y="4318"/>
                  </a:moveTo>
                  <a:lnTo>
                    <a:pt x="583755" y="4076"/>
                  </a:lnTo>
                  <a:lnTo>
                    <a:pt x="583120" y="6096"/>
                  </a:lnTo>
                  <a:lnTo>
                    <a:pt x="581977" y="8013"/>
                  </a:lnTo>
                  <a:lnTo>
                    <a:pt x="578802" y="11430"/>
                  </a:lnTo>
                  <a:lnTo>
                    <a:pt x="576389" y="13208"/>
                  </a:lnTo>
                  <a:lnTo>
                    <a:pt x="545528" y="32258"/>
                  </a:lnTo>
                  <a:lnTo>
                    <a:pt x="539597" y="24650"/>
                  </a:lnTo>
                  <a:lnTo>
                    <a:pt x="525208" y="254"/>
                  </a:lnTo>
                  <a:lnTo>
                    <a:pt x="521779" y="0"/>
                  </a:lnTo>
                  <a:lnTo>
                    <a:pt x="518858" y="29337"/>
                  </a:lnTo>
                  <a:lnTo>
                    <a:pt x="522160" y="29591"/>
                  </a:lnTo>
                  <a:lnTo>
                    <a:pt x="522668" y="27825"/>
                  </a:lnTo>
                  <a:lnTo>
                    <a:pt x="523303" y="26416"/>
                  </a:lnTo>
                  <a:lnTo>
                    <a:pt x="525081" y="24892"/>
                  </a:lnTo>
                  <a:lnTo>
                    <a:pt x="526097" y="24650"/>
                  </a:lnTo>
                  <a:lnTo>
                    <a:pt x="527494" y="24777"/>
                  </a:lnTo>
                  <a:lnTo>
                    <a:pt x="533844" y="28194"/>
                  </a:lnTo>
                  <a:lnTo>
                    <a:pt x="535114" y="29337"/>
                  </a:lnTo>
                  <a:lnTo>
                    <a:pt x="538289" y="33413"/>
                  </a:lnTo>
                  <a:lnTo>
                    <a:pt x="540321" y="36068"/>
                  </a:lnTo>
                  <a:lnTo>
                    <a:pt x="541845" y="38239"/>
                  </a:lnTo>
                  <a:lnTo>
                    <a:pt x="542671" y="39763"/>
                  </a:lnTo>
                  <a:lnTo>
                    <a:pt x="543496" y="41148"/>
                  </a:lnTo>
                  <a:lnTo>
                    <a:pt x="544131" y="42418"/>
                  </a:lnTo>
                  <a:lnTo>
                    <a:pt x="544385" y="43700"/>
                  </a:lnTo>
                  <a:lnTo>
                    <a:pt x="544512" y="47371"/>
                  </a:lnTo>
                  <a:lnTo>
                    <a:pt x="544258" y="49530"/>
                  </a:lnTo>
                  <a:lnTo>
                    <a:pt x="484695" y="43561"/>
                  </a:lnTo>
                  <a:lnTo>
                    <a:pt x="484327" y="47371"/>
                  </a:lnTo>
                  <a:lnTo>
                    <a:pt x="483298" y="64135"/>
                  </a:lnTo>
                  <a:lnTo>
                    <a:pt x="486854" y="64516"/>
                  </a:lnTo>
                  <a:lnTo>
                    <a:pt x="487489" y="62230"/>
                  </a:lnTo>
                  <a:lnTo>
                    <a:pt x="488124" y="60579"/>
                  </a:lnTo>
                  <a:lnTo>
                    <a:pt x="488632" y="59817"/>
                  </a:lnTo>
                  <a:lnTo>
                    <a:pt x="489140" y="58928"/>
                  </a:lnTo>
                  <a:lnTo>
                    <a:pt x="489648" y="58293"/>
                  </a:lnTo>
                  <a:lnTo>
                    <a:pt x="496125" y="56642"/>
                  </a:lnTo>
                  <a:lnTo>
                    <a:pt x="502602" y="57162"/>
                  </a:lnTo>
                  <a:lnTo>
                    <a:pt x="506920" y="57658"/>
                  </a:lnTo>
                  <a:lnTo>
                    <a:pt x="566483" y="63639"/>
                  </a:lnTo>
                  <a:lnTo>
                    <a:pt x="568388" y="63881"/>
                  </a:lnTo>
                  <a:lnTo>
                    <a:pt x="569912" y="64262"/>
                  </a:lnTo>
                  <a:lnTo>
                    <a:pt x="571436" y="64516"/>
                  </a:lnTo>
                  <a:lnTo>
                    <a:pt x="575500" y="67576"/>
                  </a:lnTo>
                  <a:lnTo>
                    <a:pt x="576135" y="68453"/>
                  </a:lnTo>
                  <a:lnTo>
                    <a:pt x="576516" y="70104"/>
                  </a:lnTo>
                  <a:lnTo>
                    <a:pt x="576897" y="72517"/>
                  </a:lnTo>
                  <a:lnTo>
                    <a:pt x="580199" y="72771"/>
                  </a:lnTo>
                  <a:lnTo>
                    <a:pt x="581863" y="56642"/>
                  </a:lnTo>
                  <a:lnTo>
                    <a:pt x="582320" y="52197"/>
                  </a:lnTo>
                  <a:lnTo>
                    <a:pt x="582993" y="45720"/>
                  </a:lnTo>
                  <a:lnTo>
                    <a:pt x="579564" y="45466"/>
                  </a:lnTo>
                  <a:lnTo>
                    <a:pt x="578802" y="47637"/>
                  </a:lnTo>
                  <a:lnTo>
                    <a:pt x="577913" y="49288"/>
                  </a:lnTo>
                  <a:lnTo>
                    <a:pt x="577024" y="50177"/>
                  </a:lnTo>
                  <a:lnTo>
                    <a:pt x="576135" y="51181"/>
                  </a:lnTo>
                  <a:lnTo>
                    <a:pt x="574865" y="51701"/>
                  </a:lnTo>
                  <a:lnTo>
                    <a:pt x="571817" y="52197"/>
                  </a:lnTo>
                  <a:lnTo>
                    <a:pt x="569023" y="52070"/>
                  </a:lnTo>
                  <a:lnTo>
                    <a:pt x="548830" y="50050"/>
                  </a:lnTo>
                  <a:lnTo>
                    <a:pt x="551497" y="41414"/>
                  </a:lnTo>
                  <a:lnTo>
                    <a:pt x="552132" y="40767"/>
                  </a:lnTo>
                  <a:lnTo>
                    <a:pt x="578167" y="26301"/>
                  </a:lnTo>
                  <a:lnTo>
                    <a:pt x="578802" y="26416"/>
                  </a:lnTo>
                  <a:lnTo>
                    <a:pt x="579691" y="26543"/>
                  </a:lnTo>
                  <a:lnTo>
                    <a:pt x="581215" y="30099"/>
                  </a:lnTo>
                  <a:lnTo>
                    <a:pt x="584517" y="30480"/>
                  </a:lnTo>
                  <a:lnTo>
                    <a:pt x="584936" y="26301"/>
                  </a:lnTo>
                  <a:lnTo>
                    <a:pt x="587184" y="4318"/>
                  </a:lnTo>
                  <a:close/>
                </a:path>
                <a:path w="1275079" h="377189">
                  <a:moveTo>
                    <a:pt x="783399" y="340614"/>
                  </a:moveTo>
                  <a:lnTo>
                    <a:pt x="783323" y="326009"/>
                  </a:lnTo>
                  <a:lnTo>
                    <a:pt x="782891" y="322199"/>
                  </a:lnTo>
                  <a:lnTo>
                    <a:pt x="782256" y="317754"/>
                  </a:lnTo>
                  <a:lnTo>
                    <a:pt x="762698" y="315849"/>
                  </a:lnTo>
                  <a:lnTo>
                    <a:pt x="762063" y="322580"/>
                  </a:lnTo>
                  <a:lnTo>
                    <a:pt x="766381" y="324485"/>
                  </a:lnTo>
                  <a:lnTo>
                    <a:pt x="769683" y="326390"/>
                  </a:lnTo>
                  <a:lnTo>
                    <a:pt x="771842" y="328168"/>
                  </a:lnTo>
                  <a:lnTo>
                    <a:pt x="774001" y="330073"/>
                  </a:lnTo>
                  <a:lnTo>
                    <a:pt x="775525" y="332232"/>
                  </a:lnTo>
                  <a:lnTo>
                    <a:pt x="776287" y="334645"/>
                  </a:lnTo>
                  <a:lnTo>
                    <a:pt x="777176" y="337185"/>
                  </a:lnTo>
                  <a:lnTo>
                    <a:pt x="777252" y="340614"/>
                  </a:lnTo>
                  <a:lnTo>
                    <a:pt x="776922" y="343916"/>
                  </a:lnTo>
                  <a:lnTo>
                    <a:pt x="776541" y="348869"/>
                  </a:lnTo>
                  <a:lnTo>
                    <a:pt x="774509" y="352806"/>
                  </a:lnTo>
                  <a:lnTo>
                    <a:pt x="767397" y="358902"/>
                  </a:lnTo>
                  <a:lnTo>
                    <a:pt x="762317" y="360934"/>
                  </a:lnTo>
                  <a:lnTo>
                    <a:pt x="749490" y="363220"/>
                  </a:lnTo>
                  <a:lnTo>
                    <a:pt x="741743" y="363220"/>
                  </a:lnTo>
                  <a:lnTo>
                    <a:pt x="704532" y="354203"/>
                  </a:lnTo>
                  <a:lnTo>
                    <a:pt x="697420" y="346964"/>
                  </a:lnTo>
                  <a:lnTo>
                    <a:pt x="694626" y="342900"/>
                  </a:lnTo>
                  <a:lnTo>
                    <a:pt x="693483" y="338582"/>
                  </a:lnTo>
                  <a:lnTo>
                    <a:pt x="693991" y="333883"/>
                  </a:lnTo>
                  <a:lnTo>
                    <a:pt x="694245" y="330835"/>
                  </a:lnTo>
                  <a:lnTo>
                    <a:pt x="711771" y="317500"/>
                  </a:lnTo>
                  <a:lnTo>
                    <a:pt x="712406" y="310769"/>
                  </a:lnTo>
                  <a:lnTo>
                    <a:pt x="688111" y="332232"/>
                  </a:lnTo>
                  <a:lnTo>
                    <a:pt x="687438" y="338582"/>
                  </a:lnTo>
                  <a:lnTo>
                    <a:pt x="713066" y="371665"/>
                  </a:lnTo>
                  <a:lnTo>
                    <a:pt x="743546" y="376834"/>
                  </a:lnTo>
                  <a:lnTo>
                    <a:pt x="753173" y="376110"/>
                  </a:lnTo>
                  <a:lnTo>
                    <a:pt x="761453" y="374167"/>
                  </a:lnTo>
                  <a:lnTo>
                    <a:pt x="768413" y="370967"/>
                  </a:lnTo>
                  <a:lnTo>
                    <a:pt x="774077" y="366547"/>
                  </a:lnTo>
                  <a:lnTo>
                    <a:pt x="776579" y="363220"/>
                  </a:lnTo>
                  <a:lnTo>
                    <a:pt x="778344" y="360895"/>
                  </a:lnTo>
                  <a:lnTo>
                    <a:pt x="781227" y="354025"/>
                  </a:lnTo>
                  <a:lnTo>
                    <a:pt x="782764" y="345948"/>
                  </a:lnTo>
                  <a:lnTo>
                    <a:pt x="783399" y="340614"/>
                  </a:lnTo>
                  <a:close/>
                </a:path>
                <a:path w="1275079" h="377189">
                  <a:moveTo>
                    <a:pt x="792670" y="238125"/>
                  </a:moveTo>
                  <a:lnTo>
                    <a:pt x="789241" y="237744"/>
                  </a:lnTo>
                  <a:lnTo>
                    <a:pt x="788352" y="240411"/>
                  </a:lnTo>
                  <a:lnTo>
                    <a:pt x="787336" y="242062"/>
                  </a:lnTo>
                  <a:lnTo>
                    <a:pt x="786447" y="242824"/>
                  </a:lnTo>
                  <a:lnTo>
                    <a:pt x="785558" y="243713"/>
                  </a:lnTo>
                  <a:lnTo>
                    <a:pt x="784415" y="244221"/>
                  </a:lnTo>
                  <a:lnTo>
                    <a:pt x="782891" y="244348"/>
                  </a:lnTo>
                  <a:lnTo>
                    <a:pt x="781494" y="244602"/>
                  </a:lnTo>
                  <a:lnTo>
                    <a:pt x="778827" y="244475"/>
                  </a:lnTo>
                  <a:lnTo>
                    <a:pt x="774763" y="244094"/>
                  </a:lnTo>
                  <a:lnTo>
                    <a:pt x="745426" y="241046"/>
                  </a:lnTo>
                  <a:lnTo>
                    <a:pt x="742378" y="241046"/>
                  </a:lnTo>
                  <a:lnTo>
                    <a:pt x="723709" y="261874"/>
                  </a:lnTo>
                  <a:lnTo>
                    <a:pt x="724725" y="266065"/>
                  </a:lnTo>
                  <a:lnTo>
                    <a:pt x="725614" y="268097"/>
                  </a:lnTo>
                  <a:lnTo>
                    <a:pt x="726884" y="270383"/>
                  </a:lnTo>
                  <a:lnTo>
                    <a:pt x="728027" y="272542"/>
                  </a:lnTo>
                  <a:lnTo>
                    <a:pt x="730313" y="275590"/>
                  </a:lnTo>
                  <a:lnTo>
                    <a:pt x="733488" y="279527"/>
                  </a:lnTo>
                  <a:lnTo>
                    <a:pt x="733488" y="279781"/>
                  </a:lnTo>
                  <a:lnTo>
                    <a:pt x="690435" y="275463"/>
                  </a:lnTo>
                  <a:lnTo>
                    <a:pt x="689952" y="279273"/>
                  </a:lnTo>
                  <a:lnTo>
                    <a:pt x="689038" y="296037"/>
                  </a:lnTo>
                  <a:lnTo>
                    <a:pt x="692594" y="296418"/>
                  </a:lnTo>
                  <a:lnTo>
                    <a:pt x="693229" y="294132"/>
                  </a:lnTo>
                  <a:lnTo>
                    <a:pt x="693737" y="292608"/>
                  </a:lnTo>
                  <a:lnTo>
                    <a:pt x="694753" y="290830"/>
                  </a:lnTo>
                  <a:lnTo>
                    <a:pt x="695388" y="290195"/>
                  </a:lnTo>
                  <a:lnTo>
                    <a:pt x="696150" y="289814"/>
                  </a:lnTo>
                  <a:lnTo>
                    <a:pt x="696785" y="289306"/>
                  </a:lnTo>
                  <a:lnTo>
                    <a:pt x="697801" y="289052"/>
                  </a:lnTo>
                  <a:lnTo>
                    <a:pt x="699071" y="288798"/>
                  </a:lnTo>
                  <a:lnTo>
                    <a:pt x="700341" y="288671"/>
                  </a:lnTo>
                  <a:lnTo>
                    <a:pt x="703516" y="288671"/>
                  </a:lnTo>
                  <a:lnTo>
                    <a:pt x="705294" y="288798"/>
                  </a:lnTo>
                  <a:lnTo>
                    <a:pt x="708215" y="289052"/>
                  </a:lnTo>
                  <a:lnTo>
                    <a:pt x="712660" y="289560"/>
                  </a:lnTo>
                  <a:lnTo>
                    <a:pt x="769683" y="295275"/>
                  </a:lnTo>
                  <a:lnTo>
                    <a:pt x="772731" y="295656"/>
                  </a:lnTo>
                  <a:lnTo>
                    <a:pt x="775017" y="295910"/>
                  </a:lnTo>
                  <a:lnTo>
                    <a:pt x="776541" y="296291"/>
                  </a:lnTo>
                  <a:lnTo>
                    <a:pt x="781367" y="299974"/>
                  </a:lnTo>
                  <a:lnTo>
                    <a:pt x="781875" y="300863"/>
                  </a:lnTo>
                  <a:lnTo>
                    <a:pt x="782256" y="302387"/>
                  </a:lnTo>
                  <a:lnTo>
                    <a:pt x="782510" y="304419"/>
                  </a:lnTo>
                  <a:lnTo>
                    <a:pt x="785939" y="304673"/>
                  </a:lnTo>
                  <a:lnTo>
                    <a:pt x="787514" y="288671"/>
                  </a:lnTo>
                  <a:lnTo>
                    <a:pt x="787971" y="284099"/>
                  </a:lnTo>
                  <a:lnTo>
                    <a:pt x="788606" y="277749"/>
                  </a:lnTo>
                  <a:lnTo>
                    <a:pt x="785304" y="277368"/>
                  </a:lnTo>
                  <a:lnTo>
                    <a:pt x="784186" y="280035"/>
                  </a:lnTo>
                  <a:lnTo>
                    <a:pt x="783907" y="280670"/>
                  </a:lnTo>
                  <a:lnTo>
                    <a:pt x="782637" y="282448"/>
                  </a:lnTo>
                  <a:lnTo>
                    <a:pt x="781748" y="283083"/>
                  </a:lnTo>
                  <a:lnTo>
                    <a:pt x="779970" y="283845"/>
                  </a:lnTo>
                  <a:lnTo>
                    <a:pt x="778827" y="283972"/>
                  </a:lnTo>
                  <a:lnTo>
                    <a:pt x="777430" y="283972"/>
                  </a:lnTo>
                  <a:lnTo>
                    <a:pt x="776160" y="284099"/>
                  </a:lnTo>
                  <a:lnTo>
                    <a:pt x="773874" y="283845"/>
                  </a:lnTo>
                  <a:lnTo>
                    <a:pt x="770826" y="283591"/>
                  </a:lnTo>
                  <a:lnTo>
                    <a:pt x="744791" y="280924"/>
                  </a:lnTo>
                  <a:lnTo>
                    <a:pt x="734758" y="274066"/>
                  </a:lnTo>
                  <a:lnTo>
                    <a:pt x="733361" y="272034"/>
                  </a:lnTo>
                  <a:lnTo>
                    <a:pt x="732345" y="270256"/>
                  </a:lnTo>
                  <a:lnTo>
                    <a:pt x="731329" y="267208"/>
                  </a:lnTo>
                  <a:lnTo>
                    <a:pt x="731240" y="266065"/>
                  </a:lnTo>
                  <a:lnTo>
                    <a:pt x="731329" y="264541"/>
                  </a:lnTo>
                  <a:lnTo>
                    <a:pt x="731456" y="263652"/>
                  </a:lnTo>
                  <a:lnTo>
                    <a:pt x="731710" y="260477"/>
                  </a:lnTo>
                  <a:lnTo>
                    <a:pt x="745426" y="253238"/>
                  </a:lnTo>
                  <a:lnTo>
                    <a:pt x="749998" y="253365"/>
                  </a:lnTo>
                  <a:lnTo>
                    <a:pt x="784034" y="258572"/>
                  </a:lnTo>
                  <a:lnTo>
                    <a:pt x="784669" y="259080"/>
                  </a:lnTo>
                  <a:lnTo>
                    <a:pt x="785177" y="259842"/>
                  </a:lnTo>
                  <a:lnTo>
                    <a:pt x="785558" y="260604"/>
                  </a:lnTo>
                  <a:lnTo>
                    <a:pt x="786193" y="262763"/>
                  </a:lnTo>
                  <a:lnTo>
                    <a:pt x="786574" y="264541"/>
                  </a:lnTo>
                  <a:lnTo>
                    <a:pt x="789876" y="264922"/>
                  </a:lnTo>
                  <a:lnTo>
                    <a:pt x="791083" y="253238"/>
                  </a:lnTo>
                  <a:lnTo>
                    <a:pt x="791984" y="244602"/>
                  </a:lnTo>
                  <a:lnTo>
                    <a:pt x="792670" y="238125"/>
                  </a:lnTo>
                  <a:close/>
                </a:path>
                <a:path w="1275079" h="377189">
                  <a:moveTo>
                    <a:pt x="800417" y="160528"/>
                  </a:moveTo>
                  <a:lnTo>
                    <a:pt x="796861" y="160147"/>
                  </a:lnTo>
                  <a:lnTo>
                    <a:pt x="796226" y="162560"/>
                  </a:lnTo>
                  <a:lnTo>
                    <a:pt x="795464" y="164211"/>
                  </a:lnTo>
                  <a:lnTo>
                    <a:pt x="790130" y="167640"/>
                  </a:lnTo>
                  <a:lnTo>
                    <a:pt x="788606" y="167513"/>
                  </a:lnTo>
                  <a:lnTo>
                    <a:pt x="787082" y="167513"/>
                  </a:lnTo>
                  <a:lnTo>
                    <a:pt x="784542" y="167386"/>
                  </a:lnTo>
                  <a:lnTo>
                    <a:pt x="734504" y="162306"/>
                  </a:lnTo>
                  <a:lnTo>
                    <a:pt x="732599" y="181737"/>
                  </a:lnTo>
                  <a:lnTo>
                    <a:pt x="735901" y="181991"/>
                  </a:lnTo>
                  <a:lnTo>
                    <a:pt x="737044" y="179070"/>
                  </a:lnTo>
                  <a:lnTo>
                    <a:pt x="738060" y="177546"/>
                  </a:lnTo>
                  <a:lnTo>
                    <a:pt x="743013" y="175387"/>
                  </a:lnTo>
                  <a:lnTo>
                    <a:pt x="745680" y="175387"/>
                  </a:lnTo>
                  <a:lnTo>
                    <a:pt x="781494" y="180213"/>
                  </a:lnTo>
                  <a:lnTo>
                    <a:pt x="783145" y="181229"/>
                  </a:lnTo>
                  <a:lnTo>
                    <a:pt x="784669" y="182753"/>
                  </a:lnTo>
                  <a:lnTo>
                    <a:pt x="786193" y="184912"/>
                  </a:lnTo>
                  <a:lnTo>
                    <a:pt x="787717" y="186944"/>
                  </a:lnTo>
                  <a:lnTo>
                    <a:pt x="788733" y="188849"/>
                  </a:lnTo>
                  <a:lnTo>
                    <a:pt x="789749" y="192151"/>
                  </a:lnTo>
                  <a:lnTo>
                    <a:pt x="790003" y="193929"/>
                  </a:lnTo>
                  <a:lnTo>
                    <a:pt x="789749" y="195580"/>
                  </a:lnTo>
                  <a:lnTo>
                    <a:pt x="789495" y="198247"/>
                  </a:lnTo>
                  <a:lnTo>
                    <a:pt x="788860" y="200279"/>
                  </a:lnTo>
                  <a:lnTo>
                    <a:pt x="786574" y="203073"/>
                  </a:lnTo>
                  <a:lnTo>
                    <a:pt x="785304" y="204089"/>
                  </a:lnTo>
                  <a:lnTo>
                    <a:pt x="783780" y="204724"/>
                  </a:lnTo>
                  <a:lnTo>
                    <a:pt x="782383" y="205486"/>
                  </a:lnTo>
                  <a:lnTo>
                    <a:pt x="780224" y="205867"/>
                  </a:lnTo>
                  <a:lnTo>
                    <a:pt x="774509" y="206121"/>
                  </a:lnTo>
                  <a:lnTo>
                    <a:pt x="770445" y="205867"/>
                  </a:lnTo>
                  <a:lnTo>
                    <a:pt x="730567" y="201930"/>
                  </a:lnTo>
                  <a:lnTo>
                    <a:pt x="728535" y="221234"/>
                  </a:lnTo>
                  <a:lnTo>
                    <a:pt x="731837" y="221615"/>
                  </a:lnTo>
                  <a:lnTo>
                    <a:pt x="732853" y="218821"/>
                  </a:lnTo>
                  <a:lnTo>
                    <a:pt x="733869" y="217170"/>
                  </a:lnTo>
                  <a:lnTo>
                    <a:pt x="734758" y="216408"/>
                  </a:lnTo>
                  <a:lnTo>
                    <a:pt x="735774" y="215646"/>
                  </a:lnTo>
                  <a:lnTo>
                    <a:pt x="736917" y="215138"/>
                  </a:lnTo>
                  <a:lnTo>
                    <a:pt x="739838" y="214884"/>
                  </a:lnTo>
                  <a:lnTo>
                    <a:pt x="742505" y="215011"/>
                  </a:lnTo>
                  <a:lnTo>
                    <a:pt x="777938" y="218567"/>
                  </a:lnTo>
                  <a:lnTo>
                    <a:pt x="782510" y="218313"/>
                  </a:lnTo>
                  <a:lnTo>
                    <a:pt x="785939" y="217424"/>
                  </a:lnTo>
                  <a:lnTo>
                    <a:pt x="789368" y="216408"/>
                  </a:lnTo>
                  <a:lnTo>
                    <a:pt x="791654" y="214884"/>
                  </a:lnTo>
                  <a:lnTo>
                    <a:pt x="792035" y="214630"/>
                  </a:lnTo>
                  <a:lnTo>
                    <a:pt x="795845" y="209550"/>
                  </a:lnTo>
                  <a:lnTo>
                    <a:pt x="796988" y="206248"/>
                  </a:lnTo>
                  <a:lnTo>
                    <a:pt x="796988" y="206121"/>
                  </a:lnTo>
                  <a:lnTo>
                    <a:pt x="797394" y="201930"/>
                  </a:lnTo>
                  <a:lnTo>
                    <a:pt x="787590" y="179832"/>
                  </a:lnTo>
                  <a:lnTo>
                    <a:pt x="787971" y="178816"/>
                  </a:lnTo>
                  <a:lnTo>
                    <a:pt x="799147" y="180340"/>
                  </a:lnTo>
                  <a:lnTo>
                    <a:pt x="799287" y="178816"/>
                  </a:lnTo>
                  <a:lnTo>
                    <a:pt x="799528" y="176276"/>
                  </a:lnTo>
                  <a:lnTo>
                    <a:pt x="799566" y="175387"/>
                  </a:lnTo>
                  <a:lnTo>
                    <a:pt x="800011" y="167640"/>
                  </a:lnTo>
                  <a:lnTo>
                    <a:pt x="800417" y="160528"/>
                  </a:lnTo>
                  <a:close/>
                </a:path>
                <a:path w="1275079" h="377189">
                  <a:moveTo>
                    <a:pt x="808291" y="82550"/>
                  </a:moveTo>
                  <a:lnTo>
                    <a:pt x="804989" y="82169"/>
                  </a:lnTo>
                  <a:lnTo>
                    <a:pt x="804227" y="84328"/>
                  </a:lnTo>
                  <a:lnTo>
                    <a:pt x="803465" y="85725"/>
                  </a:lnTo>
                  <a:lnTo>
                    <a:pt x="802830" y="86487"/>
                  </a:lnTo>
                  <a:lnTo>
                    <a:pt x="802322" y="87376"/>
                  </a:lnTo>
                  <a:lnTo>
                    <a:pt x="801560" y="88011"/>
                  </a:lnTo>
                  <a:lnTo>
                    <a:pt x="800798" y="88265"/>
                  </a:lnTo>
                  <a:lnTo>
                    <a:pt x="799909" y="88646"/>
                  </a:lnTo>
                  <a:lnTo>
                    <a:pt x="798766" y="88900"/>
                  </a:lnTo>
                  <a:lnTo>
                    <a:pt x="797369" y="88900"/>
                  </a:lnTo>
                  <a:lnTo>
                    <a:pt x="795972" y="89027"/>
                  </a:lnTo>
                  <a:lnTo>
                    <a:pt x="793686" y="88900"/>
                  </a:lnTo>
                  <a:lnTo>
                    <a:pt x="790511" y="88519"/>
                  </a:lnTo>
                  <a:lnTo>
                    <a:pt x="761047" y="85598"/>
                  </a:lnTo>
                  <a:lnTo>
                    <a:pt x="757999" y="85471"/>
                  </a:lnTo>
                  <a:lnTo>
                    <a:pt x="752919" y="85979"/>
                  </a:lnTo>
                  <a:lnTo>
                    <a:pt x="750760" y="86487"/>
                  </a:lnTo>
                  <a:lnTo>
                    <a:pt x="748982" y="87249"/>
                  </a:lnTo>
                  <a:lnTo>
                    <a:pt x="747077" y="88011"/>
                  </a:lnTo>
                  <a:lnTo>
                    <a:pt x="739457" y="106426"/>
                  </a:lnTo>
                  <a:lnTo>
                    <a:pt x="740092" y="108585"/>
                  </a:lnTo>
                  <a:lnTo>
                    <a:pt x="740600" y="110744"/>
                  </a:lnTo>
                  <a:lnTo>
                    <a:pt x="741489" y="113030"/>
                  </a:lnTo>
                  <a:lnTo>
                    <a:pt x="744029" y="117348"/>
                  </a:lnTo>
                  <a:lnTo>
                    <a:pt x="746188" y="120396"/>
                  </a:lnTo>
                  <a:lnTo>
                    <a:pt x="749236" y="124079"/>
                  </a:lnTo>
                  <a:lnTo>
                    <a:pt x="748855" y="124968"/>
                  </a:lnTo>
                  <a:lnTo>
                    <a:pt x="737806" y="123063"/>
                  </a:lnTo>
                  <a:lnTo>
                    <a:pt x="737425" y="127254"/>
                  </a:lnTo>
                  <a:lnTo>
                    <a:pt x="736409" y="143256"/>
                  </a:lnTo>
                  <a:lnTo>
                    <a:pt x="740092" y="143637"/>
                  </a:lnTo>
                  <a:lnTo>
                    <a:pt x="740600" y="141605"/>
                  </a:lnTo>
                  <a:lnTo>
                    <a:pt x="741235" y="140081"/>
                  </a:lnTo>
                  <a:lnTo>
                    <a:pt x="741870" y="139065"/>
                  </a:lnTo>
                  <a:lnTo>
                    <a:pt x="742505" y="137922"/>
                  </a:lnTo>
                  <a:lnTo>
                    <a:pt x="743394" y="137287"/>
                  </a:lnTo>
                  <a:lnTo>
                    <a:pt x="744537" y="136779"/>
                  </a:lnTo>
                  <a:lnTo>
                    <a:pt x="745553" y="136398"/>
                  </a:lnTo>
                  <a:lnTo>
                    <a:pt x="747077" y="136144"/>
                  </a:lnTo>
                  <a:lnTo>
                    <a:pt x="750633" y="136398"/>
                  </a:lnTo>
                  <a:lnTo>
                    <a:pt x="752919" y="136525"/>
                  </a:lnTo>
                  <a:lnTo>
                    <a:pt x="791019" y="140589"/>
                  </a:lnTo>
                  <a:lnTo>
                    <a:pt x="798258" y="148590"/>
                  </a:lnTo>
                  <a:lnTo>
                    <a:pt x="801687" y="148844"/>
                  </a:lnTo>
                  <a:lnTo>
                    <a:pt x="802957" y="136144"/>
                  </a:lnTo>
                  <a:lnTo>
                    <a:pt x="803706" y="128651"/>
                  </a:lnTo>
                  <a:lnTo>
                    <a:pt x="804354" y="122174"/>
                  </a:lnTo>
                  <a:lnTo>
                    <a:pt x="801052" y="121920"/>
                  </a:lnTo>
                  <a:lnTo>
                    <a:pt x="800163" y="124079"/>
                  </a:lnTo>
                  <a:lnTo>
                    <a:pt x="799274" y="125730"/>
                  </a:lnTo>
                  <a:lnTo>
                    <a:pt x="798385" y="126619"/>
                  </a:lnTo>
                  <a:lnTo>
                    <a:pt x="797496" y="127635"/>
                  </a:lnTo>
                  <a:lnTo>
                    <a:pt x="796353" y="128143"/>
                  </a:lnTo>
                  <a:lnTo>
                    <a:pt x="793178" y="128651"/>
                  </a:lnTo>
                  <a:lnTo>
                    <a:pt x="790384" y="128524"/>
                  </a:lnTo>
                  <a:lnTo>
                    <a:pt x="761174" y="125476"/>
                  </a:lnTo>
                  <a:lnTo>
                    <a:pt x="759015" y="125349"/>
                  </a:lnTo>
                  <a:lnTo>
                    <a:pt x="757872" y="124968"/>
                  </a:lnTo>
                  <a:lnTo>
                    <a:pt x="757110" y="124714"/>
                  </a:lnTo>
                  <a:lnTo>
                    <a:pt x="755459" y="123698"/>
                  </a:lnTo>
                  <a:lnTo>
                    <a:pt x="747712" y="113411"/>
                  </a:lnTo>
                  <a:lnTo>
                    <a:pt x="747077" y="111760"/>
                  </a:lnTo>
                  <a:lnTo>
                    <a:pt x="747077" y="108204"/>
                  </a:lnTo>
                  <a:lnTo>
                    <a:pt x="747331" y="106426"/>
                  </a:lnTo>
                  <a:lnTo>
                    <a:pt x="752665" y="99314"/>
                  </a:lnTo>
                  <a:lnTo>
                    <a:pt x="753554" y="98806"/>
                  </a:lnTo>
                  <a:lnTo>
                    <a:pt x="754951" y="98425"/>
                  </a:lnTo>
                  <a:lnTo>
                    <a:pt x="758380" y="97917"/>
                  </a:lnTo>
                  <a:lnTo>
                    <a:pt x="760539" y="97790"/>
                  </a:lnTo>
                  <a:lnTo>
                    <a:pt x="763079" y="97917"/>
                  </a:lnTo>
                  <a:lnTo>
                    <a:pt x="765746" y="97917"/>
                  </a:lnTo>
                  <a:lnTo>
                    <a:pt x="771842" y="98425"/>
                  </a:lnTo>
                  <a:lnTo>
                    <a:pt x="789622" y="100330"/>
                  </a:lnTo>
                  <a:lnTo>
                    <a:pt x="792670" y="100584"/>
                  </a:lnTo>
                  <a:lnTo>
                    <a:pt x="794956" y="100965"/>
                  </a:lnTo>
                  <a:lnTo>
                    <a:pt x="796480" y="101473"/>
                  </a:lnTo>
                  <a:lnTo>
                    <a:pt x="798004" y="101854"/>
                  </a:lnTo>
                  <a:lnTo>
                    <a:pt x="802322" y="109093"/>
                  </a:lnTo>
                  <a:lnTo>
                    <a:pt x="805624" y="109347"/>
                  </a:lnTo>
                  <a:lnTo>
                    <a:pt x="806767" y="97790"/>
                  </a:lnTo>
                  <a:lnTo>
                    <a:pt x="807643" y="89027"/>
                  </a:lnTo>
                  <a:lnTo>
                    <a:pt x="808291" y="82550"/>
                  </a:lnTo>
                  <a:close/>
                </a:path>
                <a:path w="1275079" h="377189">
                  <a:moveTo>
                    <a:pt x="816292" y="4318"/>
                  </a:moveTo>
                  <a:lnTo>
                    <a:pt x="812863" y="4076"/>
                  </a:lnTo>
                  <a:lnTo>
                    <a:pt x="812228" y="6096"/>
                  </a:lnTo>
                  <a:lnTo>
                    <a:pt x="811085" y="8013"/>
                  </a:lnTo>
                  <a:lnTo>
                    <a:pt x="807910" y="11430"/>
                  </a:lnTo>
                  <a:lnTo>
                    <a:pt x="805497" y="13208"/>
                  </a:lnTo>
                  <a:lnTo>
                    <a:pt x="774636" y="32258"/>
                  </a:lnTo>
                  <a:lnTo>
                    <a:pt x="768705" y="24650"/>
                  </a:lnTo>
                  <a:lnTo>
                    <a:pt x="754189" y="254"/>
                  </a:lnTo>
                  <a:lnTo>
                    <a:pt x="750887" y="0"/>
                  </a:lnTo>
                  <a:lnTo>
                    <a:pt x="747966" y="29337"/>
                  </a:lnTo>
                  <a:lnTo>
                    <a:pt x="751268" y="29591"/>
                  </a:lnTo>
                  <a:lnTo>
                    <a:pt x="751776" y="27825"/>
                  </a:lnTo>
                  <a:lnTo>
                    <a:pt x="752411" y="26416"/>
                  </a:lnTo>
                  <a:lnTo>
                    <a:pt x="753300" y="25654"/>
                  </a:lnTo>
                  <a:lnTo>
                    <a:pt x="754062" y="24892"/>
                  </a:lnTo>
                  <a:lnTo>
                    <a:pt x="755205" y="24650"/>
                  </a:lnTo>
                  <a:lnTo>
                    <a:pt x="762952" y="28194"/>
                  </a:lnTo>
                  <a:lnTo>
                    <a:pt x="764222" y="29337"/>
                  </a:lnTo>
                  <a:lnTo>
                    <a:pt x="767397" y="33413"/>
                  </a:lnTo>
                  <a:lnTo>
                    <a:pt x="769429" y="36068"/>
                  </a:lnTo>
                  <a:lnTo>
                    <a:pt x="770953" y="38239"/>
                  </a:lnTo>
                  <a:lnTo>
                    <a:pt x="771779" y="39763"/>
                  </a:lnTo>
                  <a:lnTo>
                    <a:pt x="772604" y="41148"/>
                  </a:lnTo>
                  <a:lnTo>
                    <a:pt x="773239" y="42418"/>
                  </a:lnTo>
                  <a:lnTo>
                    <a:pt x="773493" y="43700"/>
                  </a:lnTo>
                  <a:lnTo>
                    <a:pt x="773620" y="47371"/>
                  </a:lnTo>
                  <a:lnTo>
                    <a:pt x="773366" y="49530"/>
                  </a:lnTo>
                  <a:lnTo>
                    <a:pt x="713803" y="43561"/>
                  </a:lnTo>
                  <a:lnTo>
                    <a:pt x="713435" y="47371"/>
                  </a:lnTo>
                  <a:lnTo>
                    <a:pt x="712406" y="64135"/>
                  </a:lnTo>
                  <a:lnTo>
                    <a:pt x="715962" y="64516"/>
                  </a:lnTo>
                  <a:lnTo>
                    <a:pt x="716597" y="62230"/>
                  </a:lnTo>
                  <a:lnTo>
                    <a:pt x="717232" y="60579"/>
                  </a:lnTo>
                  <a:lnTo>
                    <a:pt x="717740" y="59817"/>
                  </a:lnTo>
                  <a:lnTo>
                    <a:pt x="718248" y="58928"/>
                  </a:lnTo>
                  <a:lnTo>
                    <a:pt x="718756" y="58293"/>
                  </a:lnTo>
                  <a:lnTo>
                    <a:pt x="725233" y="56642"/>
                  </a:lnTo>
                  <a:lnTo>
                    <a:pt x="731710" y="57162"/>
                  </a:lnTo>
                  <a:lnTo>
                    <a:pt x="736028" y="57658"/>
                  </a:lnTo>
                  <a:lnTo>
                    <a:pt x="795591" y="63639"/>
                  </a:lnTo>
                  <a:lnTo>
                    <a:pt x="797496" y="63881"/>
                  </a:lnTo>
                  <a:lnTo>
                    <a:pt x="799020" y="64262"/>
                  </a:lnTo>
                  <a:lnTo>
                    <a:pt x="800544" y="64516"/>
                  </a:lnTo>
                  <a:lnTo>
                    <a:pt x="804608" y="67576"/>
                  </a:lnTo>
                  <a:lnTo>
                    <a:pt x="805243" y="68453"/>
                  </a:lnTo>
                  <a:lnTo>
                    <a:pt x="805624" y="70104"/>
                  </a:lnTo>
                  <a:lnTo>
                    <a:pt x="806005" y="72517"/>
                  </a:lnTo>
                  <a:lnTo>
                    <a:pt x="809307" y="72771"/>
                  </a:lnTo>
                  <a:lnTo>
                    <a:pt x="810971" y="56642"/>
                  </a:lnTo>
                  <a:lnTo>
                    <a:pt x="811428" y="52197"/>
                  </a:lnTo>
                  <a:lnTo>
                    <a:pt x="812101" y="45720"/>
                  </a:lnTo>
                  <a:lnTo>
                    <a:pt x="808672" y="45466"/>
                  </a:lnTo>
                  <a:lnTo>
                    <a:pt x="807910" y="47637"/>
                  </a:lnTo>
                  <a:lnTo>
                    <a:pt x="807021" y="49288"/>
                  </a:lnTo>
                  <a:lnTo>
                    <a:pt x="806132" y="50177"/>
                  </a:lnTo>
                  <a:lnTo>
                    <a:pt x="805243" y="51181"/>
                  </a:lnTo>
                  <a:lnTo>
                    <a:pt x="803973" y="51701"/>
                  </a:lnTo>
                  <a:lnTo>
                    <a:pt x="800925" y="52197"/>
                  </a:lnTo>
                  <a:lnTo>
                    <a:pt x="798131" y="52070"/>
                  </a:lnTo>
                  <a:lnTo>
                    <a:pt x="777938" y="50050"/>
                  </a:lnTo>
                  <a:lnTo>
                    <a:pt x="780605" y="41414"/>
                  </a:lnTo>
                  <a:lnTo>
                    <a:pt x="781240" y="40767"/>
                  </a:lnTo>
                  <a:lnTo>
                    <a:pt x="807275" y="26301"/>
                  </a:lnTo>
                  <a:lnTo>
                    <a:pt x="807910" y="26416"/>
                  </a:lnTo>
                  <a:lnTo>
                    <a:pt x="808799" y="26543"/>
                  </a:lnTo>
                  <a:lnTo>
                    <a:pt x="810323" y="30099"/>
                  </a:lnTo>
                  <a:lnTo>
                    <a:pt x="813625" y="30480"/>
                  </a:lnTo>
                  <a:lnTo>
                    <a:pt x="814044" y="26301"/>
                  </a:lnTo>
                  <a:lnTo>
                    <a:pt x="816292" y="4318"/>
                  </a:lnTo>
                  <a:close/>
                </a:path>
                <a:path w="1275079" h="377189">
                  <a:moveTo>
                    <a:pt x="1012507" y="340614"/>
                  </a:moveTo>
                  <a:lnTo>
                    <a:pt x="1012431" y="326009"/>
                  </a:lnTo>
                  <a:lnTo>
                    <a:pt x="1011999" y="322199"/>
                  </a:lnTo>
                  <a:lnTo>
                    <a:pt x="1011364" y="317754"/>
                  </a:lnTo>
                  <a:lnTo>
                    <a:pt x="991806" y="315849"/>
                  </a:lnTo>
                  <a:lnTo>
                    <a:pt x="991171" y="322580"/>
                  </a:lnTo>
                  <a:lnTo>
                    <a:pt x="995489" y="324485"/>
                  </a:lnTo>
                  <a:lnTo>
                    <a:pt x="998791" y="326390"/>
                  </a:lnTo>
                  <a:lnTo>
                    <a:pt x="1000950" y="328168"/>
                  </a:lnTo>
                  <a:lnTo>
                    <a:pt x="1003109" y="330073"/>
                  </a:lnTo>
                  <a:lnTo>
                    <a:pt x="1004633" y="332232"/>
                  </a:lnTo>
                  <a:lnTo>
                    <a:pt x="1005395" y="334645"/>
                  </a:lnTo>
                  <a:lnTo>
                    <a:pt x="1006284" y="337185"/>
                  </a:lnTo>
                  <a:lnTo>
                    <a:pt x="1006360" y="340614"/>
                  </a:lnTo>
                  <a:lnTo>
                    <a:pt x="1006030" y="343916"/>
                  </a:lnTo>
                  <a:lnTo>
                    <a:pt x="1005649" y="348869"/>
                  </a:lnTo>
                  <a:lnTo>
                    <a:pt x="1003617" y="352806"/>
                  </a:lnTo>
                  <a:lnTo>
                    <a:pt x="996505" y="358902"/>
                  </a:lnTo>
                  <a:lnTo>
                    <a:pt x="991425" y="360934"/>
                  </a:lnTo>
                  <a:lnTo>
                    <a:pt x="978598" y="363220"/>
                  </a:lnTo>
                  <a:lnTo>
                    <a:pt x="970851" y="363220"/>
                  </a:lnTo>
                  <a:lnTo>
                    <a:pt x="933640" y="354203"/>
                  </a:lnTo>
                  <a:lnTo>
                    <a:pt x="926528" y="346964"/>
                  </a:lnTo>
                  <a:lnTo>
                    <a:pt x="923734" y="342900"/>
                  </a:lnTo>
                  <a:lnTo>
                    <a:pt x="922591" y="338582"/>
                  </a:lnTo>
                  <a:lnTo>
                    <a:pt x="923099" y="333883"/>
                  </a:lnTo>
                  <a:lnTo>
                    <a:pt x="923353" y="330835"/>
                  </a:lnTo>
                  <a:lnTo>
                    <a:pt x="940879" y="317500"/>
                  </a:lnTo>
                  <a:lnTo>
                    <a:pt x="941514" y="310769"/>
                  </a:lnTo>
                  <a:lnTo>
                    <a:pt x="917219" y="332232"/>
                  </a:lnTo>
                  <a:lnTo>
                    <a:pt x="916546" y="338582"/>
                  </a:lnTo>
                  <a:lnTo>
                    <a:pt x="942174" y="371665"/>
                  </a:lnTo>
                  <a:lnTo>
                    <a:pt x="972654" y="376834"/>
                  </a:lnTo>
                  <a:lnTo>
                    <a:pt x="982268" y="376110"/>
                  </a:lnTo>
                  <a:lnTo>
                    <a:pt x="990561" y="374167"/>
                  </a:lnTo>
                  <a:lnTo>
                    <a:pt x="997521" y="370967"/>
                  </a:lnTo>
                  <a:lnTo>
                    <a:pt x="1003185" y="366547"/>
                  </a:lnTo>
                  <a:lnTo>
                    <a:pt x="1005687" y="363220"/>
                  </a:lnTo>
                  <a:lnTo>
                    <a:pt x="1007452" y="360895"/>
                  </a:lnTo>
                  <a:lnTo>
                    <a:pt x="1010335" y="354025"/>
                  </a:lnTo>
                  <a:lnTo>
                    <a:pt x="1011872" y="345948"/>
                  </a:lnTo>
                  <a:lnTo>
                    <a:pt x="1012507" y="340614"/>
                  </a:lnTo>
                  <a:close/>
                </a:path>
                <a:path w="1275079" h="377189">
                  <a:moveTo>
                    <a:pt x="1021778" y="238125"/>
                  </a:moveTo>
                  <a:lnTo>
                    <a:pt x="1018349" y="237744"/>
                  </a:lnTo>
                  <a:lnTo>
                    <a:pt x="1017460" y="240411"/>
                  </a:lnTo>
                  <a:lnTo>
                    <a:pt x="1016444" y="242062"/>
                  </a:lnTo>
                  <a:lnTo>
                    <a:pt x="1015555" y="242824"/>
                  </a:lnTo>
                  <a:lnTo>
                    <a:pt x="1014666" y="243713"/>
                  </a:lnTo>
                  <a:lnTo>
                    <a:pt x="1013523" y="244221"/>
                  </a:lnTo>
                  <a:lnTo>
                    <a:pt x="1011999" y="244348"/>
                  </a:lnTo>
                  <a:lnTo>
                    <a:pt x="1010602" y="244602"/>
                  </a:lnTo>
                  <a:lnTo>
                    <a:pt x="1007935" y="244475"/>
                  </a:lnTo>
                  <a:lnTo>
                    <a:pt x="1003871" y="244094"/>
                  </a:lnTo>
                  <a:lnTo>
                    <a:pt x="974534" y="241046"/>
                  </a:lnTo>
                  <a:lnTo>
                    <a:pt x="971486" y="241046"/>
                  </a:lnTo>
                  <a:lnTo>
                    <a:pt x="952703" y="259842"/>
                  </a:lnTo>
                  <a:lnTo>
                    <a:pt x="952817" y="261874"/>
                  </a:lnTo>
                  <a:lnTo>
                    <a:pt x="953833" y="266065"/>
                  </a:lnTo>
                  <a:lnTo>
                    <a:pt x="954722" y="268097"/>
                  </a:lnTo>
                  <a:lnTo>
                    <a:pt x="955992" y="270383"/>
                  </a:lnTo>
                  <a:lnTo>
                    <a:pt x="957135" y="272542"/>
                  </a:lnTo>
                  <a:lnTo>
                    <a:pt x="959421" y="275590"/>
                  </a:lnTo>
                  <a:lnTo>
                    <a:pt x="962596" y="279527"/>
                  </a:lnTo>
                  <a:lnTo>
                    <a:pt x="962596" y="279781"/>
                  </a:lnTo>
                  <a:lnTo>
                    <a:pt x="919543" y="275463"/>
                  </a:lnTo>
                  <a:lnTo>
                    <a:pt x="919060" y="279273"/>
                  </a:lnTo>
                  <a:lnTo>
                    <a:pt x="918146" y="296037"/>
                  </a:lnTo>
                  <a:lnTo>
                    <a:pt x="921702" y="296418"/>
                  </a:lnTo>
                  <a:lnTo>
                    <a:pt x="922337" y="294132"/>
                  </a:lnTo>
                  <a:lnTo>
                    <a:pt x="922845" y="292608"/>
                  </a:lnTo>
                  <a:lnTo>
                    <a:pt x="923861" y="290830"/>
                  </a:lnTo>
                  <a:lnTo>
                    <a:pt x="924496" y="290195"/>
                  </a:lnTo>
                  <a:lnTo>
                    <a:pt x="925258" y="289814"/>
                  </a:lnTo>
                  <a:lnTo>
                    <a:pt x="925893" y="289306"/>
                  </a:lnTo>
                  <a:lnTo>
                    <a:pt x="926909" y="289052"/>
                  </a:lnTo>
                  <a:lnTo>
                    <a:pt x="928179" y="288798"/>
                  </a:lnTo>
                  <a:lnTo>
                    <a:pt x="929449" y="288671"/>
                  </a:lnTo>
                  <a:lnTo>
                    <a:pt x="932624" y="288671"/>
                  </a:lnTo>
                  <a:lnTo>
                    <a:pt x="937323" y="289052"/>
                  </a:lnTo>
                  <a:lnTo>
                    <a:pt x="941768" y="289560"/>
                  </a:lnTo>
                  <a:lnTo>
                    <a:pt x="998791" y="295275"/>
                  </a:lnTo>
                  <a:lnTo>
                    <a:pt x="1001839" y="295656"/>
                  </a:lnTo>
                  <a:lnTo>
                    <a:pt x="1004125" y="295910"/>
                  </a:lnTo>
                  <a:lnTo>
                    <a:pt x="1005649" y="296291"/>
                  </a:lnTo>
                  <a:lnTo>
                    <a:pt x="1010475" y="299974"/>
                  </a:lnTo>
                  <a:lnTo>
                    <a:pt x="1010983" y="300863"/>
                  </a:lnTo>
                  <a:lnTo>
                    <a:pt x="1011364" y="302387"/>
                  </a:lnTo>
                  <a:lnTo>
                    <a:pt x="1011618" y="304419"/>
                  </a:lnTo>
                  <a:lnTo>
                    <a:pt x="1015047" y="304673"/>
                  </a:lnTo>
                  <a:lnTo>
                    <a:pt x="1016622" y="288671"/>
                  </a:lnTo>
                  <a:lnTo>
                    <a:pt x="1017079" y="284099"/>
                  </a:lnTo>
                  <a:lnTo>
                    <a:pt x="1017714" y="277749"/>
                  </a:lnTo>
                  <a:lnTo>
                    <a:pt x="1014412" y="277368"/>
                  </a:lnTo>
                  <a:lnTo>
                    <a:pt x="1013294" y="280035"/>
                  </a:lnTo>
                  <a:lnTo>
                    <a:pt x="1013015" y="280670"/>
                  </a:lnTo>
                  <a:lnTo>
                    <a:pt x="1011745" y="282448"/>
                  </a:lnTo>
                  <a:lnTo>
                    <a:pt x="1010856" y="283083"/>
                  </a:lnTo>
                  <a:lnTo>
                    <a:pt x="1009078" y="283845"/>
                  </a:lnTo>
                  <a:lnTo>
                    <a:pt x="1007935" y="283972"/>
                  </a:lnTo>
                  <a:lnTo>
                    <a:pt x="1006538" y="283972"/>
                  </a:lnTo>
                  <a:lnTo>
                    <a:pt x="1005268" y="284099"/>
                  </a:lnTo>
                  <a:lnTo>
                    <a:pt x="1002982" y="283845"/>
                  </a:lnTo>
                  <a:lnTo>
                    <a:pt x="999934" y="283591"/>
                  </a:lnTo>
                  <a:lnTo>
                    <a:pt x="973899" y="280924"/>
                  </a:lnTo>
                  <a:lnTo>
                    <a:pt x="963866" y="274066"/>
                  </a:lnTo>
                  <a:lnTo>
                    <a:pt x="962469" y="272034"/>
                  </a:lnTo>
                  <a:lnTo>
                    <a:pt x="961453" y="270256"/>
                  </a:lnTo>
                  <a:lnTo>
                    <a:pt x="960437" y="267208"/>
                  </a:lnTo>
                  <a:lnTo>
                    <a:pt x="960564" y="263652"/>
                  </a:lnTo>
                  <a:lnTo>
                    <a:pt x="974534" y="253238"/>
                  </a:lnTo>
                  <a:lnTo>
                    <a:pt x="979106" y="253365"/>
                  </a:lnTo>
                  <a:lnTo>
                    <a:pt x="1013142" y="258572"/>
                  </a:lnTo>
                  <a:lnTo>
                    <a:pt x="1013777" y="259080"/>
                  </a:lnTo>
                  <a:lnTo>
                    <a:pt x="1014285" y="259842"/>
                  </a:lnTo>
                  <a:lnTo>
                    <a:pt x="1014666" y="260604"/>
                  </a:lnTo>
                  <a:lnTo>
                    <a:pt x="1015301" y="262763"/>
                  </a:lnTo>
                  <a:lnTo>
                    <a:pt x="1015682" y="264541"/>
                  </a:lnTo>
                  <a:lnTo>
                    <a:pt x="1018984" y="264922"/>
                  </a:lnTo>
                  <a:lnTo>
                    <a:pt x="1020191" y="253238"/>
                  </a:lnTo>
                  <a:lnTo>
                    <a:pt x="1021092" y="244602"/>
                  </a:lnTo>
                  <a:lnTo>
                    <a:pt x="1021778" y="238125"/>
                  </a:lnTo>
                  <a:close/>
                </a:path>
                <a:path w="1275079" h="377189">
                  <a:moveTo>
                    <a:pt x="1029525" y="160528"/>
                  </a:moveTo>
                  <a:lnTo>
                    <a:pt x="1025969" y="160147"/>
                  </a:lnTo>
                  <a:lnTo>
                    <a:pt x="1025334" y="162560"/>
                  </a:lnTo>
                  <a:lnTo>
                    <a:pt x="1024572" y="164211"/>
                  </a:lnTo>
                  <a:lnTo>
                    <a:pt x="1019238" y="167640"/>
                  </a:lnTo>
                  <a:lnTo>
                    <a:pt x="1017714" y="167513"/>
                  </a:lnTo>
                  <a:lnTo>
                    <a:pt x="1016190" y="167513"/>
                  </a:lnTo>
                  <a:lnTo>
                    <a:pt x="1013650" y="167386"/>
                  </a:lnTo>
                  <a:lnTo>
                    <a:pt x="963612" y="162306"/>
                  </a:lnTo>
                  <a:lnTo>
                    <a:pt x="961707" y="181737"/>
                  </a:lnTo>
                  <a:lnTo>
                    <a:pt x="965009" y="181991"/>
                  </a:lnTo>
                  <a:lnTo>
                    <a:pt x="966152" y="179070"/>
                  </a:lnTo>
                  <a:lnTo>
                    <a:pt x="967168" y="177546"/>
                  </a:lnTo>
                  <a:lnTo>
                    <a:pt x="972121" y="175387"/>
                  </a:lnTo>
                  <a:lnTo>
                    <a:pt x="974788" y="175387"/>
                  </a:lnTo>
                  <a:lnTo>
                    <a:pt x="1010602" y="180213"/>
                  </a:lnTo>
                  <a:lnTo>
                    <a:pt x="1012253" y="181229"/>
                  </a:lnTo>
                  <a:lnTo>
                    <a:pt x="1013777" y="182753"/>
                  </a:lnTo>
                  <a:lnTo>
                    <a:pt x="1015301" y="184912"/>
                  </a:lnTo>
                  <a:lnTo>
                    <a:pt x="1016825" y="186944"/>
                  </a:lnTo>
                  <a:lnTo>
                    <a:pt x="1017841" y="188849"/>
                  </a:lnTo>
                  <a:lnTo>
                    <a:pt x="1018857" y="192151"/>
                  </a:lnTo>
                  <a:lnTo>
                    <a:pt x="1018857" y="195580"/>
                  </a:lnTo>
                  <a:lnTo>
                    <a:pt x="1012888" y="204724"/>
                  </a:lnTo>
                  <a:lnTo>
                    <a:pt x="1011491" y="205486"/>
                  </a:lnTo>
                  <a:lnTo>
                    <a:pt x="1009332" y="205867"/>
                  </a:lnTo>
                  <a:lnTo>
                    <a:pt x="1003617" y="206121"/>
                  </a:lnTo>
                  <a:lnTo>
                    <a:pt x="999553" y="205867"/>
                  </a:lnTo>
                  <a:lnTo>
                    <a:pt x="959675" y="201930"/>
                  </a:lnTo>
                  <a:lnTo>
                    <a:pt x="957643" y="221234"/>
                  </a:lnTo>
                  <a:lnTo>
                    <a:pt x="960945" y="221615"/>
                  </a:lnTo>
                  <a:lnTo>
                    <a:pt x="961961" y="218821"/>
                  </a:lnTo>
                  <a:lnTo>
                    <a:pt x="962977" y="217170"/>
                  </a:lnTo>
                  <a:lnTo>
                    <a:pt x="964755" y="215646"/>
                  </a:lnTo>
                  <a:lnTo>
                    <a:pt x="966025" y="215138"/>
                  </a:lnTo>
                  <a:lnTo>
                    <a:pt x="968946" y="214884"/>
                  </a:lnTo>
                  <a:lnTo>
                    <a:pt x="971613" y="215011"/>
                  </a:lnTo>
                  <a:lnTo>
                    <a:pt x="1007046" y="218567"/>
                  </a:lnTo>
                  <a:lnTo>
                    <a:pt x="1011618" y="218313"/>
                  </a:lnTo>
                  <a:lnTo>
                    <a:pt x="1015047" y="217424"/>
                  </a:lnTo>
                  <a:lnTo>
                    <a:pt x="1018476" y="216408"/>
                  </a:lnTo>
                  <a:lnTo>
                    <a:pt x="1020648" y="214884"/>
                  </a:lnTo>
                  <a:lnTo>
                    <a:pt x="1021016" y="214630"/>
                  </a:lnTo>
                  <a:lnTo>
                    <a:pt x="1024826" y="209550"/>
                  </a:lnTo>
                  <a:lnTo>
                    <a:pt x="1026096" y="206248"/>
                  </a:lnTo>
                  <a:lnTo>
                    <a:pt x="1026096" y="206121"/>
                  </a:lnTo>
                  <a:lnTo>
                    <a:pt x="1026502" y="201930"/>
                  </a:lnTo>
                  <a:lnTo>
                    <a:pt x="1016698" y="179832"/>
                  </a:lnTo>
                  <a:lnTo>
                    <a:pt x="1017079" y="178816"/>
                  </a:lnTo>
                  <a:lnTo>
                    <a:pt x="1028255" y="180340"/>
                  </a:lnTo>
                  <a:lnTo>
                    <a:pt x="1028395" y="178816"/>
                  </a:lnTo>
                  <a:lnTo>
                    <a:pt x="1028636" y="176276"/>
                  </a:lnTo>
                  <a:lnTo>
                    <a:pt x="1028674" y="175387"/>
                  </a:lnTo>
                  <a:lnTo>
                    <a:pt x="1029119" y="167640"/>
                  </a:lnTo>
                  <a:lnTo>
                    <a:pt x="1029525" y="160528"/>
                  </a:lnTo>
                  <a:close/>
                </a:path>
                <a:path w="1275079" h="377189">
                  <a:moveTo>
                    <a:pt x="1037399" y="82550"/>
                  </a:moveTo>
                  <a:lnTo>
                    <a:pt x="1034097" y="82169"/>
                  </a:lnTo>
                  <a:lnTo>
                    <a:pt x="1033335" y="84328"/>
                  </a:lnTo>
                  <a:lnTo>
                    <a:pt x="1032573" y="85725"/>
                  </a:lnTo>
                  <a:lnTo>
                    <a:pt x="1031938" y="86487"/>
                  </a:lnTo>
                  <a:lnTo>
                    <a:pt x="1031430" y="87376"/>
                  </a:lnTo>
                  <a:lnTo>
                    <a:pt x="1030668" y="88011"/>
                  </a:lnTo>
                  <a:lnTo>
                    <a:pt x="1029906" y="88265"/>
                  </a:lnTo>
                  <a:lnTo>
                    <a:pt x="1029017" y="88646"/>
                  </a:lnTo>
                  <a:lnTo>
                    <a:pt x="1027874" y="88900"/>
                  </a:lnTo>
                  <a:lnTo>
                    <a:pt x="1026477" y="88900"/>
                  </a:lnTo>
                  <a:lnTo>
                    <a:pt x="1025080" y="89027"/>
                  </a:lnTo>
                  <a:lnTo>
                    <a:pt x="1022794" y="88900"/>
                  </a:lnTo>
                  <a:lnTo>
                    <a:pt x="1019619" y="88519"/>
                  </a:lnTo>
                  <a:lnTo>
                    <a:pt x="990155" y="85598"/>
                  </a:lnTo>
                  <a:lnTo>
                    <a:pt x="987107" y="85471"/>
                  </a:lnTo>
                  <a:lnTo>
                    <a:pt x="982027" y="85979"/>
                  </a:lnTo>
                  <a:lnTo>
                    <a:pt x="979868" y="86487"/>
                  </a:lnTo>
                  <a:lnTo>
                    <a:pt x="978090" y="87249"/>
                  </a:lnTo>
                  <a:lnTo>
                    <a:pt x="976185" y="88011"/>
                  </a:lnTo>
                  <a:lnTo>
                    <a:pt x="968565" y="106426"/>
                  </a:lnTo>
                  <a:lnTo>
                    <a:pt x="969200" y="108585"/>
                  </a:lnTo>
                  <a:lnTo>
                    <a:pt x="969708" y="110744"/>
                  </a:lnTo>
                  <a:lnTo>
                    <a:pt x="970597" y="113030"/>
                  </a:lnTo>
                  <a:lnTo>
                    <a:pt x="973137" y="117348"/>
                  </a:lnTo>
                  <a:lnTo>
                    <a:pt x="975296" y="120396"/>
                  </a:lnTo>
                  <a:lnTo>
                    <a:pt x="978344" y="124079"/>
                  </a:lnTo>
                  <a:lnTo>
                    <a:pt x="977963" y="124968"/>
                  </a:lnTo>
                  <a:lnTo>
                    <a:pt x="966914" y="123063"/>
                  </a:lnTo>
                  <a:lnTo>
                    <a:pt x="966533" y="127254"/>
                  </a:lnTo>
                  <a:lnTo>
                    <a:pt x="965517" y="143256"/>
                  </a:lnTo>
                  <a:lnTo>
                    <a:pt x="969200" y="143637"/>
                  </a:lnTo>
                  <a:lnTo>
                    <a:pt x="969708" y="141605"/>
                  </a:lnTo>
                  <a:lnTo>
                    <a:pt x="970343" y="140081"/>
                  </a:lnTo>
                  <a:lnTo>
                    <a:pt x="970978" y="139065"/>
                  </a:lnTo>
                  <a:lnTo>
                    <a:pt x="971613" y="137922"/>
                  </a:lnTo>
                  <a:lnTo>
                    <a:pt x="972502" y="137287"/>
                  </a:lnTo>
                  <a:lnTo>
                    <a:pt x="973645" y="136779"/>
                  </a:lnTo>
                  <a:lnTo>
                    <a:pt x="974661" y="136398"/>
                  </a:lnTo>
                  <a:lnTo>
                    <a:pt x="976185" y="136144"/>
                  </a:lnTo>
                  <a:lnTo>
                    <a:pt x="979741" y="136398"/>
                  </a:lnTo>
                  <a:lnTo>
                    <a:pt x="982027" y="136525"/>
                  </a:lnTo>
                  <a:lnTo>
                    <a:pt x="1020127" y="140589"/>
                  </a:lnTo>
                  <a:lnTo>
                    <a:pt x="1027366" y="148590"/>
                  </a:lnTo>
                  <a:lnTo>
                    <a:pt x="1030795" y="148844"/>
                  </a:lnTo>
                  <a:lnTo>
                    <a:pt x="1032065" y="136144"/>
                  </a:lnTo>
                  <a:lnTo>
                    <a:pt x="1032814" y="128651"/>
                  </a:lnTo>
                  <a:lnTo>
                    <a:pt x="1033462" y="122174"/>
                  </a:lnTo>
                  <a:lnTo>
                    <a:pt x="1030160" y="121920"/>
                  </a:lnTo>
                  <a:lnTo>
                    <a:pt x="1029271" y="124079"/>
                  </a:lnTo>
                  <a:lnTo>
                    <a:pt x="1028382" y="125730"/>
                  </a:lnTo>
                  <a:lnTo>
                    <a:pt x="1027493" y="126619"/>
                  </a:lnTo>
                  <a:lnTo>
                    <a:pt x="1026604" y="127635"/>
                  </a:lnTo>
                  <a:lnTo>
                    <a:pt x="1025461" y="128143"/>
                  </a:lnTo>
                  <a:lnTo>
                    <a:pt x="1022286" y="128651"/>
                  </a:lnTo>
                  <a:lnTo>
                    <a:pt x="1019492" y="128524"/>
                  </a:lnTo>
                  <a:lnTo>
                    <a:pt x="990282" y="125476"/>
                  </a:lnTo>
                  <a:lnTo>
                    <a:pt x="988123" y="125349"/>
                  </a:lnTo>
                  <a:lnTo>
                    <a:pt x="986980" y="124968"/>
                  </a:lnTo>
                  <a:lnTo>
                    <a:pt x="986218" y="124714"/>
                  </a:lnTo>
                  <a:lnTo>
                    <a:pt x="984567" y="123698"/>
                  </a:lnTo>
                  <a:lnTo>
                    <a:pt x="976820" y="113411"/>
                  </a:lnTo>
                  <a:lnTo>
                    <a:pt x="976185" y="111760"/>
                  </a:lnTo>
                  <a:lnTo>
                    <a:pt x="976185" y="108204"/>
                  </a:lnTo>
                  <a:lnTo>
                    <a:pt x="976439" y="106426"/>
                  </a:lnTo>
                  <a:lnTo>
                    <a:pt x="989647" y="97790"/>
                  </a:lnTo>
                  <a:lnTo>
                    <a:pt x="992187" y="97917"/>
                  </a:lnTo>
                  <a:lnTo>
                    <a:pt x="994854" y="97917"/>
                  </a:lnTo>
                  <a:lnTo>
                    <a:pt x="997648" y="98171"/>
                  </a:lnTo>
                  <a:lnTo>
                    <a:pt x="1000950" y="98425"/>
                  </a:lnTo>
                  <a:lnTo>
                    <a:pt x="1018730" y="100330"/>
                  </a:lnTo>
                  <a:lnTo>
                    <a:pt x="1021778" y="100584"/>
                  </a:lnTo>
                  <a:lnTo>
                    <a:pt x="1024064" y="100965"/>
                  </a:lnTo>
                  <a:lnTo>
                    <a:pt x="1025588" y="101473"/>
                  </a:lnTo>
                  <a:lnTo>
                    <a:pt x="1027112" y="101854"/>
                  </a:lnTo>
                  <a:lnTo>
                    <a:pt x="1031430" y="109093"/>
                  </a:lnTo>
                  <a:lnTo>
                    <a:pt x="1034732" y="109347"/>
                  </a:lnTo>
                  <a:lnTo>
                    <a:pt x="1035875" y="97790"/>
                  </a:lnTo>
                  <a:lnTo>
                    <a:pt x="1036751" y="89027"/>
                  </a:lnTo>
                  <a:lnTo>
                    <a:pt x="1037399" y="82550"/>
                  </a:lnTo>
                  <a:close/>
                </a:path>
                <a:path w="1275079" h="377189">
                  <a:moveTo>
                    <a:pt x="1045400" y="4318"/>
                  </a:moveTo>
                  <a:lnTo>
                    <a:pt x="1041971" y="4076"/>
                  </a:lnTo>
                  <a:lnTo>
                    <a:pt x="1041336" y="6096"/>
                  </a:lnTo>
                  <a:lnTo>
                    <a:pt x="1040193" y="8013"/>
                  </a:lnTo>
                  <a:lnTo>
                    <a:pt x="1037018" y="11430"/>
                  </a:lnTo>
                  <a:lnTo>
                    <a:pt x="1034605" y="13208"/>
                  </a:lnTo>
                  <a:lnTo>
                    <a:pt x="1003744" y="32258"/>
                  </a:lnTo>
                  <a:lnTo>
                    <a:pt x="997813" y="24650"/>
                  </a:lnTo>
                  <a:lnTo>
                    <a:pt x="983297" y="254"/>
                  </a:lnTo>
                  <a:lnTo>
                    <a:pt x="979995" y="0"/>
                  </a:lnTo>
                  <a:lnTo>
                    <a:pt x="977074" y="29337"/>
                  </a:lnTo>
                  <a:lnTo>
                    <a:pt x="980376" y="29591"/>
                  </a:lnTo>
                  <a:lnTo>
                    <a:pt x="980884" y="27825"/>
                  </a:lnTo>
                  <a:lnTo>
                    <a:pt x="981519" y="26416"/>
                  </a:lnTo>
                  <a:lnTo>
                    <a:pt x="982408" y="25654"/>
                  </a:lnTo>
                  <a:lnTo>
                    <a:pt x="983170" y="24892"/>
                  </a:lnTo>
                  <a:lnTo>
                    <a:pt x="984313" y="24650"/>
                  </a:lnTo>
                  <a:lnTo>
                    <a:pt x="992060" y="28194"/>
                  </a:lnTo>
                  <a:lnTo>
                    <a:pt x="993330" y="29337"/>
                  </a:lnTo>
                  <a:lnTo>
                    <a:pt x="996505" y="33413"/>
                  </a:lnTo>
                  <a:lnTo>
                    <a:pt x="998537" y="36068"/>
                  </a:lnTo>
                  <a:lnTo>
                    <a:pt x="1000061" y="38239"/>
                  </a:lnTo>
                  <a:lnTo>
                    <a:pt x="1000887" y="39763"/>
                  </a:lnTo>
                  <a:lnTo>
                    <a:pt x="1001712" y="41148"/>
                  </a:lnTo>
                  <a:lnTo>
                    <a:pt x="1002245" y="42545"/>
                  </a:lnTo>
                  <a:lnTo>
                    <a:pt x="1002855" y="44589"/>
                  </a:lnTo>
                  <a:lnTo>
                    <a:pt x="1002855" y="45847"/>
                  </a:lnTo>
                  <a:lnTo>
                    <a:pt x="1002690" y="47637"/>
                  </a:lnTo>
                  <a:lnTo>
                    <a:pt x="1002474" y="49530"/>
                  </a:lnTo>
                  <a:lnTo>
                    <a:pt x="942911" y="43561"/>
                  </a:lnTo>
                  <a:lnTo>
                    <a:pt x="942543" y="47371"/>
                  </a:lnTo>
                  <a:lnTo>
                    <a:pt x="941514" y="64135"/>
                  </a:lnTo>
                  <a:lnTo>
                    <a:pt x="945070" y="64516"/>
                  </a:lnTo>
                  <a:lnTo>
                    <a:pt x="945705" y="62230"/>
                  </a:lnTo>
                  <a:lnTo>
                    <a:pt x="946340" y="60579"/>
                  </a:lnTo>
                  <a:lnTo>
                    <a:pt x="946848" y="59817"/>
                  </a:lnTo>
                  <a:lnTo>
                    <a:pt x="947229" y="58928"/>
                  </a:lnTo>
                  <a:lnTo>
                    <a:pt x="947864" y="58293"/>
                  </a:lnTo>
                  <a:lnTo>
                    <a:pt x="954341" y="56642"/>
                  </a:lnTo>
                  <a:lnTo>
                    <a:pt x="960818" y="57162"/>
                  </a:lnTo>
                  <a:lnTo>
                    <a:pt x="965136" y="57658"/>
                  </a:lnTo>
                  <a:lnTo>
                    <a:pt x="1024699" y="63639"/>
                  </a:lnTo>
                  <a:lnTo>
                    <a:pt x="1026604" y="63881"/>
                  </a:lnTo>
                  <a:lnTo>
                    <a:pt x="1028128" y="64262"/>
                  </a:lnTo>
                  <a:lnTo>
                    <a:pt x="1029652" y="64516"/>
                  </a:lnTo>
                  <a:lnTo>
                    <a:pt x="1033716" y="67576"/>
                  </a:lnTo>
                  <a:lnTo>
                    <a:pt x="1034224" y="68453"/>
                  </a:lnTo>
                  <a:lnTo>
                    <a:pt x="1034732" y="70104"/>
                  </a:lnTo>
                  <a:lnTo>
                    <a:pt x="1035113" y="72517"/>
                  </a:lnTo>
                  <a:lnTo>
                    <a:pt x="1038415" y="72771"/>
                  </a:lnTo>
                  <a:lnTo>
                    <a:pt x="1040079" y="56642"/>
                  </a:lnTo>
                  <a:lnTo>
                    <a:pt x="1040536" y="52197"/>
                  </a:lnTo>
                  <a:lnTo>
                    <a:pt x="1041209" y="45720"/>
                  </a:lnTo>
                  <a:lnTo>
                    <a:pt x="1037780" y="45466"/>
                  </a:lnTo>
                  <a:lnTo>
                    <a:pt x="1037018" y="47637"/>
                  </a:lnTo>
                  <a:lnTo>
                    <a:pt x="1036129" y="49288"/>
                  </a:lnTo>
                  <a:lnTo>
                    <a:pt x="1035240" y="50177"/>
                  </a:lnTo>
                  <a:lnTo>
                    <a:pt x="1034351" y="51181"/>
                  </a:lnTo>
                  <a:lnTo>
                    <a:pt x="1033081" y="51701"/>
                  </a:lnTo>
                  <a:lnTo>
                    <a:pt x="1030033" y="52197"/>
                  </a:lnTo>
                  <a:lnTo>
                    <a:pt x="1027239" y="52070"/>
                  </a:lnTo>
                  <a:lnTo>
                    <a:pt x="1007046" y="50050"/>
                  </a:lnTo>
                  <a:lnTo>
                    <a:pt x="1009713" y="41414"/>
                  </a:lnTo>
                  <a:lnTo>
                    <a:pt x="1010348" y="40767"/>
                  </a:lnTo>
                  <a:lnTo>
                    <a:pt x="1036383" y="26301"/>
                  </a:lnTo>
                  <a:lnTo>
                    <a:pt x="1037018" y="26416"/>
                  </a:lnTo>
                  <a:lnTo>
                    <a:pt x="1037907" y="26543"/>
                  </a:lnTo>
                  <a:lnTo>
                    <a:pt x="1038542" y="26797"/>
                  </a:lnTo>
                  <a:lnTo>
                    <a:pt x="1038796" y="27432"/>
                  </a:lnTo>
                  <a:lnTo>
                    <a:pt x="1039177" y="28067"/>
                  </a:lnTo>
                  <a:lnTo>
                    <a:pt x="1039304" y="28956"/>
                  </a:lnTo>
                  <a:lnTo>
                    <a:pt x="1039431" y="30099"/>
                  </a:lnTo>
                  <a:lnTo>
                    <a:pt x="1042733" y="30480"/>
                  </a:lnTo>
                  <a:lnTo>
                    <a:pt x="1043152" y="26301"/>
                  </a:lnTo>
                  <a:lnTo>
                    <a:pt x="1045400" y="4318"/>
                  </a:lnTo>
                  <a:close/>
                </a:path>
                <a:path w="1275079" h="377189">
                  <a:moveTo>
                    <a:pt x="1241691" y="337185"/>
                  </a:moveTo>
                  <a:lnTo>
                    <a:pt x="1241577" y="326390"/>
                  </a:lnTo>
                  <a:lnTo>
                    <a:pt x="1241107" y="322199"/>
                  </a:lnTo>
                  <a:lnTo>
                    <a:pt x="1240472" y="317754"/>
                  </a:lnTo>
                  <a:lnTo>
                    <a:pt x="1220914" y="315849"/>
                  </a:lnTo>
                  <a:lnTo>
                    <a:pt x="1220279" y="322580"/>
                  </a:lnTo>
                  <a:lnTo>
                    <a:pt x="1224597" y="324485"/>
                  </a:lnTo>
                  <a:lnTo>
                    <a:pt x="1227899" y="326390"/>
                  </a:lnTo>
                  <a:lnTo>
                    <a:pt x="1230058" y="328168"/>
                  </a:lnTo>
                  <a:lnTo>
                    <a:pt x="1232217" y="330073"/>
                  </a:lnTo>
                  <a:lnTo>
                    <a:pt x="1233741" y="332232"/>
                  </a:lnTo>
                  <a:lnTo>
                    <a:pt x="1234503" y="334645"/>
                  </a:lnTo>
                  <a:lnTo>
                    <a:pt x="1235392" y="337185"/>
                  </a:lnTo>
                  <a:lnTo>
                    <a:pt x="1207706" y="363220"/>
                  </a:lnTo>
                  <a:lnTo>
                    <a:pt x="1199959" y="363220"/>
                  </a:lnTo>
                  <a:lnTo>
                    <a:pt x="1162748" y="354203"/>
                  </a:lnTo>
                  <a:lnTo>
                    <a:pt x="1155636" y="346964"/>
                  </a:lnTo>
                  <a:lnTo>
                    <a:pt x="1152842" y="342900"/>
                  </a:lnTo>
                  <a:lnTo>
                    <a:pt x="1151699" y="338582"/>
                  </a:lnTo>
                  <a:lnTo>
                    <a:pt x="1152207" y="333883"/>
                  </a:lnTo>
                  <a:lnTo>
                    <a:pt x="1152461" y="330835"/>
                  </a:lnTo>
                  <a:lnTo>
                    <a:pt x="1169987" y="317500"/>
                  </a:lnTo>
                  <a:lnTo>
                    <a:pt x="1170622" y="310769"/>
                  </a:lnTo>
                  <a:lnTo>
                    <a:pt x="1146327" y="332232"/>
                  </a:lnTo>
                  <a:lnTo>
                    <a:pt x="1145654" y="338582"/>
                  </a:lnTo>
                  <a:lnTo>
                    <a:pt x="1171282" y="371665"/>
                  </a:lnTo>
                  <a:lnTo>
                    <a:pt x="1201762" y="376834"/>
                  </a:lnTo>
                  <a:lnTo>
                    <a:pt x="1211389" y="376110"/>
                  </a:lnTo>
                  <a:lnTo>
                    <a:pt x="1219669" y="374167"/>
                  </a:lnTo>
                  <a:lnTo>
                    <a:pt x="1226629" y="370967"/>
                  </a:lnTo>
                  <a:lnTo>
                    <a:pt x="1232293" y="366547"/>
                  </a:lnTo>
                  <a:lnTo>
                    <a:pt x="1234795" y="363220"/>
                  </a:lnTo>
                  <a:lnTo>
                    <a:pt x="1236560" y="360895"/>
                  </a:lnTo>
                  <a:lnTo>
                    <a:pt x="1239443" y="354025"/>
                  </a:lnTo>
                  <a:lnTo>
                    <a:pt x="1240980" y="345948"/>
                  </a:lnTo>
                  <a:lnTo>
                    <a:pt x="1241615" y="340614"/>
                  </a:lnTo>
                  <a:lnTo>
                    <a:pt x="1241691" y="337185"/>
                  </a:lnTo>
                  <a:close/>
                </a:path>
                <a:path w="1275079" h="377189">
                  <a:moveTo>
                    <a:pt x="1250886" y="238125"/>
                  </a:moveTo>
                  <a:lnTo>
                    <a:pt x="1247457" y="237744"/>
                  </a:lnTo>
                  <a:lnTo>
                    <a:pt x="1246568" y="240411"/>
                  </a:lnTo>
                  <a:lnTo>
                    <a:pt x="1245552" y="242062"/>
                  </a:lnTo>
                  <a:lnTo>
                    <a:pt x="1244663" y="242824"/>
                  </a:lnTo>
                  <a:lnTo>
                    <a:pt x="1243774" y="243713"/>
                  </a:lnTo>
                  <a:lnTo>
                    <a:pt x="1242631" y="244221"/>
                  </a:lnTo>
                  <a:lnTo>
                    <a:pt x="1241107" y="244348"/>
                  </a:lnTo>
                  <a:lnTo>
                    <a:pt x="1239710" y="244602"/>
                  </a:lnTo>
                  <a:lnTo>
                    <a:pt x="1237043" y="244475"/>
                  </a:lnTo>
                  <a:lnTo>
                    <a:pt x="1232979" y="244094"/>
                  </a:lnTo>
                  <a:lnTo>
                    <a:pt x="1203642" y="241046"/>
                  </a:lnTo>
                  <a:lnTo>
                    <a:pt x="1200594" y="241046"/>
                  </a:lnTo>
                  <a:lnTo>
                    <a:pt x="1181925" y="261874"/>
                  </a:lnTo>
                  <a:lnTo>
                    <a:pt x="1182941" y="266065"/>
                  </a:lnTo>
                  <a:lnTo>
                    <a:pt x="1183830" y="268097"/>
                  </a:lnTo>
                  <a:lnTo>
                    <a:pt x="1185100" y="270383"/>
                  </a:lnTo>
                  <a:lnTo>
                    <a:pt x="1186243" y="272542"/>
                  </a:lnTo>
                  <a:lnTo>
                    <a:pt x="1188529" y="275590"/>
                  </a:lnTo>
                  <a:lnTo>
                    <a:pt x="1191704" y="279527"/>
                  </a:lnTo>
                  <a:lnTo>
                    <a:pt x="1191704" y="279781"/>
                  </a:lnTo>
                  <a:lnTo>
                    <a:pt x="1148651" y="275463"/>
                  </a:lnTo>
                  <a:lnTo>
                    <a:pt x="1148168" y="279273"/>
                  </a:lnTo>
                  <a:lnTo>
                    <a:pt x="1147254" y="296037"/>
                  </a:lnTo>
                  <a:lnTo>
                    <a:pt x="1150810" y="296418"/>
                  </a:lnTo>
                  <a:lnTo>
                    <a:pt x="1151445" y="294132"/>
                  </a:lnTo>
                  <a:lnTo>
                    <a:pt x="1151953" y="292608"/>
                  </a:lnTo>
                  <a:lnTo>
                    <a:pt x="1152969" y="290830"/>
                  </a:lnTo>
                  <a:lnTo>
                    <a:pt x="1153604" y="290195"/>
                  </a:lnTo>
                  <a:lnTo>
                    <a:pt x="1154366" y="289814"/>
                  </a:lnTo>
                  <a:lnTo>
                    <a:pt x="1155001" y="289306"/>
                  </a:lnTo>
                  <a:lnTo>
                    <a:pt x="1156017" y="289052"/>
                  </a:lnTo>
                  <a:lnTo>
                    <a:pt x="1157287" y="288798"/>
                  </a:lnTo>
                  <a:lnTo>
                    <a:pt x="1158557" y="288671"/>
                  </a:lnTo>
                  <a:lnTo>
                    <a:pt x="1161732" y="288671"/>
                  </a:lnTo>
                  <a:lnTo>
                    <a:pt x="1166431" y="289052"/>
                  </a:lnTo>
                  <a:lnTo>
                    <a:pt x="1170876" y="289560"/>
                  </a:lnTo>
                  <a:lnTo>
                    <a:pt x="1227899" y="295275"/>
                  </a:lnTo>
                  <a:lnTo>
                    <a:pt x="1230947" y="295656"/>
                  </a:lnTo>
                  <a:lnTo>
                    <a:pt x="1233233" y="295910"/>
                  </a:lnTo>
                  <a:lnTo>
                    <a:pt x="1234757" y="296291"/>
                  </a:lnTo>
                  <a:lnTo>
                    <a:pt x="1239583" y="299974"/>
                  </a:lnTo>
                  <a:lnTo>
                    <a:pt x="1240091" y="300863"/>
                  </a:lnTo>
                  <a:lnTo>
                    <a:pt x="1240472" y="302387"/>
                  </a:lnTo>
                  <a:lnTo>
                    <a:pt x="1240726" y="304419"/>
                  </a:lnTo>
                  <a:lnTo>
                    <a:pt x="1244155" y="304673"/>
                  </a:lnTo>
                  <a:lnTo>
                    <a:pt x="1245730" y="288671"/>
                  </a:lnTo>
                  <a:lnTo>
                    <a:pt x="1246187" y="284099"/>
                  </a:lnTo>
                  <a:lnTo>
                    <a:pt x="1246822" y="277749"/>
                  </a:lnTo>
                  <a:lnTo>
                    <a:pt x="1243520" y="277368"/>
                  </a:lnTo>
                  <a:lnTo>
                    <a:pt x="1242402" y="280035"/>
                  </a:lnTo>
                  <a:lnTo>
                    <a:pt x="1242123" y="280670"/>
                  </a:lnTo>
                  <a:lnTo>
                    <a:pt x="1240853" y="282448"/>
                  </a:lnTo>
                  <a:lnTo>
                    <a:pt x="1239964" y="283083"/>
                  </a:lnTo>
                  <a:lnTo>
                    <a:pt x="1238186" y="283845"/>
                  </a:lnTo>
                  <a:lnTo>
                    <a:pt x="1237043" y="283972"/>
                  </a:lnTo>
                  <a:lnTo>
                    <a:pt x="1235646" y="283972"/>
                  </a:lnTo>
                  <a:lnTo>
                    <a:pt x="1234376" y="284099"/>
                  </a:lnTo>
                  <a:lnTo>
                    <a:pt x="1232090" y="283845"/>
                  </a:lnTo>
                  <a:lnTo>
                    <a:pt x="1229042" y="283591"/>
                  </a:lnTo>
                  <a:lnTo>
                    <a:pt x="1203007" y="280924"/>
                  </a:lnTo>
                  <a:lnTo>
                    <a:pt x="1192974" y="274066"/>
                  </a:lnTo>
                  <a:lnTo>
                    <a:pt x="1191577" y="272034"/>
                  </a:lnTo>
                  <a:lnTo>
                    <a:pt x="1190561" y="270256"/>
                  </a:lnTo>
                  <a:lnTo>
                    <a:pt x="1189545" y="267208"/>
                  </a:lnTo>
                  <a:lnTo>
                    <a:pt x="1189672" y="263652"/>
                  </a:lnTo>
                  <a:lnTo>
                    <a:pt x="1203642" y="253238"/>
                  </a:lnTo>
                  <a:lnTo>
                    <a:pt x="1208214" y="253365"/>
                  </a:lnTo>
                  <a:lnTo>
                    <a:pt x="1242250" y="258572"/>
                  </a:lnTo>
                  <a:lnTo>
                    <a:pt x="1242885" y="259080"/>
                  </a:lnTo>
                  <a:lnTo>
                    <a:pt x="1243393" y="259842"/>
                  </a:lnTo>
                  <a:lnTo>
                    <a:pt x="1243774" y="260604"/>
                  </a:lnTo>
                  <a:lnTo>
                    <a:pt x="1244409" y="262763"/>
                  </a:lnTo>
                  <a:lnTo>
                    <a:pt x="1244790" y="264541"/>
                  </a:lnTo>
                  <a:lnTo>
                    <a:pt x="1248092" y="264922"/>
                  </a:lnTo>
                  <a:lnTo>
                    <a:pt x="1249299" y="253238"/>
                  </a:lnTo>
                  <a:lnTo>
                    <a:pt x="1250200" y="244602"/>
                  </a:lnTo>
                  <a:lnTo>
                    <a:pt x="1250886" y="238125"/>
                  </a:lnTo>
                  <a:close/>
                </a:path>
                <a:path w="1275079" h="377189">
                  <a:moveTo>
                    <a:pt x="1258633" y="160528"/>
                  </a:moveTo>
                  <a:lnTo>
                    <a:pt x="1255077" y="160147"/>
                  </a:lnTo>
                  <a:lnTo>
                    <a:pt x="1254442" y="162560"/>
                  </a:lnTo>
                  <a:lnTo>
                    <a:pt x="1253680" y="164211"/>
                  </a:lnTo>
                  <a:lnTo>
                    <a:pt x="1248346" y="167640"/>
                  </a:lnTo>
                  <a:lnTo>
                    <a:pt x="1246822" y="167513"/>
                  </a:lnTo>
                  <a:lnTo>
                    <a:pt x="1245298" y="167513"/>
                  </a:lnTo>
                  <a:lnTo>
                    <a:pt x="1242758" y="167386"/>
                  </a:lnTo>
                  <a:lnTo>
                    <a:pt x="1192720" y="162306"/>
                  </a:lnTo>
                  <a:lnTo>
                    <a:pt x="1190815" y="181737"/>
                  </a:lnTo>
                  <a:lnTo>
                    <a:pt x="1194117" y="181991"/>
                  </a:lnTo>
                  <a:lnTo>
                    <a:pt x="1195260" y="179070"/>
                  </a:lnTo>
                  <a:lnTo>
                    <a:pt x="1196276" y="177546"/>
                  </a:lnTo>
                  <a:lnTo>
                    <a:pt x="1201229" y="175387"/>
                  </a:lnTo>
                  <a:lnTo>
                    <a:pt x="1203896" y="175387"/>
                  </a:lnTo>
                  <a:lnTo>
                    <a:pt x="1239710" y="180213"/>
                  </a:lnTo>
                  <a:lnTo>
                    <a:pt x="1241361" y="181229"/>
                  </a:lnTo>
                  <a:lnTo>
                    <a:pt x="1242885" y="182753"/>
                  </a:lnTo>
                  <a:lnTo>
                    <a:pt x="1244409" y="184912"/>
                  </a:lnTo>
                  <a:lnTo>
                    <a:pt x="1245933" y="186944"/>
                  </a:lnTo>
                  <a:lnTo>
                    <a:pt x="1246949" y="188849"/>
                  </a:lnTo>
                  <a:lnTo>
                    <a:pt x="1247965" y="192151"/>
                  </a:lnTo>
                  <a:lnTo>
                    <a:pt x="1247990" y="195199"/>
                  </a:lnTo>
                  <a:lnTo>
                    <a:pt x="1247711" y="198247"/>
                  </a:lnTo>
                  <a:lnTo>
                    <a:pt x="1247076" y="200279"/>
                  </a:lnTo>
                  <a:lnTo>
                    <a:pt x="1244790" y="203073"/>
                  </a:lnTo>
                  <a:lnTo>
                    <a:pt x="1243520" y="204089"/>
                  </a:lnTo>
                  <a:lnTo>
                    <a:pt x="1241996" y="204724"/>
                  </a:lnTo>
                  <a:lnTo>
                    <a:pt x="1240599" y="205486"/>
                  </a:lnTo>
                  <a:lnTo>
                    <a:pt x="1238440" y="205867"/>
                  </a:lnTo>
                  <a:lnTo>
                    <a:pt x="1232725" y="206121"/>
                  </a:lnTo>
                  <a:lnTo>
                    <a:pt x="1228661" y="205867"/>
                  </a:lnTo>
                  <a:lnTo>
                    <a:pt x="1188656" y="201930"/>
                  </a:lnTo>
                  <a:lnTo>
                    <a:pt x="1186751" y="221234"/>
                  </a:lnTo>
                  <a:lnTo>
                    <a:pt x="1190053" y="221615"/>
                  </a:lnTo>
                  <a:lnTo>
                    <a:pt x="1191069" y="218821"/>
                  </a:lnTo>
                  <a:lnTo>
                    <a:pt x="1192085" y="217170"/>
                  </a:lnTo>
                  <a:lnTo>
                    <a:pt x="1193863" y="215646"/>
                  </a:lnTo>
                  <a:lnTo>
                    <a:pt x="1195133" y="215138"/>
                  </a:lnTo>
                  <a:lnTo>
                    <a:pt x="1198054" y="214884"/>
                  </a:lnTo>
                  <a:lnTo>
                    <a:pt x="1200721" y="215011"/>
                  </a:lnTo>
                  <a:lnTo>
                    <a:pt x="1236154" y="218567"/>
                  </a:lnTo>
                  <a:lnTo>
                    <a:pt x="1240726" y="218313"/>
                  </a:lnTo>
                  <a:lnTo>
                    <a:pt x="1244155" y="217424"/>
                  </a:lnTo>
                  <a:lnTo>
                    <a:pt x="1247584" y="216408"/>
                  </a:lnTo>
                  <a:lnTo>
                    <a:pt x="1249756" y="214884"/>
                  </a:lnTo>
                  <a:lnTo>
                    <a:pt x="1250124" y="214630"/>
                  </a:lnTo>
                  <a:lnTo>
                    <a:pt x="1253934" y="209550"/>
                  </a:lnTo>
                  <a:lnTo>
                    <a:pt x="1255204" y="206248"/>
                  </a:lnTo>
                  <a:lnTo>
                    <a:pt x="1255204" y="206121"/>
                  </a:lnTo>
                  <a:lnTo>
                    <a:pt x="1255610" y="201930"/>
                  </a:lnTo>
                  <a:lnTo>
                    <a:pt x="1245806" y="179832"/>
                  </a:lnTo>
                  <a:lnTo>
                    <a:pt x="1246187" y="178816"/>
                  </a:lnTo>
                  <a:lnTo>
                    <a:pt x="1257363" y="180340"/>
                  </a:lnTo>
                  <a:lnTo>
                    <a:pt x="1257503" y="178816"/>
                  </a:lnTo>
                  <a:lnTo>
                    <a:pt x="1257744" y="176276"/>
                  </a:lnTo>
                  <a:lnTo>
                    <a:pt x="1257782" y="175387"/>
                  </a:lnTo>
                  <a:lnTo>
                    <a:pt x="1258227" y="167640"/>
                  </a:lnTo>
                  <a:lnTo>
                    <a:pt x="1258633" y="160528"/>
                  </a:lnTo>
                  <a:close/>
                </a:path>
                <a:path w="1275079" h="377189">
                  <a:moveTo>
                    <a:pt x="1266507" y="82550"/>
                  </a:moveTo>
                  <a:lnTo>
                    <a:pt x="1263205" y="82169"/>
                  </a:lnTo>
                  <a:lnTo>
                    <a:pt x="1262443" y="84328"/>
                  </a:lnTo>
                  <a:lnTo>
                    <a:pt x="1261681" y="85725"/>
                  </a:lnTo>
                  <a:lnTo>
                    <a:pt x="1261046" y="86487"/>
                  </a:lnTo>
                  <a:lnTo>
                    <a:pt x="1260538" y="87376"/>
                  </a:lnTo>
                  <a:lnTo>
                    <a:pt x="1259776" y="88011"/>
                  </a:lnTo>
                  <a:lnTo>
                    <a:pt x="1259014" y="88265"/>
                  </a:lnTo>
                  <a:lnTo>
                    <a:pt x="1258125" y="88646"/>
                  </a:lnTo>
                  <a:lnTo>
                    <a:pt x="1256982" y="88900"/>
                  </a:lnTo>
                  <a:lnTo>
                    <a:pt x="1255585" y="88900"/>
                  </a:lnTo>
                  <a:lnTo>
                    <a:pt x="1254188" y="89027"/>
                  </a:lnTo>
                  <a:lnTo>
                    <a:pt x="1251902" y="88900"/>
                  </a:lnTo>
                  <a:lnTo>
                    <a:pt x="1248727" y="88519"/>
                  </a:lnTo>
                  <a:lnTo>
                    <a:pt x="1219263" y="85598"/>
                  </a:lnTo>
                  <a:lnTo>
                    <a:pt x="1216215" y="85471"/>
                  </a:lnTo>
                  <a:lnTo>
                    <a:pt x="1211135" y="85979"/>
                  </a:lnTo>
                  <a:lnTo>
                    <a:pt x="1208976" y="86487"/>
                  </a:lnTo>
                  <a:lnTo>
                    <a:pt x="1207198" y="87249"/>
                  </a:lnTo>
                  <a:lnTo>
                    <a:pt x="1205293" y="88011"/>
                  </a:lnTo>
                  <a:lnTo>
                    <a:pt x="1197673" y="106426"/>
                  </a:lnTo>
                  <a:lnTo>
                    <a:pt x="1198308" y="108585"/>
                  </a:lnTo>
                  <a:lnTo>
                    <a:pt x="1198816" y="110744"/>
                  </a:lnTo>
                  <a:lnTo>
                    <a:pt x="1199705" y="113030"/>
                  </a:lnTo>
                  <a:lnTo>
                    <a:pt x="1202245" y="117348"/>
                  </a:lnTo>
                  <a:lnTo>
                    <a:pt x="1204404" y="120396"/>
                  </a:lnTo>
                  <a:lnTo>
                    <a:pt x="1207452" y="124079"/>
                  </a:lnTo>
                  <a:lnTo>
                    <a:pt x="1207071" y="124968"/>
                  </a:lnTo>
                  <a:lnTo>
                    <a:pt x="1196022" y="123063"/>
                  </a:lnTo>
                  <a:lnTo>
                    <a:pt x="1195641" y="127254"/>
                  </a:lnTo>
                  <a:lnTo>
                    <a:pt x="1194625" y="143256"/>
                  </a:lnTo>
                  <a:lnTo>
                    <a:pt x="1198308" y="143637"/>
                  </a:lnTo>
                  <a:lnTo>
                    <a:pt x="1198816" y="141605"/>
                  </a:lnTo>
                  <a:lnTo>
                    <a:pt x="1199451" y="140081"/>
                  </a:lnTo>
                  <a:lnTo>
                    <a:pt x="1200086" y="139065"/>
                  </a:lnTo>
                  <a:lnTo>
                    <a:pt x="1200721" y="137922"/>
                  </a:lnTo>
                  <a:lnTo>
                    <a:pt x="1201610" y="137287"/>
                  </a:lnTo>
                  <a:lnTo>
                    <a:pt x="1202753" y="136779"/>
                  </a:lnTo>
                  <a:lnTo>
                    <a:pt x="1203769" y="136398"/>
                  </a:lnTo>
                  <a:lnTo>
                    <a:pt x="1205293" y="136144"/>
                  </a:lnTo>
                  <a:lnTo>
                    <a:pt x="1208849" y="136398"/>
                  </a:lnTo>
                  <a:lnTo>
                    <a:pt x="1211135" y="136525"/>
                  </a:lnTo>
                  <a:lnTo>
                    <a:pt x="1249235" y="140589"/>
                  </a:lnTo>
                  <a:lnTo>
                    <a:pt x="1256474" y="148590"/>
                  </a:lnTo>
                  <a:lnTo>
                    <a:pt x="1259903" y="148844"/>
                  </a:lnTo>
                  <a:lnTo>
                    <a:pt x="1261173" y="136144"/>
                  </a:lnTo>
                  <a:lnTo>
                    <a:pt x="1261922" y="128651"/>
                  </a:lnTo>
                  <a:lnTo>
                    <a:pt x="1262570" y="122174"/>
                  </a:lnTo>
                  <a:lnTo>
                    <a:pt x="1259268" y="121920"/>
                  </a:lnTo>
                  <a:lnTo>
                    <a:pt x="1258379" y="124079"/>
                  </a:lnTo>
                  <a:lnTo>
                    <a:pt x="1257490" y="125730"/>
                  </a:lnTo>
                  <a:lnTo>
                    <a:pt x="1256601" y="126619"/>
                  </a:lnTo>
                  <a:lnTo>
                    <a:pt x="1255712" y="127635"/>
                  </a:lnTo>
                  <a:lnTo>
                    <a:pt x="1254442" y="128143"/>
                  </a:lnTo>
                  <a:lnTo>
                    <a:pt x="1251394" y="128651"/>
                  </a:lnTo>
                  <a:lnTo>
                    <a:pt x="1248600" y="128524"/>
                  </a:lnTo>
                  <a:lnTo>
                    <a:pt x="1219390" y="125476"/>
                  </a:lnTo>
                  <a:lnTo>
                    <a:pt x="1217104" y="125349"/>
                  </a:lnTo>
                  <a:lnTo>
                    <a:pt x="1216037" y="124968"/>
                  </a:lnTo>
                  <a:lnTo>
                    <a:pt x="1215326" y="124714"/>
                  </a:lnTo>
                  <a:lnTo>
                    <a:pt x="1213675" y="123698"/>
                  </a:lnTo>
                  <a:lnTo>
                    <a:pt x="1205928" y="113411"/>
                  </a:lnTo>
                  <a:lnTo>
                    <a:pt x="1205293" y="111760"/>
                  </a:lnTo>
                  <a:lnTo>
                    <a:pt x="1205293" y="108204"/>
                  </a:lnTo>
                  <a:lnTo>
                    <a:pt x="1205547" y="106426"/>
                  </a:lnTo>
                  <a:lnTo>
                    <a:pt x="1218755" y="97790"/>
                  </a:lnTo>
                  <a:lnTo>
                    <a:pt x="1221295" y="97917"/>
                  </a:lnTo>
                  <a:lnTo>
                    <a:pt x="1223962" y="97917"/>
                  </a:lnTo>
                  <a:lnTo>
                    <a:pt x="1226756" y="98171"/>
                  </a:lnTo>
                  <a:lnTo>
                    <a:pt x="1229931" y="98425"/>
                  </a:lnTo>
                  <a:lnTo>
                    <a:pt x="1247838" y="100330"/>
                  </a:lnTo>
                  <a:lnTo>
                    <a:pt x="1250886" y="100584"/>
                  </a:lnTo>
                  <a:lnTo>
                    <a:pt x="1253172" y="100965"/>
                  </a:lnTo>
                  <a:lnTo>
                    <a:pt x="1254696" y="101473"/>
                  </a:lnTo>
                  <a:lnTo>
                    <a:pt x="1256220" y="101854"/>
                  </a:lnTo>
                  <a:lnTo>
                    <a:pt x="1260538" y="109093"/>
                  </a:lnTo>
                  <a:lnTo>
                    <a:pt x="1263840" y="109347"/>
                  </a:lnTo>
                  <a:lnTo>
                    <a:pt x="1264983" y="97790"/>
                  </a:lnTo>
                  <a:lnTo>
                    <a:pt x="1265859" y="89027"/>
                  </a:lnTo>
                  <a:lnTo>
                    <a:pt x="1266507" y="82550"/>
                  </a:lnTo>
                  <a:close/>
                </a:path>
                <a:path w="1275079" h="377189">
                  <a:moveTo>
                    <a:pt x="1274508" y="4318"/>
                  </a:moveTo>
                  <a:lnTo>
                    <a:pt x="1271079" y="4076"/>
                  </a:lnTo>
                  <a:lnTo>
                    <a:pt x="1270444" y="6096"/>
                  </a:lnTo>
                  <a:lnTo>
                    <a:pt x="1269301" y="8013"/>
                  </a:lnTo>
                  <a:lnTo>
                    <a:pt x="1266126" y="11430"/>
                  </a:lnTo>
                  <a:lnTo>
                    <a:pt x="1263713" y="13208"/>
                  </a:lnTo>
                  <a:lnTo>
                    <a:pt x="1232852" y="32258"/>
                  </a:lnTo>
                  <a:lnTo>
                    <a:pt x="1226921" y="24650"/>
                  </a:lnTo>
                  <a:lnTo>
                    <a:pt x="1212405" y="254"/>
                  </a:lnTo>
                  <a:lnTo>
                    <a:pt x="1209103" y="0"/>
                  </a:lnTo>
                  <a:lnTo>
                    <a:pt x="1206182" y="29337"/>
                  </a:lnTo>
                  <a:lnTo>
                    <a:pt x="1209484" y="29591"/>
                  </a:lnTo>
                  <a:lnTo>
                    <a:pt x="1209992" y="27825"/>
                  </a:lnTo>
                  <a:lnTo>
                    <a:pt x="1210627" y="26416"/>
                  </a:lnTo>
                  <a:lnTo>
                    <a:pt x="1211516" y="25654"/>
                  </a:lnTo>
                  <a:lnTo>
                    <a:pt x="1212278" y="24892"/>
                  </a:lnTo>
                  <a:lnTo>
                    <a:pt x="1213421" y="24650"/>
                  </a:lnTo>
                  <a:lnTo>
                    <a:pt x="1221168" y="28194"/>
                  </a:lnTo>
                  <a:lnTo>
                    <a:pt x="1222438" y="29337"/>
                  </a:lnTo>
                  <a:lnTo>
                    <a:pt x="1225613" y="33413"/>
                  </a:lnTo>
                  <a:lnTo>
                    <a:pt x="1227645" y="36068"/>
                  </a:lnTo>
                  <a:lnTo>
                    <a:pt x="1229169" y="38239"/>
                  </a:lnTo>
                  <a:lnTo>
                    <a:pt x="1229995" y="39763"/>
                  </a:lnTo>
                  <a:lnTo>
                    <a:pt x="1230820" y="41148"/>
                  </a:lnTo>
                  <a:lnTo>
                    <a:pt x="1231353" y="42545"/>
                  </a:lnTo>
                  <a:lnTo>
                    <a:pt x="1231811" y="44069"/>
                  </a:lnTo>
                  <a:lnTo>
                    <a:pt x="1231836" y="47371"/>
                  </a:lnTo>
                  <a:lnTo>
                    <a:pt x="1231582" y="49530"/>
                  </a:lnTo>
                  <a:lnTo>
                    <a:pt x="1172019" y="43561"/>
                  </a:lnTo>
                  <a:lnTo>
                    <a:pt x="1171651" y="47371"/>
                  </a:lnTo>
                  <a:lnTo>
                    <a:pt x="1170622" y="64135"/>
                  </a:lnTo>
                  <a:lnTo>
                    <a:pt x="1174178" y="64516"/>
                  </a:lnTo>
                  <a:lnTo>
                    <a:pt x="1174813" y="62230"/>
                  </a:lnTo>
                  <a:lnTo>
                    <a:pt x="1175448" y="60579"/>
                  </a:lnTo>
                  <a:lnTo>
                    <a:pt x="1175956" y="59817"/>
                  </a:lnTo>
                  <a:lnTo>
                    <a:pt x="1176337" y="58928"/>
                  </a:lnTo>
                  <a:lnTo>
                    <a:pt x="1176972" y="58293"/>
                  </a:lnTo>
                  <a:lnTo>
                    <a:pt x="1183449" y="56642"/>
                  </a:lnTo>
                  <a:lnTo>
                    <a:pt x="1189926" y="57162"/>
                  </a:lnTo>
                  <a:lnTo>
                    <a:pt x="1194244" y="57658"/>
                  </a:lnTo>
                  <a:lnTo>
                    <a:pt x="1253807" y="63639"/>
                  </a:lnTo>
                  <a:lnTo>
                    <a:pt x="1255712" y="63881"/>
                  </a:lnTo>
                  <a:lnTo>
                    <a:pt x="1257236" y="64262"/>
                  </a:lnTo>
                  <a:lnTo>
                    <a:pt x="1258760" y="64516"/>
                  </a:lnTo>
                  <a:lnTo>
                    <a:pt x="1262824" y="67576"/>
                  </a:lnTo>
                  <a:lnTo>
                    <a:pt x="1263332" y="68453"/>
                  </a:lnTo>
                  <a:lnTo>
                    <a:pt x="1263840" y="70104"/>
                  </a:lnTo>
                  <a:lnTo>
                    <a:pt x="1264221" y="72517"/>
                  </a:lnTo>
                  <a:lnTo>
                    <a:pt x="1267523" y="72771"/>
                  </a:lnTo>
                  <a:lnTo>
                    <a:pt x="1269187" y="56642"/>
                  </a:lnTo>
                  <a:lnTo>
                    <a:pt x="1269644" y="52197"/>
                  </a:lnTo>
                  <a:lnTo>
                    <a:pt x="1270317" y="45720"/>
                  </a:lnTo>
                  <a:lnTo>
                    <a:pt x="1266888" y="45466"/>
                  </a:lnTo>
                  <a:lnTo>
                    <a:pt x="1266126" y="47637"/>
                  </a:lnTo>
                  <a:lnTo>
                    <a:pt x="1265237" y="49288"/>
                  </a:lnTo>
                  <a:lnTo>
                    <a:pt x="1264348" y="50177"/>
                  </a:lnTo>
                  <a:lnTo>
                    <a:pt x="1263459" y="51181"/>
                  </a:lnTo>
                  <a:lnTo>
                    <a:pt x="1262189" y="51701"/>
                  </a:lnTo>
                  <a:lnTo>
                    <a:pt x="1259141" y="52197"/>
                  </a:lnTo>
                  <a:lnTo>
                    <a:pt x="1256347" y="52070"/>
                  </a:lnTo>
                  <a:lnTo>
                    <a:pt x="1236154" y="50050"/>
                  </a:lnTo>
                  <a:lnTo>
                    <a:pt x="1238821" y="41414"/>
                  </a:lnTo>
                  <a:lnTo>
                    <a:pt x="1239456" y="40767"/>
                  </a:lnTo>
                  <a:lnTo>
                    <a:pt x="1265364" y="26301"/>
                  </a:lnTo>
                  <a:lnTo>
                    <a:pt x="1267015" y="26543"/>
                  </a:lnTo>
                  <a:lnTo>
                    <a:pt x="1267650" y="26797"/>
                  </a:lnTo>
                  <a:lnTo>
                    <a:pt x="1267904" y="27432"/>
                  </a:lnTo>
                  <a:lnTo>
                    <a:pt x="1268285" y="28067"/>
                  </a:lnTo>
                  <a:lnTo>
                    <a:pt x="1268412" y="28956"/>
                  </a:lnTo>
                  <a:lnTo>
                    <a:pt x="1268539" y="30099"/>
                  </a:lnTo>
                  <a:lnTo>
                    <a:pt x="1271841" y="30480"/>
                  </a:lnTo>
                  <a:lnTo>
                    <a:pt x="1272260" y="26301"/>
                  </a:lnTo>
                  <a:lnTo>
                    <a:pt x="1274508" y="4318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126486" y="3970782"/>
              <a:ext cx="1826260" cy="173990"/>
            </a:xfrm>
            <a:custGeom>
              <a:avLst/>
              <a:gdLst/>
              <a:ahLst/>
              <a:cxnLst/>
              <a:rect l="l" t="t" r="r" b="b"/>
              <a:pathLst>
                <a:path w="1826260" h="173989">
                  <a:moveTo>
                    <a:pt x="1825752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1825752" y="173736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126486" y="3970782"/>
              <a:ext cx="1826260" cy="173990"/>
            </a:xfrm>
            <a:custGeom>
              <a:avLst/>
              <a:gdLst/>
              <a:ahLst/>
              <a:cxnLst/>
              <a:rect l="l" t="t" r="r" b="b"/>
              <a:pathLst>
                <a:path w="1826260" h="173989">
                  <a:moveTo>
                    <a:pt x="0" y="173736"/>
                  </a:moveTo>
                  <a:lnTo>
                    <a:pt x="1825752" y="173736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355086" y="3986022"/>
              <a:ext cx="457200" cy="170815"/>
            </a:xfrm>
            <a:custGeom>
              <a:avLst/>
              <a:gdLst/>
              <a:ahLst/>
              <a:cxnLst/>
              <a:rect l="l" t="t" r="r" b="b"/>
              <a:pathLst>
                <a:path w="457200" h="170814">
                  <a:moveTo>
                    <a:pt x="0" y="0"/>
                  </a:moveTo>
                  <a:lnTo>
                    <a:pt x="0" y="157860"/>
                  </a:lnTo>
                </a:path>
                <a:path w="457200" h="170814">
                  <a:moveTo>
                    <a:pt x="228600" y="0"/>
                  </a:moveTo>
                  <a:lnTo>
                    <a:pt x="228600" y="170687"/>
                  </a:lnTo>
                </a:path>
                <a:path w="457200" h="170814">
                  <a:moveTo>
                    <a:pt x="457200" y="0"/>
                  </a:moveTo>
                  <a:lnTo>
                    <a:pt x="457200" y="170687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039362" y="3986022"/>
              <a:ext cx="1270" cy="158115"/>
            </a:xfrm>
            <a:custGeom>
              <a:avLst/>
              <a:gdLst/>
              <a:ahLst/>
              <a:cxnLst/>
              <a:rect l="l" t="t" r="r" b="b"/>
              <a:pathLst>
                <a:path w="1270" h="158114">
                  <a:moveTo>
                    <a:pt x="571" y="-9906"/>
                  </a:moveTo>
                  <a:lnTo>
                    <a:pt x="571" y="167766"/>
                  </a:lnTo>
                </a:path>
              </a:pathLst>
            </a:custGeom>
            <a:ln w="2095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269486" y="3986022"/>
              <a:ext cx="228600" cy="170815"/>
            </a:xfrm>
            <a:custGeom>
              <a:avLst/>
              <a:gdLst/>
              <a:ahLst/>
              <a:cxnLst/>
              <a:rect l="l" t="t" r="r" b="b"/>
              <a:pathLst>
                <a:path w="228600" h="170814">
                  <a:moveTo>
                    <a:pt x="0" y="0"/>
                  </a:moveTo>
                  <a:lnTo>
                    <a:pt x="0" y="170687"/>
                  </a:lnTo>
                </a:path>
                <a:path w="228600" h="170814">
                  <a:moveTo>
                    <a:pt x="228600" y="0"/>
                  </a:moveTo>
                  <a:lnTo>
                    <a:pt x="228600" y="157860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93034" y="4003548"/>
              <a:ext cx="99568" cy="11150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411093" y="4003548"/>
              <a:ext cx="99441" cy="11150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49980" y="4003548"/>
              <a:ext cx="99568" cy="11150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85946" y="4003548"/>
              <a:ext cx="99567" cy="1115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099560" y="4003548"/>
              <a:ext cx="99440" cy="1115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323842" y="4003548"/>
              <a:ext cx="99568" cy="11150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650486" y="405765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104521" y="0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FFFFF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889813" y="1758203"/>
              <a:ext cx="1343660" cy="1213485"/>
            </a:xfrm>
            <a:custGeom>
              <a:avLst/>
              <a:gdLst/>
              <a:ahLst/>
              <a:cxnLst/>
              <a:rect l="l" t="t" r="r" b="b"/>
              <a:pathLst>
                <a:path w="1343660" h="1213485">
                  <a:moveTo>
                    <a:pt x="1030374" y="0"/>
                  </a:moveTo>
                  <a:lnTo>
                    <a:pt x="992623" y="9871"/>
                  </a:lnTo>
                  <a:lnTo>
                    <a:pt x="957715" y="31567"/>
                  </a:lnTo>
                  <a:lnTo>
                    <a:pt x="927679" y="64881"/>
                  </a:lnTo>
                  <a:lnTo>
                    <a:pt x="917580" y="50377"/>
                  </a:lnTo>
                  <a:lnTo>
                    <a:pt x="906231" y="37433"/>
                  </a:lnTo>
                  <a:lnTo>
                    <a:pt x="893764" y="26179"/>
                  </a:lnTo>
                  <a:lnTo>
                    <a:pt x="880308" y="16748"/>
                  </a:lnTo>
                  <a:lnTo>
                    <a:pt x="838850" y="754"/>
                  </a:lnTo>
                  <a:lnTo>
                    <a:pt x="796935" y="1481"/>
                  </a:lnTo>
                  <a:lnTo>
                    <a:pt x="757549" y="17699"/>
                  </a:lnTo>
                  <a:lnTo>
                    <a:pt x="723681" y="48175"/>
                  </a:lnTo>
                  <a:lnTo>
                    <a:pt x="698317" y="91678"/>
                  </a:lnTo>
                  <a:lnTo>
                    <a:pt x="689518" y="81686"/>
                  </a:lnTo>
                  <a:lnTo>
                    <a:pt x="659836" y="56880"/>
                  </a:lnTo>
                  <a:lnTo>
                    <a:pt x="618167" y="37833"/>
                  </a:lnTo>
                  <a:lnTo>
                    <a:pt x="575362" y="33117"/>
                  </a:lnTo>
                  <a:lnTo>
                    <a:pt x="533566" y="41925"/>
                  </a:lnTo>
                  <a:lnTo>
                    <a:pt x="494924" y="63455"/>
                  </a:lnTo>
                  <a:lnTo>
                    <a:pt x="461580" y="96902"/>
                  </a:lnTo>
                  <a:lnTo>
                    <a:pt x="435681" y="141462"/>
                  </a:lnTo>
                  <a:lnTo>
                    <a:pt x="404149" y="122870"/>
                  </a:lnTo>
                  <a:lnTo>
                    <a:pt x="370784" y="111029"/>
                  </a:lnTo>
                  <a:lnTo>
                    <a:pt x="336275" y="106118"/>
                  </a:lnTo>
                  <a:lnTo>
                    <a:pt x="301315" y="108315"/>
                  </a:lnTo>
                  <a:lnTo>
                    <a:pt x="259990" y="120556"/>
                  </a:lnTo>
                  <a:lnTo>
                    <a:pt x="222604" y="142023"/>
                  </a:lnTo>
                  <a:lnTo>
                    <a:pt x="189883" y="171548"/>
                  </a:lnTo>
                  <a:lnTo>
                    <a:pt x="162551" y="207962"/>
                  </a:lnTo>
                  <a:lnTo>
                    <a:pt x="141333" y="250097"/>
                  </a:lnTo>
                  <a:lnTo>
                    <a:pt x="126954" y="296785"/>
                  </a:lnTo>
                  <a:lnTo>
                    <a:pt x="120137" y="346857"/>
                  </a:lnTo>
                  <a:lnTo>
                    <a:pt x="121610" y="399145"/>
                  </a:lnTo>
                  <a:lnTo>
                    <a:pt x="120594" y="402955"/>
                  </a:lnTo>
                  <a:lnTo>
                    <a:pt x="61316" y="428656"/>
                  </a:lnTo>
                  <a:lnTo>
                    <a:pt x="17851" y="484743"/>
                  </a:lnTo>
                  <a:lnTo>
                    <a:pt x="2204" y="534633"/>
                  </a:lnTo>
                  <a:lnTo>
                    <a:pt x="0" y="586231"/>
                  </a:lnTo>
                  <a:lnTo>
                    <a:pt x="10444" y="635756"/>
                  </a:lnTo>
                  <a:lnTo>
                    <a:pt x="32745" y="679429"/>
                  </a:lnTo>
                  <a:lnTo>
                    <a:pt x="66111" y="713470"/>
                  </a:lnTo>
                  <a:lnTo>
                    <a:pt x="48428" y="742535"/>
                  </a:lnTo>
                  <a:lnTo>
                    <a:pt x="36377" y="775207"/>
                  </a:lnTo>
                  <a:lnTo>
                    <a:pt x="30303" y="810285"/>
                  </a:lnTo>
                  <a:lnTo>
                    <a:pt x="30551" y="846566"/>
                  </a:lnTo>
                  <a:lnTo>
                    <a:pt x="42361" y="897830"/>
                  </a:lnTo>
                  <a:lnTo>
                    <a:pt x="65777" y="940450"/>
                  </a:lnTo>
                  <a:lnTo>
                    <a:pt x="98326" y="972030"/>
                  </a:lnTo>
                  <a:lnTo>
                    <a:pt x="137531" y="990175"/>
                  </a:lnTo>
                  <a:lnTo>
                    <a:pt x="180919" y="992489"/>
                  </a:lnTo>
                  <a:lnTo>
                    <a:pt x="183459" y="997823"/>
                  </a:lnTo>
                  <a:lnTo>
                    <a:pt x="208972" y="1041035"/>
                  </a:lnTo>
                  <a:lnTo>
                    <a:pt x="239423" y="1076925"/>
                  </a:lnTo>
                  <a:lnTo>
                    <a:pt x="273883" y="1105208"/>
                  </a:lnTo>
                  <a:lnTo>
                    <a:pt x="311418" y="1125598"/>
                  </a:lnTo>
                  <a:lnTo>
                    <a:pt x="351099" y="1137810"/>
                  </a:lnTo>
                  <a:lnTo>
                    <a:pt x="391993" y="1141558"/>
                  </a:lnTo>
                  <a:lnTo>
                    <a:pt x="433169" y="1136558"/>
                  </a:lnTo>
                  <a:lnTo>
                    <a:pt x="473696" y="1122523"/>
                  </a:lnTo>
                  <a:lnTo>
                    <a:pt x="512643" y="1099169"/>
                  </a:lnTo>
                  <a:lnTo>
                    <a:pt x="535278" y="1133975"/>
                  </a:lnTo>
                  <a:lnTo>
                    <a:pt x="562188" y="1163304"/>
                  </a:lnTo>
                  <a:lnTo>
                    <a:pt x="592742" y="1186537"/>
                  </a:lnTo>
                  <a:lnTo>
                    <a:pt x="626308" y="1203055"/>
                  </a:lnTo>
                  <a:lnTo>
                    <a:pt x="668006" y="1213166"/>
                  </a:lnTo>
                  <a:lnTo>
                    <a:pt x="709245" y="1212820"/>
                  </a:lnTo>
                  <a:lnTo>
                    <a:pt x="748968" y="1202713"/>
                  </a:lnTo>
                  <a:lnTo>
                    <a:pt x="786121" y="1183544"/>
                  </a:lnTo>
                  <a:lnTo>
                    <a:pt x="819649" y="1156011"/>
                  </a:lnTo>
                  <a:lnTo>
                    <a:pt x="848496" y="1120812"/>
                  </a:lnTo>
                  <a:lnTo>
                    <a:pt x="871607" y="1078645"/>
                  </a:lnTo>
                  <a:lnTo>
                    <a:pt x="887928" y="1030208"/>
                  </a:lnTo>
                  <a:lnTo>
                    <a:pt x="909807" y="1044519"/>
                  </a:lnTo>
                  <a:lnTo>
                    <a:pt x="932949" y="1054973"/>
                  </a:lnTo>
                  <a:lnTo>
                    <a:pt x="957043" y="1061426"/>
                  </a:lnTo>
                  <a:lnTo>
                    <a:pt x="981781" y="1063736"/>
                  </a:lnTo>
                  <a:lnTo>
                    <a:pt x="1023004" y="1058311"/>
                  </a:lnTo>
                  <a:lnTo>
                    <a:pt x="1060930" y="1042047"/>
                  </a:lnTo>
                  <a:lnTo>
                    <a:pt x="1094471" y="1016266"/>
                  </a:lnTo>
                  <a:lnTo>
                    <a:pt x="1122538" y="982290"/>
                  </a:lnTo>
                  <a:lnTo>
                    <a:pt x="1144043" y="941440"/>
                  </a:lnTo>
                  <a:lnTo>
                    <a:pt x="1157896" y="895038"/>
                  </a:lnTo>
                  <a:lnTo>
                    <a:pt x="1163010" y="844407"/>
                  </a:lnTo>
                  <a:lnTo>
                    <a:pt x="1189461" y="837572"/>
                  </a:lnTo>
                  <a:lnTo>
                    <a:pt x="1238983" y="811903"/>
                  </a:lnTo>
                  <a:lnTo>
                    <a:pt x="1292478" y="757341"/>
                  </a:lnTo>
                  <a:lnTo>
                    <a:pt x="1316350" y="715718"/>
                  </a:lnTo>
                  <a:lnTo>
                    <a:pt x="1332894" y="669942"/>
                  </a:lnTo>
                  <a:lnTo>
                    <a:pt x="1341953" y="621474"/>
                  </a:lnTo>
                  <a:lnTo>
                    <a:pt x="1343367" y="571774"/>
                  </a:lnTo>
                  <a:lnTo>
                    <a:pt x="1336980" y="522301"/>
                  </a:lnTo>
                  <a:lnTo>
                    <a:pt x="1322633" y="474516"/>
                  </a:lnTo>
                  <a:lnTo>
                    <a:pt x="1300170" y="429879"/>
                  </a:lnTo>
                  <a:lnTo>
                    <a:pt x="1304361" y="416560"/>
                  </a:lnTo>
                  <a:lnTo>
                    <a:pt x="1307790" y="402955"/>
                  </a:lnTo>
                  <a:lnTo>
                    <a:pt x="1313636" y="348585"/>
                  </a:lnTo>
                  <a:lnTo>
                    <a:pt x="1307907" y="296035"/>
                  </a:lnTo>
                  <a:lnTo>
                    <a:pt x="1291708" y="247697"/>
                  </a:lnTo>
                  <a:lnTo>
                    <a:pt x="1266143" y="205964"/>
                  </a:lnTo>
                  <a:lnTo>
                    <a:pt x="1232316" y="173226"/>
                  </a:lnTo>
                  <a:lnTo>
                    <a:pt x="1191331" y="151876"/>
                  </a:lnTo>
                  <a:lnTo>
                    <a:pt x="1184516" y="120999"/>
                  </a:lnTo>
                  <a:lnTo>
                    <a:pt x="1158791" y="66151"/>
                  </a:lnTo>
                  <a:lnTo>
                    <a:pt x="1106293" y="16565"/>
                  </a:lnTo>
                  <a:lnTo>
                    <a:pt x="1068940" y="2161"/>
                  </a:lnTo>
                  <a:lnTo>
                    <a:pt x="10303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525395" y="3252216"/>
              <a:ext cx="67563" cy="675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652649" y="3069844"/>
              <a:ext cx="135000" cy="13500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829560" y="2841752"/>
              <a:ext cx="202437" cy="20243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889813" y="1758203"/>
              <a:ext cx="1343660" cy="1213485"/>
            </a:xfrm>
            <a:custGeom>
              <a:avLst/>
              <a:gdLst/>
              <a:ahLst/>
              <a:cxnLst/>
              <a:rect l="l" t="t" r="r" b="b"/>
              <a:pathLst>
                <a:path w="1343660" h="1213485">
                  <a:moveTo>
                    <a:pt x="121610" y="399145"/>
                  </a:moveTo>
                  <a:lnTo>
                    <a:pt x="120137" y="346857"/>
                  </a:lnTo>
                  <a:lnTo>
                    <a:pt x="126954" y="296785"/>
                  </a:lnTo>
                  <a:lnTo>
                    <a:pt x="141333" y="250097"/>
                  </a:lnTo>
                  <a:lnTo>
                    <a:pt x="162551" y="207962"/>
                  </a:lnTo>
                  <a:lnTo>
                    <a:pt x="189883" y="171548"/>
                  </a:lnTo>
                  <a:lnTo>
                    <a:pt x="222604" y="142023"/>
                  </a:lnTo>
                  <a:lnTo>
                    <a:pt x="259990" y="120556"/>
                  </a:lnTo>
                  <a:lnTo>
                    <a:pt x="301315" y="108315"/>
                  </a:lnTo>
                  <a:lnTo>
                    <a:pt x="336275" y="106118"/>
                  </a:lnTo>
                  <a:lnTo>
                    <a:pt x="370784" y="111029"/>
                  </a:lnTo>
                  <a:lnTo>
                    <a:pt x="404149" y="122870"/>
                  </a:lnTo>
                  <a:lnTo>
                    <a:pt x="435681" y="141462"/>
                  </a:lnTo>
                  <a:lnTo>
                    <a:pt x="461580" y="96902"/>
                  </a:lnTo>
                  <a:lnTo>
                    <a:pt x="494924" y="63455"/>
                  </a:lnTo>
                  <a:lnTo>
                    <a:pt x="533566" y="41925"/>
                  </a:lnTo>
                  <a:lnTo>
                    <a:pt x="575362" y="33117"/>
                  </a:lnTo>
                  <a:lnTo>
                    <a:pt x="618167" y="37833"/>
                  </a:lnTo>
                  <a:lnTo>
                    <a:pt x="659836" y="56880"/>
                  </a:lnTo>
                  <a:lnTo>
                    <a:pt x="689518" y="81686"/>
                  </a:lnTo>
                  <a:lnTo>
                    <a:pt x="698317" y="91678"/>
                  </a:lnTo>
                  <a:lnTo>
                    <a:pt x="723681" y="48175"/>
                  </a:lnTo>
                  <a:lnTo>
                    <a:pt x="757549" y="17699"/>
                  </a:lnTo>
                  <a:lnTo>
                    <a:pt x="796935" y="1481"/>
                  </a:lnTo>
                  <a:lnTo>
                    <a:pt x="838850" y="754"/>
                  </a:lnTo>
                  <a:lnTo>
                    <a:pt x="880308" y="16748"/>
                  </a:lnTo>
                  <a:lnTo>
                    <a:pt x="893764" y="26179"/>
                  </a:lnTo>
                  <a:lnTo>
                    <a:pt x="906231" y="37433"/>
                  </a:lnTo>
                  <a:lnTo>
                    <a:pt x="917580" y="50377"/>
                  </a:lnTo>
                  <a:lnTo>
                    <a:pt x="927679" y="64881"/>
                  </a:lnTo>
                  <a:lnTo>
                    <a:pt x="957715" y="31567"/>
                  </a:lnTo>
                  <a:lnTo>
                    <a:pt x="992623" y="9871"/>
                  </a:lnTo>
                  <a:lnTo>
                    <a:pt x="1030374" y="0"/>
                  </a:lnTo>
                  <a:lnTo>
                    <a:pt x="1068940" y="2161"/>
                  </a:lnTo>
                  <a:lnTo>
                    <a:pt x="1106293" y="16565"/>
                  </a:lnTo>
                  <a:lnTo>
                    <a:pt x="1140404" y="43418"/>
                  </a:lnTo>
                  <a:lnTo>
                    <a:pt x="1173582" y="92217"/>
                  </a:lnTo>
                  <a:lnTo>
                    <a:pt x="1191331" y="151876"/>
                  </a:lnTo>
                  <a:lnTo>
                    <a:pt x="1232316" y="173226"/>
                  </a:lnTo>
                  <a:lnTo>
                    <a:pt x="1266143" y="205964"/>
                  </a:lnTo>
                  <a:lnTo>
                    <a:pt x="1291708" y="247697"/>
                  </a:lnTo>
                  <a:lnTo>
                    <a:pt x="1307907" y="296035"/>
                  </a:lnTo>
                  <a:lnTo>
                    <a:pt x="1313636" y="348585"/>
                  </a:lnTo>
                  <a:lnTo>
                    <a:pt x="1307790" y="402955"/>
                  </a:lnTo>
                  <a:lnTo>
                    <a:pt x="1306170" y="409787"/>
                  </a:lnTo>
                  <a:lnTo>
                    <a:pt x="1304361" y="416560"/>
                  </a:lnTo>
                  <a:lnTo>
                    <a:pt x="1302360" y="423261"/>
                  </a:lnTo>
                  <a:lnTo>
                    <a:pt x="1300170" y="429879"/>
                  </a:lnTo>
                  <a:lnTo>
                    <a:pt x="1322633" y="474516"/>
                  </a:lnTo>
                  <a:lnTo>
                    <a:pt x="1336980" y="522301"/>
                  </a:lnTo>
                  <a:lnTo>
                    <a:pt x="1343367" y="571774"/>
                  </a:lnTo>
                  <a:lnTo>
                    <a:pt x="1341953" y="621474"/>
                  </a:lnTo>
                  <a:lnTo>
                    <a:pt x="1332894" y="669942"/>
                  </a:lnTo>
                  <a:lnTo>
                    <a:pt x="1316350" y="715718"/>
                  </a:lnTo>
                  <a:lnTo>
                    <a:pt x="1292478" y="757341"/>
                  </a:lnTo>
                  <a:lnTo>
                    <a:pt x="1261435" y="793353"/>
                  </a:lnTo>
                  <a:lnTo>
                    <a:pt x="1214889" y="826690"/>
                  </a:lnTo>
                  <a:lnTo>
                    <a:pt x="1163010" y="844407"/>
                  </a:lnTo>
                  <a:lnTo>
                    <a:pt x="1157896" y="895038"/>
                  </a:lnTo>
                  <a:lnTo>
                    <a:pt x="1144043" y="941440"/>
                  </a:lnTo>
                  <a:lnTo>
                    <a:pt x="1122538" y="982290"/>
                  </a:lnTo>
                  <a:lnTo>
                    <a:pt x="1094471" y="1016266"/>
                  </a:lnTo>
                  <a:lnTo>
                    <a:pt x="1060930" y="1042047"/>
                  </a:lnTo>
                  <a:lnTo>
                    <a:pt x="1023004" y="1058311"/>
                  </a:lnTo>
                  <a:lnTo>
                    <a:pt x="981781" y="1063736"/>
                  </a:lnTo>
                  <a:lnTo>
                    <a:pt x="957043" y="1061426"/>
                  </a:lnTo>
                  <a:lnTo>
                    <a:pt x="932949" y="1054973"/>
                  </a:lnTo>
                  <a:lnTo>
                    <a:pt x="909807" y="1044519"/>
                  </a:lnTo>
                  <a:lnTo>
                    <a:pt x="887928" y="1030208"/>
                  </a:lnTo>
                  <a:lnTo>
                    <a:pt x="871607" y="1078645"/>
                  </a:lnTo>
                  <a:lnTo>
                    <a:pt x="848496" y="1120812"/>
                  </a:lnTo>
                  <a:lnTo>
                    <a:pt x="819649" y="1156011"/>
                  </a:lnTo>
                  <a:lnTo>
                    <a:pt x="786121" y="1183544"/>
                  </a:lnTo>
                  <a:lnTo>
                    <a:pt x="748968" y="1202713"/>
                  </a:lnTo>
                  <a:lnTo>
                    <a:pt x="709245" y="1212820"/>
                  </a:lnTo>
                  <a:lnTo>
                    <a:pt x="668006" y="1213166"/>
                  </a:lnTo>
                  <a:lnTo>
                    <a:pt x="626308" y="1203055"/>
                  </a:lnTo>
                  <a:lnTo>
                    <a:pt x="592742" y="1186537"/>
                  </a:lnTo>
                  <a:lnTo>
                    <a:pt x="562188" y="1163304"/>
                  </a:lnTo>
                  <a:lnTo>
                    <a:pt x="535278" y="1133975"/>
                  </a:lnTo>
                  <a:lnTo>
                    <a:pt x="512643" y="1099169"/>
                  </a:lnTo>
                  <a:lnTo>
                    <a:pt x="473696" y="1122523"/>
                  </a:lnTo>
                  <a:lnTo>
                    <a:pt x="433169" y="1136558"/>
                  </a:lnTo>
                  <a:lnTo>
                    <a:pt x="391993" y="1141558"/>
                  </a:lnTo>
                  <a:lnTo>
                    <a:pt x="351099" y="1137810"/>
                  </a:lnTo>
                  <a:lnTo>
                    <a:pt x="311418" y="1125598"/>
                  </a:lnTo>
                  <a:lnTo>
                    <a:pt x="273883" y="1105208"/>
                  </a:lnTo>
                  <a:lnTo>
                    <a:pt x="239423" y="1076925"/>
                  </a:lnTo>
                  <a:lnTo>
                    <a:pt x="208972" y="1041035"/>
                  </a:lnTo>
                  <a:lnTo>
                    <a:pt x="183459" y="997823"/>
                  </a:lnTo>
                  <a:lnTo>
                    <a:pt x="180919" y="992489"/>
                  </a:lnTo>
                  <a:lnTo>
                    <a:pt x="137531" y="990175"/>
                  </a:lnTo>
                  <a:lnTo>
                    <a:pt x="98326" y="972030"/>
                  </a:lnTo>
                  <a:lnTo>
                    <a:pt x="65777" y="940450"/>
                  </a:lnTo>
                  <a:lnTo>
                    <a:pt x="42361" y="897830"/>
                  </a:lnTo>
                  <a:lnTo>
                    <a:pt x="30551" y="846566"/>
                  </a:lnTo>
                  <a:lnTo>
                    <a:pt x="30303" y="810285"/>
                  </a:lnTo>
                  <a:lnTo>
                    <a:pt x="36377" y="775207"/>
                  </a:lnTo>
                  <a:lnTo>
                    <a:pt x="48428" y="742535"/>
                  </a:lnTo>
                  <a:lnTo>
                    <a:pt x="66111" y="713470"/>
                  </a:lnTo>
                  <a:lnTo>
                    <a:pt x="32745" y="679429"/>
                  </a:lnTo>
                  <a:lnTo>
                    <a:pt x="10444" y="635756"/>
                  </a:lnTo>
                  <a:lnTo>
                    <a:pt x="0" y="586231"/>
                  </a:lnTo>
                  <a:lnTo>
                    <a:pt x="2204" y="534633"/>
                  </a:lnTo>
                  <a:lnTo>
                    <a:pt x="17851" y="484743"/>
                  </a:lnTo>
                  <a:lnTo>
                    <a:pt x="61316" y="428656"/>
                  </a:lnTo>
                  <a:lnTo>
                    <a:pt x="120594" y="402955"/>
                  </a:lnTo>
                  <a:lnTo>
                    <a:pt x="121610" y="399145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512441" y="3239261"/>
              <a:ext cx="93472" cy="934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639695" y="2828797"/>
              <a:ext cx="405257" cy="3890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957449" y="1819147"/>
              <a:ext cx="1231900" cy="1033780"/>
            </a:xfrm>
            <a:custGeom>
              <a:avLst/>
              <a:gdLst/>
              <a:ahLst/>
              <a:cxnLst/>
              <a:rect l="l" t="t" r="r" b="b"/>
              <a:pathLst>
                <a:path w="1231900" h="1033780">
                  <a:moveTo>
                    <a:pt x="78612" y="670178"/>
                  </a:moveTo>
                  <a:lnTo>
                    <a:pt x="58096" y="670240"/>
                  </a:lnTo>
                  <a:lnTo>
                    <a:pt x="37925" y="666480"/>
                  </a:lnTo>
                  <a:lnTo>
                    <a:pt x="18444" y="658981"/>
                  </a:lnTo>
                  <a:lnTo>
                    <a:pt x="0" y="647826"/>
                  </a:lnTo>
                </a:path>
                <a:path w="1231900" h="1033780">
                  <a:moveTo>
                    <a:pt x="148081" y="915415"/>
                  </a:moveTo>
                  <a:lnTo>
                    <a:pt x="139703" y="919156"/>
                  </a:lnTo>
                  <a:lnTo>
                    <a:pt x="131159" y="922194"/>
                  </a:lnTo>
                  <a:lnTo>
                    <a:pt x="122471" y="924542"/>
                  </a:lnTo>
                  <a:lnTo>
                    <a:pt x="113664" y="926211"/>
                  </a:lnTo>
                </a:path>
                <a:path w="1231900" h="1033780">
                  <a:moveTo>
                    <a:pt x="445008" y="1033272"/>
                  </a:moveTo>
                  <a:lnTo>
                    <a:pt x="438985" y="1021560"/>
                  </a:lnTo>
                  <a:lnTo>
                    <a:pt x="433498" y="1009491"/>
                  </a:lnTo>
                  <a:lnTo>
                    <a:pt x="428559" y="997088"/>
                  </a:lnTo>
                  <a:lnTo>
                    <a:pt x="424179" y="984376"/>
                  </a:lnTo>
                </a:path>
                <a:path w="1231900" h="1033780">
                  <a:moveTo>
                    <a:pt x="828801" y="911225"/>
                  </a:moveTo>
                  <a:lnTo>
                    <a:pt x="827563" y="924887"/>
                  </a:lnTo>
                  <a:lnTo>
                    <a:pt x="825753" y="938418"/>
                  </a:lnTo>
                  <a:lnTo>
                    <a:pt x="823372" y="951783"/>
                  </a:lnTo>
                  <a:lnTo>
                    <a:pt x="820420" y="964946"/>
                  </a:lnTo>
                </a:path>
                <a:path w="1231900" h="1033780">
                  <a:moveTo>
                    <a:pt x="993521" y="579627"/>
                  </a:moveTo>
                  <a:lnTo>
                    <a:pt x="1028028" y="606641"/>
                  </a:lnTo>
                  <a:lnTo>
                    <a:pt x="1056189" y="641811"/>
                  </a:lnTo>
                  <a:lnTo>
                    <a:pt x="1077206" y="683540"/>
                  </a:lnTo>
                  <a:lnTo>
                    <a:pt x="1090280" y="730231"/>
                  </a:lnTo>
                  <a:lnTo>
                    <a:pt x="1094613" y="780288"/>
                  </a:lnTo>
                </a:path>
                <a:path w="1231900" h="1033780">
                  <a:moveTo>
                    <a:pt x="1231900" y="365887"/>
                  </a:moveTo>
                  <a:lnTo>
                    <a:pt x="1223321" y="387048"/>
                  </a:lnTo>
                  <a:lnTo>
                    <a:pt x="1212897" y="406780"/>
                  </a:lnTo>
                  <a:lnTo>
                    <a:pt x="1200735" y="424894"/>
                  </a:lnTo>
                  <a:lnTo>
                    <a:pt x="1186941" y="441198"/>
                  </a:lnTo>
                </a:path>
                <a:path w="1231900" h="1033780">
                  <a:moveTo>
                    <a:pt x="1123950" y="86740"/>
                  </a:moveTo>
                  <a:lnTo>
                    <a:pt x="1125039" y="95601"/>
                  </a:lnTo>
                  <a:lnTo>
                    <a:pt x="1125807" y="104473"/>
                  </a:lnTo>
                  <a:lnTo>
                    <a:pt x="1126218" y="113369"/>
                  </a:lnTo>
                  <a:lnTo>
                    <a:pt x="1126236" y="122300"/>
                  </a:lnTo>
                </a:path>
                <a:path w="1231900" h="1033780">
                  <a:moveTo>
                    <a:pt x="836549" y="45338"/>
                  </a:moveTo>
                  <a:lnTo>
                    <a:pt x="841285" y="33272"/>
                  </a:lnTo>
                  <a:lnTo>
                    <a:pt x="846724" y="21669"/>
                  </a:lnTo>
                  <a:lnTo>
                    <a:pt x="852854" y="10566"/>
                  </a:lnTo>
                  <a:lnTo>
                    <a:pt x="859663" y="0"/>
                  </a:lnTo>
                </a:path>
                <a:path w="1231900" h="1033780">
                  <a:moveTo>
                    <a:pt x="620902" y="66928"/>
                  </a:moveTo>
                  <a:lnTo>
                    <a:pt x="622970" y="56834"/>
                  </a:lnTo>
                  <a:lnTo>
                    <a:pt x="625538" y="46942"/>
                  </a:lnTo>
                  <a:lnTo>
                    <a:pt x="628582" y="37264"/>
                  </a:lnTo>
                  <a:lnTo>
                    <a:pt x="632078" y="27812"/>
                  </a:lnTo>
                </a:path>
                <a:path w="1231900" h="1033780">
                  <a:moveTo>
                    <a:pt x="367918" y="80137"/>
                  </a:moveTo>
                  <a:lnTo>
                    <a:pt x="378729" y="88517"/>
                  </a:lnTo>
                  <a:lnTo>
                    <a:pt x="389064" y="97647"/>
                  </a:lnTo>
                  <a:lnTo>
                    <a:pt x="398922" y="107515"/>
                  </a:lnTo>
                  <a:lnTo>
                    <a:pt x="408304" y="118110"/>
                  </a:lnTo>
                </a:path>
                <a:path w="1231900" h="1033780">
                  <a:moveTo>
                    <a:pt x="61087" y="378205"/>
                  </a:moveTo>
                  <a:lnTo>
                    <a:pt x="58850" y="368347"/>
                  </a:lnTo>
                  <a:lnTo>
                    <a:pt x="56911" y="358393"/>
                  </a:lnTo>
                  <a:lnTo>
                    <a:pt x="55282" y="348345"/>
                  </a:lnTo>
                  <a:lnTo>
                    <a:pt x="53975" y="338200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221736" y="1933955"/>
              <a:ext cx="678179" cy="67817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3340100" y="2594610"/>
            <a:ext cx="4013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FreeSerif"/>
                <a:cs typeface="FreeSerif"/>
              </a:rPr>
              <a:t>File</a:t>
            </a:r>
            <a:r>
              <a:rPr dirty="0" sz="1400" spc="-130">
                <a:latin typeface="FreeSerif"/>
                <a:cs typeface="FreeSerif"/>
              </a:rPr>
              <a:t> </a:t>
            </a:r>
            <a:r>
              <a:rPr dirty="0" sz="1400" spc="5" b="1" i="1">
                <a:latin typeface="Carlito"/>
                <a:cs typeface="Carlito"/>
              </a:rPr>
              <a:t>f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011161" y="6576821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399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8772" y="2522220"/>
            <a:ext cx="1790700" cy="1185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5083" y="960475"/>
            <a:ext cx="7260590" cy="11049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75">
                <a:solidFill>
                  <a:srgbClr val="006FC0"/>
                </a:solidFill>
                <a:latin typeface="FreeSerif"/>
                <a:cs typeface="FreeSerif"/>
              </a:rPr>
              <a:t>Chunkservers</a:t>
            </a:r>
            <a:r>
              <a:rPr dirty="0" sz="2000" spc="-85">
                <a:solidFill>
                  <a:srgbClr val="006FC0"/>
                </a:solidFill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store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chunks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on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45">
                <a:latin typeface="FreeSerif"/>
                <a:cs typeface="FreeSerif"/>
              </a:rPr>
              <a:t>local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disks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25">
                <a:latin typeface="FreeSerif"/>
                <a:cs typeface="FreeSerif"/>
              </a:rPr>
              <a:t>Linux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ﬁle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0">
                <a:latin typeface="FreeSerif"/>
                <a:cs typeface="FreeSerif"/>
              </a:rPr>
              <a:t>For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25">
                <a:latin typeface="FreeSerif"/>
                <a:cs typeface="FreeSerif"/>
              </a:rPr>
              <a:t>reliability,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each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chunk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replicated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on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multiple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90">
                <a:solidFill>
                  <a:srgbClr val="006FC0"/>
                </a:solidFill>
                <a:latin typeface="FreeSerif"/>
                <a:cs typeface="FreeSerif"/>
              </a:rPr>
              <a:t>chunkservers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50">
                <a:solidFill>
                  <a:srgbClr val="252525"/>
                </a:solidFill>
                <a:latin typeface="FreeSerif"/>
                <a:cs typeface="FreeSerif"/>
              </a:rPr>
              <a:t>default </a:t>
            </a:r>
            <a:r>
              <a:rPr dirty="0" sz="19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900" spc="-1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5">
                <a:solidFill>
                  <a:srgbClr val="252525"/>
                </a:solidFill>
                <a:latin typeface="FreeSerif"/>
                <a:cs typeface="FreeSerif"/>
              </a:rPr>
              <a:t>3</a:t>
            </a:r>
            <a:endParaRPr sz="19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836" y="165354"/>
            <a:ext cx="25114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40">
                <a:solidFill>
                  <a:srgbClr val="0E1745"/>
                </a:solidFill>
              </a:rPr>
              <a:t>GFS </a:t>
            </a:r>
            <a:r>
              <a:rPr dirty="0" sz="2800" spc="40">
                <a:solidFill>
                  <a:srgbClr val="0E1745"/>
                </a:solidFill>
              </a:rPr>
              <a:t>File</a:t>
            </a:r>
            <a:r>
              <a:rPr dirty="0" sz="2800" spc="-60">
                <a:solidFill>
                  <a:srgbClr val="0E1745"/>
                </a:solidFill>
              </a:rPr>
              <a:t> </a:t>
            </a:r>
            <a:r>
              <a:rPr dirty="0" sz="2800" spc="55">
                <a:solidFill>
                  <a:srgbClr val="0E1745"/>
                </a:solidFill>
              </a:rPr>
              <a:t>(Cont.)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5754623" y="2139695"/>
            <a:ext cx="2400300" cy="1125220"/>
            <a:chOff x="5754623" y="2139695"/>
            <a:chExt cx="2400300" cy="1125220"/>
          </a:xfrm>
        </p:grpSpPr>
        <p:sp>
          <p:nvSpPr>
            <p:cNvPr id="6" name="object 6"/>
            <p:cNvSpPr/>
            <p:nvPr/>
          </p:nvSpPr>
          <p:spPr>
            <a:xfrm>
              <a:off x="5754623" y="2139695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2461259"/>
              <a:ext cx="2286000" cy="6934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4623" y="2139695"/>
            <a:ext cx="2400300" cy="112522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648335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678682"/>
            <a:ext cx="2413000" cy="886460"/>
            <a:chOff x="5748273" y="3678682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3" y="3685032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685032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4017264"/>
              <a:ext cx="2286000" cy="5013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992114" y="3713226"/>
            <a:ext cx="1960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4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7130" y="3040126"/>
            <a:ext cx="6988175" cy="3484245"/>
            <a:chOff x="1167130" y="3040126"/>
            <a:chExt cx="6988175" cy="3484245"/>
          </a:xfrm>
        </p:grpSpPr>
        <p:sp>
          <p:nvSpPr>
            <p:cNvPr id="15" name="object 15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4" y="46680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4" y="5000244"/>
              <a:ext cx="2286000" cy="4998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54624" y="5650992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59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30824" y="5983224"/>
              <a:ext cx="2286000" cy="4998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304289" y="3252679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67130" y="3715258"/>
            <a:ext cx="1454785" cy="430530"/>
            <a:chOff x="1167130" y="3715258"/>
            <a:chExt cx="1454785" cy="430530"/>
          </a:xfrm>
        </p:grpSpPr>
        <p:sp>
          <p:nvSpPr>
            <p:cNvPr id="23" name="object 23"/>
            <p:cNvSpPr/>
            <p:nvPr/>
          </p:nvSpPr>
          <p:spPr>
            <a:xfrm>
              <a:off x="1173480" y="3721607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1094232" y="126492"/>
                  </a:lnTo>
                  <a:lnTo>
                    <a:pt x="1094232" y="252984"/>
                  </a:lnTo>
                  <a:lnTo>
                    <a:pt x="0" y="252984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2984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73480" y="3721608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6"/>
                  </a:moveTo>
                  <a:lnTo>
                    <a:pt x="1441704" y="41757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188009" y="3799160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8415" y="3379425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51305" y="3166617"/>
            <a:ext cx="1454785" cy="688340"/>
            <a:chOff x="1051305" y="3166617"/>
            <a:chExt cx="1454785" cy="688340"/>
          </a:xfrm>
        </p:grpSpPr>
        <p:sp>
          <p:nvSpPr>
            <p:cNvPr id="28" name="object 28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41704" y="67513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1"/>
                  </a:moveTo>
                  <a:lnTo>
                    <a:pt x="1441704" y="67513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051305" y="3841750"/>
            <a:ext cx="1454785" cy="430530"/>
            <a:chOff x="1051305" y="3841750"/>
            <a:chExt cx="1454785" cy="430530"/>
          </a:xfrm>
        </p:grpSpPr>
        <p:sp>
          <p:nvSpPr>
            <p:cNvPr id="31" name="object 31"/>
            <p:cNvSpPr/>
            <p:nvPr/>
          </p:nvSpPr>
          <p:spPr>
            <a:xfrm>
              <a:off x="1057656" y="3848099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0" y="126492"/>
                  </a:lnTo>
                  <a:lnTo>
                    <a:pt x="0" y="254508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254508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57655" y="3848100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266139" y="3925906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35482" y="3293109"/>
            <a:ext cx="1454785" cy="688340"/>
            <a:chOff x="935482" y="3293109"/>
            <a:chExt cx="1454785" cy="688340"/>
          </a:xfrm>
        </p:grpSpPr>
        <p:sp>
          <p:nvSpPr>
            <p:cNvPr id="35" name="object 35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072591" y="3505881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35482" y="3968241"/>
            <a:ext cx="1454785" cy="430530"/>
            <a:chOff x="935482" y="3968241"/>
            <a:chExt cx="1454785" cy="430530"/>
          </a:xfrm>
        </p:grpSpPr>
        <p:sp>
          <p:nvSpPr>
            <p:cNvPr id="39" name="object 39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150315" y="4052779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19658" y="3419602"/>
            <a:ext cx="1454785" cy="689610"/>
            <a:chOff x="819658" y="3419602"/>
            <a:chExt cx="1454785" cy="689610"/>
          </a:xfrm>
        </p:grpSpPr>
        <p:sp>
          <p:nvSpPr>
            <p:cNvPr id="43" name="object 43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947927" y="3721608"/>
            <a:ext cx="154940" cy="2470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375"/>
              </a:lnSpc>
            </a:pPr>
            <a:r>
              <a:rPr dirty="0" sz="1800" spc="10" b="1" i="1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2827" y="3609213"/>
            <a:ext cx="1066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pplication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19658" y="4096258"/>
            <a:ext cx="1454785" cy="429259"/>
            <a:chOff x="819658" y="4096258"/>
            <a:chExt cx="1454785" cy="429259"/>
          </a:xfrm>
        </p:grpSpPr>
        <p:sp>
          <p:nvSpPr>
            <p:cNvPr id="48" name="object 48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441704" y="41605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021791" y="4155440"/>
            <a:ext cx="104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7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512441" y="1745186"/>
            <a:ext cx="2453005" cy="2421890"/>
            <a:chOff x="2512441" y="1745186"/>
            <a:chExt cx="2453005" cy="2421890"/>
          </a:xfrm>
        </p:grpSpPr>
        <p:sp>
          <p:nvSpPr>
            <p:cNvPr id="52" name="object 52"/>
            <p:cNvSpPr/>
            <p:nvPr/>
          </p:nvSpPr>
          <p:spPr>
            <a:xfrm>
              <a:off x="3126486" y="3455669"/>
              <a:ext cx="1826260" cy="520065"/>
            </a:xfrm>
            <a:custGeom>
              <a:avLst/>
              <a:gdLst/>
              <a:ahLst/>
              <a:cxnLst/>
              <a:rect l="l" t="t" r="r" b="b"/>
              <a:pathLst>
                <a:path w="1826260" h="520064">
                  <a:moveTo>
                    <a:pt x="1825752" y="0"/>
                  </a:moveTo>
                  <a:lnTo>
                    <a:pt x="0" y="0"/>
                  </a:lnTo>
                  <a:lnTo>
                    <a:pt x="0" y="519683"/>
                  </a:lnTo>
                  <a:lnTo>
                    <a:pt x="1825752" y="519683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E8D1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126486" y="3455669"/>
              <a:ext cx="1826260" cy="520065"/>
            </a:xfrm>
            <a:custGeom>
              <a:avLst/>
              <a:gdLst/>
              <a:ahLst/>
              <a:cxnLst/>
              <a:rect l="l" t="t" r="r" b="b"/>
              <a:pathLst>
                <a:path w="1826260" h="520064">
                  <a:moveTo>
                    <a:pt x="0" y="519683"/>
                  </a:moveTo>
                  <a:lnTo>
                    <a:pt x="1825752" y="519683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51968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355086" y="3455669"/>
              <a:ext cx="1400175" cy="520700"/>
            </a:xfrm>
            <a:custGeom>
              <a:avLst/>
              <a:gdLst/>
              <a:ahLst/>
              <a:cxnLst/>
              <a:rect l="l" t="t" r="r" b="b"/>
              <a:pathLst>
                <a:path w="1400175" h="520700">
                  <a:moveTo>
                    <a:pt x="0" y="0"/>
                  </a:moveTo>
                  <a:lnTo>
                    <a:pt x="0" y="520191"/>
                  </a:lnTo>
                </a:path>
                <a:path w="1400175" h="520700">
                  <a:moveTo>
                    <a:pt x="228600" y="0"/>
                  </a:moveTo>
                  <a:lnTo>
                    <a:pt x="228600" y="520191"/>
                  </a:lnTo>
                </a:path>
                <a:path w="1400175" h="520700">
                  <a:moveTo>
                    <a:pt x="457200" y="0"/>
                  </a:moveTo>
                  <a:lnTo>
                    <a:pt x="457200" y="520191"/>
                  </a:lnTo>
                </a:path>
                <a:path w="1400175" h="520700">
                  <a:moveTo>
                    <a:pt x="685800" y="0"/>
                  </a:moveTo>
                  <a:lnTo>
                    <a:pt x="685800" y="520191"/>
                  </a:lnTo>
                </a:path>
                <a:path w="1400175" h="520700">
                  <a:moveTo>
                    <a:pt x="914400" y="0"/>
                  </a:moveTo>
                  <a:lnTo>
                    <a:pt x="914400" y="520191"/>
                  </a:lnTo>
                </a:path>
                <a:path w="1400175" h="520700">
                  <a:moveTo>
                    <a:pt x="1143000" y="0"/>
                  </a:moveTo>
                  <a:lnTo>
                    <a:pt x="1143000" y="520191"/>
                  </a:lnTo>
                </a:path>
                <a:path w="1400175" h="520700">
                  <a:moveTo>
                    <a:pt x="1399921" y="275843"/>
                  </a:moveTo>
                  <a:lnTo>
                    <a:pt x="1295400" y="275843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169602" y="3527043"/>
              <a:ext cx="1275080" cy="377190"/>
            </a:xfrm>
            <a:custGeom>
              <a:avLst/>
              <a:gdLst/>
              <a:ahLst/>
              <a:cxnLst/>
              <a:rect l="l" t="t" r="r" b="b"/>
              <a:pathLst>
                <a:path w="1275079" h="377189">
                  <a:moveTo>
                    <a:pt x="96240" y="337185"/>
                  </a:moveTo>
                  <a:lnTo>
                    <a:pt x="75501" y="315849"/>
                  </a:lnTo>
                  <a:lnTo>
                    <a:pt x="74739" y="322580"/>
                  </a:lnTo>
                  <a:lnTo>
                    <a:pt x="79057" y="324485"/>
                  </a:lnTo>
                  <a:lnTo>
                    <a:pt x="82359" y="326390"/>
                  </a:lnTo>
                  <a:lnTo>
                    <a:pt x="84518" y="328168"/>
                  </a:lnTo>
                  <a:lnTo>
                    <a:pt x="86664" y="330073"/>
                  </a:lnTo>
                  <a:lnTo>
                    <a:pt x="88188" y="332232"/>
                  </a:lnTo>
                  <a:lnTo>
                    <a:pt x="88950" y="334645"/>
                  </a:lnTo>
                  <a:lnTo>
                    <a:pt x="89839" y="337185"/>
                  </a:lnTo>
                  <a:lnTo>
                    <a:pt x="62166" y="363220"/>
                  </a:lnTo>
                  <a:lnTo>
                    <a:pt x="54419" y="363220"/>
                  </a:lnTo>
                  <a:lnTo>
                    <a:pt x="17208" y="354203"/>
                  </a:lnTo>
                  <a:lnTo>
                    <a:pt x="10096" y="346964"/>
                  </a:lnTo>
                  <a:lnTo>
                    <a:pt x="7302" y="342900"/>
                  </a:lnTo>
                  <a:lnTo>
                    <a:pt x="6159" y="338582"/>
                  </a:lnTo>
                  <a:lnTo>
                    <a:pt x="6667" y="333883"/>
                  </a:lnTo>
                  <a:lnTo>
                    <a:pt x="6921" y="330835"/>
                  </a:lnTo>
                  <a:lnTo>
                    <a:pt x="24447" y="317500"/>
                  </a:lnTo>
                  <a:lnTo>
                    <a:pt x="25082" y="310769"/>
                  </a:lnTo>
                  <a:lnTo>
                    <a:pt x="787" y="332232"/>
                  </a:lnTo>
                  <a:lnTo>
                    <a:pt x="114" y="338582"/>
                  </a:lnTo>
                  <a:lnTo>
                    <a:pt x="25742" y="371665"/>
                  </a:lnTo>
                  <a:lnTo>
                    <a:pt x="56222" y="376834"/>
                  </a:lnTo>
                  <a:lnTo>
                    <a:pt x="65862" y="376110"/>
                  </a:lnTo>
                  <a:lnTo>
                    <a:pt x="74180" y="374167"/>
                  </a:lnTo>
                  <a:lnTo>
                    <a:pt x="81216" y="370967"/>
                  </a:lnTo>
                  <a:lnTo>
                    <a:pt x="86804" y="366547"/>
                  </a:lnTo>
                  <a:lnTo>
                    <a:pt x="89306" y="363220"/>
                  </a:lnTo>
                  <a:lnTo>
                    <a:pt x="91059" y="360895"/>
                  </a:lnTo>
                  <a:lnTo>
                    <a:pt x="93967" y="354025"/>
                  </a:lnTo>
                  <a:lnTo>
                    <a:pt x="95567" y="345948"/>
                  </a:lnTo>
                  <a:lnTo>
                    <a:pt x="96075" y="340614"/>
                  </a:lnTo>
                  <a:lnTo>
                    <a:pt x="96240" y="337185"/>
                  </a:lnTo>
                  <a:close/>
                </a:path>
                <a:path w="1275079" h="377189">
                  <a:moveTo>
                    <a:pt x="105346" y="238125"/>
                  </a:moveTo>
                  <a:lnTo>
                    <a:pt x="101917" y="237744"/>
                  </a:lnTo>
                  <a:lnTo>
                    <a:pt x="101015" y="240411"/>
                  </a:lnTo>
                  <a:lnTo>
                    <a:pt x="100012" y="242062"/>
                  </a:lnTo>
                  <a:lnTo>
                    <a:pt x="99123" y="242824"/>
                  </a:lnTo>
                  <a:lnTo>
                    <a:pt x="98234" y="243713"/>
                  </a:lnTo>
                  <a:lnTo>
                    <a:pt x="97091" y="244221"/>
                  </a:lnTo>
                  <a:lnTo>
                    <a:pt x="95694" y="244348"/>
                  </a:lnTo>
                  <a:lnTo>
                    <a:pt x="94170" y="244602"/>
                  </a:lnTo>
                  <a:lnTo>
                    <a:pt x="91490" y="244475"/>
                  </a:lnTo>
                  <a:lnTo>
                    <a:pt x="58102" y="241046"/>
                  </a:lnTo>
                  <a:lnTo>
                    <a:pt x="55054" y="241046"/>
                  </a:lnTo>
                  <a:lnTo>
                    <a:pt x="36385" y="261874"/>
                  </a:lnTo>
                  <a:lnTo>
                    <a:pt x="37401" y="266065"/>
                  </a:lnTo>
                  <a:lnTo>
                    <a:pt x="38290" y="268097"/>
                  </a:lnTo>
                  <a:lnTo>
                    <a:pt x="39560" y="270383"/>
                  </a:lnTo>
                  <a:lnTo>
                    <a:pt x="40703" y="272542"/>
                  </a:lnTo>
                  <a:lnTo>
                    <a:pt x="42989" y="275590"/>
                  </a:lnTo>
                  <a:lnTo>
                    <a:pt x="46164" y="279527"/>
                  </a:lnTo>
                  <a:lnTo>
                    <a:pt x="46164" y="279781"/>
                  </a:lnTo>
                  <a:lnTo>
                    <a:pt x="3111" y="275463"/>
                  </a:lnTo>
                  <a:lnTo>
                    <a:pt x="2628" y="279273"/>
                  </a:lnTo>
                  <a:lnTo>
                    <a:pt x="1714" y="296037"/>
                  </a:lnTo>
                  <a:lnTo>
                    <a:pt x="5270" y="296418"/>
                  </a:lnTo>
                  <a:lnTo>
                    <a:pt x="5905" y="294132"/>
                  </a:lnTo>
                  <a:lnTo>
                    <a:pt x="6413" y="292608"/>
                  </a:lnTo>
                  <a:lnTo>
                    <a:pt x="7429" y="290830"/>
                  </a:lnTo>
                  <a:lnTo>
                    <a:pt x="8064" y="290195"/>
                  </a:lnTo>
                  <a:lnTo>
                    <a:pt x="8826" y="289814"/>
                  </a:lnTo>
                  <a:lnTo>
                    <a:pt x="9461" y="289306"/>
                  </a:lnTo>
                  <a:lnTo>
                    <a:pt x="10477" y="289052"/>
                  </a:lnTo>
                  <a:lnTo>
                    <a:pt x="11747" y="288798"/>
                  </a:lnTo>
                  <a:lnTo>
                    <a:pt x="13017" y="288671"/>
                  </a:lnTo>
                  <a:lnTo>
                    <a:pt x="16192" y="288671"/>
                  </a:lnTo>
                  <a:lnTo>
                    <a:pt x="17970" y="288798"/>
                  </a:lnTo>
                  <a:lnTo>
                    <a:pt x="21018" y="289052"/>
                  </a:lnTo>
                  <a:lnTo>
                    <a:pt x="25336" y="289560"/>
                  </a:lnTo>
                  <a:lnTo>
                    <a:pt x="82359" y="295275"/>
                  </a:lnTo>
                  <a:lnTo>
                    <a:pt x="85407" y="295656"/>
                  </a:lnTo>
                  <a:lnTo>
                    <a:pt x="87693" y="295910"/>
                  </a:lnTo>
                  <a:lnTo>
                    <a:pt x="89217" y="296291"/>
                  </a:lnTo>
                  <a:lnTo>
                    <a:pt x="95186" y="304419"/>
                  </a:lnTo>
                  <a:lnTo>
                    <a:pt x="98602" y="304673"/>
                  </a:lnTo>
                  <a:lnTo>
                    <a:pt x="100190" y="288671"/>
                  </a:lnTo>
                  <a:lnTo>
                    <a:pt x="100647" y="284099"/>
                  </a:lnTo>
                  <a:lnTo>
                    <a:pt x="101282" y="277749"/>
                  </a:lnTo>
                  <a:lnTo>
                    <a:pt x="97980" y="277368"/>
                  </a:lnTo>
                  <a:lnTo>
                    <a:pt x="96862" y="280035"/>
                  </a:lnTo>
                  <a:lnTo>
                    <a:pt x="96583" y="280670"/>
                  </a:lnTo>
                  <a:lnTo>
                    <a:pt x="95300" y="282448"/>
                  </a:lnTo>
                  <a:lnTo>
                    <a:pt x="94424" y="283083"/>
                  </a:lnTo>
                  <a:lnTo>
                    <a:pt x="92646" y="283845"/>
                  </a:lnTo>
                  <a:lnTo>
                    <a:pt x="91490" y="283972"/>
                  </a:lnTo>
                  <a:lnTo>
                    <a:pt x="90106" y="283972"/>
                  </a:lnTo>
                  <a:lnTo>
                    <a:pt x="88836" y="284099"/>
                  </a:lnTo>
                  <a:lnTo>
                    <a:pt x="86550" y="283845"/>
                  </a:lnTo>
                  <a:lnTo>
                    <a:pt x="83489" y="283591"/>
                  </a:lnTo>
                  <a:lnTo>
                    <a:pt x="57467" y="280924"/>
                  </a:lnTo>
                  <a:lnTo>
                    <a:pt x="43954" y="266065"/>
                  </a:lnTo>
                  <a:lnTo>
                    <a:pt x="44005" y="264541"/>
                  </a:lnTo>
                  <a:lnTo>
                    <a:pt x="44132" y="263652"/>
                  </a:lnTo>
                  <a:lnTo>
                    <a:pt x="44386" y="260477"/>
                  </a:lnTo>
                  <a:lnTo>
                    <a:pt x="45529" y="258064"/>
                  </a:lnTo>
                  <a:lnTo>
                    <a:pt x="47307" y="256413"/>
                  </a:lnTo>
                  <a:lnTo>
                    <a:pt x="48958" y="254762"/>
                  </a:lnTo>
                  <a:lnTo>
                    <a:pt x="51498" y="253873"/>
                  </a:lnTo>
                  <a:lnTo>
                    <a:pt x="54800" y="253492"/>
                  </a:lnTo>
                  <a:lnTo>
                    <a:pt x="58102" y="253238"/>
                  </a:lnTo>
                  <a:lnTo>
                    <a:pt x="62674" y="253365"/>
                  </a:lnTo>
                  <a:lnTo>
                    <a:pt x="96710" y="258572"/>
                  </a:lnTo>
                  <a:lnTo>
                    <a:pt x="97345" y="259080"/>
                  </a:lnTo>
                  <a:lnTo>
                    <a:pt x="97840" y="259842"/>
                  </a:lnTo>
                  <a:lnTo>
                    <a:pt x="98234" y="260604"/>
                  </a:lnTo>
                  <a:lnTo>
                    <a:pt x="98869" y="262763"/>
                  </a:lnTo>
                  <a:lnTo>
                    <a:pt x="99250" y="264541"/>
                  </a:lnTo>
                  <a:lnTo>
                    <a:pt x="102539" y="264922"/>
                  </a:lnTo>
                  <a:lnTo>
                    <a:pt x="103759" y="253238"/>
                  </a:lnTo>
                  <a:lnTo>
                    <a:pt x="104660" y="244602"/>
                  </a:lnTo>
                  <a:lnTo>
                    <a:pt x="105346" y="238125"/>
                  </a:lnTo>
                  <a:close/>
                </a:path>
                <a:path w="1275079" h="377189">
                  <a:moveTo>
                    <a:pt x="113093" y="160528"/>
                  </a:moveTo>
                  <a:lnTo>
                    <a:pt x="109651" y="160147"/>
                  </a:lnTo>
                  <a:lnTo>
                    <a:pt x="108889" y="162560"/>
                  </a:lnTo>
                  <a:lnTo>
                    <a:pt x="108127" y="164211"/>
                  </a:lnTo>
                  <a:lnTo>
                    <a:pt x="102806" y="167640"/>
                  </a:lnTo>
                  <a:lnTo>
                    <a:pt x="101282" y="167513"/>
                  </a:lnTo>
                  <a:lnTo>
                    <a:pt x="99758" y="167513"/>
                  </a:lnTo>
                  <a:lnTo>
                    <a:pt x="97218" y="167386"/>
                  </a:lnTo>
                  <a:lnTo>
                    <a:pt x="47180" y="162306"/>
                  </a:lnTo>
                  <a:lnTo>
                    <a:pt x="45275" y="181737"/>
                  </a:lnTo>
                  <a:lnTo>
                    <a:pt x="48577" y="181991"/>
                  </a:lnTo>
                  <a:lnTo>
                    <a:pt x="49720" y="179070"/>
                  </a:lnTo>
                  <a:lnTo>
                    <a:pt x="50736" y="177546"/>
                  </a:lnTo>
                  <a:lnTo>
                    <a:pt x="55816" y="175387"/>
                  </a:lnTo>
                  <a:lnTo>
                    <a:pt x="58483" y="175387"/>
                  </a:lnTo>
                  <a:lnTo>
                    <a:pt x="97345" y="182753"/>
                  </a:lnTo>
                  <a:lnTo>
                    <a:pt x="98869" y="184912"/>
                  </a:lnTo>
                  <a:lnTo>
                    <a:pt x="100393" y="186944"/>
                  </a:lnTo>
                  <a:lnTo>
                    <a:pt x="101409" y="188849"/>
                  </a:lnTo>
                  <a:lnTo>
                    <a:pt x="102425" y="192151"/>
                  </a:lnTo>
                  <a:lnTo>
                    <a:pt x="102679" y="193929"/>
                  </a:lnTo>
                  <a:lnTo>
                    <a:pt x="102425" y="195580"/>
                  </a:lnTo>
                  <a:lnTo>
                    <a:pt x="102171" y="198247"/>
                  </a:lnTo>
                  <a:lnTo>
                    <a:pt x="101536" y="200279"/>
                  </a:lnTo>
                  <a:lnTo>
                    <a:pt x="99250" y="203073"/>
                  </a:lnTo>
                  <a:lnTo>
                    <a:pt x="97980" y="204089"/>
                  </a:lnTo>
                  <a:lnTo>
                    <a:pt x="96456" y="204724"/>
                  </a:lnTo>
                  <a:lnTo>
                    <a:pt x="95059" y="205486"/>
                  </a:lnTo>
                  <a:lnTo>
                    <a:pt x="92900" y="205867"/>
                  </a:lnTo>
                  <a:lnTo>
                    <a:pt x="87185" y="206121"/>
                  </a:lnTo>
                  <a:lnTo>
                    <a:pt x="83121" y="205867"/>
                  </a:lnTo>
                  <a:lnTo>
                    <a:pt x="43243" y="201930"/>
                  </a:lnTo>
                  <a:lnTo>
                    <a:pt x="41211" y="221234"/>
                  </a:lnTo>
                  <a:lnTo>
                    <a:pt x="44513" y="221615"/>
                  </a:lnTo>
                  <a:lnTo>
                    <a:pt x="45529" y="218821"/>
                  </a:lnTo>
                  <a:lnTo>
                    <a:pt x="46545" y="217170"/>
                  </a:lnTo>
                  <a:lnTo>
                    <a:pt x="47434" y="216408"/>
                  </a:lnTo>
                  <a:lnTo>
                    <a:pt x="48450" y="215646"/>
                  </a:lnTo>
                  <a:lnTo>
                    <a:pt x="49593" y="215138"/>
                  </a:lnTo>
                  <a:lnTo>
                    <a:pt x="52514" y="214884"/>
                  </a:lnTo>
                  <a:lnTo>
                    <a:pt x="55181" y="215011"/>
                  </a:lnTo>
                  <a:lnTo>
                    <a:pt x="90601" y="218567"/>
                  </a:lnTo>
                  <a:lnTo>
                    <a:pt x="95300" y="218313"/>
                  </a:lnTo>
                  <a:lnTo>
                    <a:pt x="98602" y="217424"/>
                  </a:lnTo>
                  <a:lnTo>
                    <a:pt x="102044" y="216408"/>
                  </a:lnTo>
                  <a:lnTo>
                    <a:pt x="104330" y="214884"/>
                  </a:lnTo>
                  <a:lnTo>
                    <a:pt x="104711" y="214630"/>
                  </a:lnTo>
                  <a:lnTo>
                    <a:pt x="108521" y="209550"/>
                  </a:lnTo>
                  <a:lnTo>
                    <a:pt x="109651" y="206248"/>
                  </a:lnTo>
                  <a:lnTo>
                    <a:pt x="109664" y="206121"/>
                  </a:lnTo>
                  <a:lnTo>
                    <a:pt x="110070" y="201930"/>
                  </a:lnTo>
                  <a:lnTo>
                    <a:pt x="110413" y="198755"/>
                  </a:lnTo>
                  <a:lnTo>
                    <a:pt x="100266" y="179832"/>
                  </a:lnTo>
                  <a:lnTo>
                    <a:pt x="100647" y="178816"/>
                  </a:lnTo>
                  <a:lnTo>
                    <a:pt x="111823" y="180340"/>
                  </a:lnTo>
                  <a:lnTo>
                    <a:pt x="111963" y="178816"/>
                  </a:lnTo>
                  <a:lnTo>
                    <a:pt x="112204" y="176276"/>
                  </a:lnTo>
                  <a:lnTo>
                    <a:pt x="112242" y="175387"/>
                  </a:lnTo>
                  <a:lnTo>
                    <a:pt x="112687" y="167640"/>
                  </a:lnTo>
                  <a:lnTo>
                    <a:pt x="113093" y="160528"/>
                  </a:lnTo>
                  <a:close/>
                </a:path>
                <a:path w="1275079" h="377189">
                  <a:moveTo>
                    <a:pt x="121094" y="82550"/>
                  </a:moveTo>
                  <a:lnTo>
                    <a:pt x="117652" y="82169"/>
                  </a:lnTo>
                  <a:lnTo>
                    <a:pt x="116890" y="84328"/>
                  </a:lnTo>
                  <a:lnTo>
                    <a:pt x="116141" y="85725"/>
                  </a:lnTo>
                  <a:lnTo>
                    <a:pt x="115633" y="86487"/>
                  </a:lnTo>
                  <a:lnTo>
                    <a:pt x="114998" y="87376"/>
                  </a:lnTo>
                  <a:lnTo>
                    <a:pt x="114236" y="88011"/>
                  </a:lnTo>
                  <a:lnTo>
                    <a:pt x="113474" y="88265"/>
                  </a:lnTo>
                  <a:lnTo>
                    <a:pt x="112585" y="88646"/>
                  </a:lnTo>
                  <a:lnTo>
                    <a:pt x="111442" y="88900"/>
                  </a:lnTo>
                  <a:lnTo>
                    <a:pt x="110045" y="88900"/>
                  </a:lnTo>
                  <a:lnTo>
                    <a:pt x="108648" y="89027"/>
                  </a:lnTo>
                  <a:lnTo>
                    <a:pt x="106362" y="88900"/>
                  </a:lnTo>
                  <a:lnTo>
                    <a:pt x="103187" y="88519"/>
                  </a:lnTo>
                  <a:lnTo>
                    <a:pt x="73723" y="85598"/>
                  </a:lnTo>
                  <a:lnTo>
                    <a:pt x="70675" y="85471"/>
                  </a:lnTo>
                  <a:lnTo>
                    <a:pt x="65595" y="85979"/>
                  </a:lnTo>
                  <a:lnTo>
                    <a:pt x="63436" y="86487"/>
                  </a:lnTo>
                  <a:lnTo>
                    <a:pt x="61658" y="87249"/>
                  </a:lnTo>
                  <a:lnTo>
                    <a:pt x="59753" y="88011"/>
                  </a:lnTo>
                  <a:lnTo>
                    <a:pt x="52006" y="104267"/>
                  </a:lnTo>
                  <a:lnTo>
                    <a:pt x="52133" y="106426"/>
                  </a:lnTo>
                  <a:lnTo>
                    <a:pt x="52768" y="108585"/>
                  </a:lnTo>
                  <a:lnTo>
                    <a:pt x="53276" y="110744"/>
                  </a:lnTo>
                  <a:lnTo>
                    <a:pt x="54165" y="113030"/>
                  </a:lnTo>
                  <a:lnTo>
                    <a:pt x="56705" y="117348"/>
                  </a:lnTo>
                  <a:lnTo>
                    <a:pt x="58864" y="120396"/>
                  </a:lnTo>
                  <a:lnTo>
                    <a:pt x="61912" y="124079"/>
                  </a:lnTo>
                  <a:lnTo>
                    <a:pt x="61531" y="124968"/>
                  </a:lnTo>
                  <a:lnTo>
                    <a:pt x="50482" y="123063"/>
                  </a:lnTo>
                  <a:lnTo>
                    <a:pt x="50101" y="127254"/>
                  </a:lnTo>
                  <a:lnTo>
                    <a:pt x="49085" y="143256"/>
                  </a:lnTo>
                  <a:lnTo>
                    <a:pt x="52768" y="143637"/>
                  </a:lnTo>
                  <a:lnTo>
                    <a:pt x="53276" y="141605"/>
                  </a:lnTo>
                  <a:lnTo>
                    <a:pt x="53911" y="140081"/>
                  </a:lnTo>
                  <a:lnTo>
                    <a:pt x="54546" y="139065"/>
                  </a:lnTo>
                  <a:lnTo>
                    <a:pt x="55181" y="137922"/>
                  </a:lnTo>
                  <a:lnTo>
                    <a:pt x="56070" y="137287"/>
                  </a:lnTo>
                  <a:lnTo>
                    <a:pt x="57213" y="136779"/>
                  </a:lnTo>
                  <a:lnTo>
                    <a:pt x="58229" y="136398"/>
                  </a:lnTo>
                  <a:lnTo>
                    <a:pt x="59753" y="136144"/>
                  </a:lnTo>
                  <a:lnTo>
                    <a:pt x="63309" y="136398"/>
                  </a:lnTo>
                  <a:lnTo>
                    <a:pt x="65595" y="136525"/>
                  </a:lnTo>
                  <a:lnTo>
                    <a:pt x="103695" y="140589"/>
                  </a:lnTo>
                  <a:lnTo>
                    <a:pt x="109918" y="144653"/>
                  </a:lnTo>
                  <a:lnTo>
                    <a:pt x="110299" y="145415"/>
                  </a:lnTo>
                  <a:lnTo>
                    <a:pt x="110680" y="146685"/>
                  </a:lnTo>
                  <a:lnTo>
                    <a:pt x="110934" y="148590"/>
                  </a:lnTo>
                  <a:lnTo>
                    <a:pt x="114350" y="148844"/>
                  </a:lnTo>
                  <a:lnTo>
                    <a:pt x="115633" y="136144"/>
                  </a:lnTo>
                  <a:lnTo>
                    <a:pt x="116382" y="128651"/>
                  </a:lnTo>
                  <a:lnTo>
                    <a:pt x="117030" y="122174"/>
                  </a:lnTo>
                  <a:lnTo>
                    <a:pt x="113715" y="121920"/>
                  </a:lnTo>
                  <a:lnTo>
                    <a:pt x="112826" y="124079"/>
                  </a:lnTo>
                  <a:lnTo>
                    <a:pt x="111950" y="125730"/>
                  </a:lnTo>
                  <a:lnTo>
                    <a:pt x="111061" y="126619"/>
                  </a:lnTo>
                  <a:lnTo>
                    <a:pt x="110172" y="127635"/>
                  </a:lnTo>
                  <a:lnTo>
                    <a:pt x="109029" y="128143"/>
                  </a:lnTo>
                  <a:lnTo>
                    <a:pt x="105854" y="128651"/>
                  </a:lnTo>
                  <a:lnTo>
                    <a:pt x="103187" y="128524"/>
                  </a:lnTo>
                  <a:lnTo>
                    <a:pt x="73850" y="125476"/>
                  </a:lnTo>
                  <a:lnTo>
                    <a:pt x="71691" y="125349"/>
                  </a:lnTo>
                  <a:lnTo>
                    <a:pt x="70548" y="124968"/>
                  </a:lnTo>
                  <a:lnTo>
                    <a:pt x="69786" y="124714"/>
                  </a:lnTo>
                  <a:lnTo>
                    <a:pt x="68135" y="123698"/>
                  </a:lnTo>
                  <a:lnTo>
                    <a:pt x="60388" y="113411"/>
                  </a:lnTo>
                  <a:lnTo>
                    <a:pt x="59753" y="111760"/>
                  </a:lnTo>
                  <a:lnTo>
                    <a:pt x="59753" y="108204"/>
                  </a:lnTo>
                  <a:lnTo>
                    <a:pt x="60007" y="106426"/>
                  </a:lnTo>
                  <a:lnTo>
                    <a:pt x="65341" y="99314"/>
                  </a:lnTo>
                  <a:lnTo>
                    <a:pt x="66230" y="98806"/>
                  </a:lnTo>
                  <a:lnTo>
                    <a:pt x="67627" y="98425"/>
                  </a:lnTo>
                  <a:lnTo>
                    <a:pt x="71056" y="97917"/>
                  </a:lnTo>
                  <a:lnTo>
                    <a:pt x="73215" y="97790"/>
                  </a:lnTo>
                  <a:lnTo>
                    <a:pt x="75755" y="97917"/>
                  </a:lnTo>
                  <a:lnTo>
                    <a:pt x="78422" y="97917"/>
                  </a:lnTo>
                  <a:lnTo>
                    <a:pt x="84518" y="98425"/>
                  </a:lnTo>
                  <a:lnTo>
                    <a:pt x="102298" y="100330"/>
                  </a:lnTo>
                  <a:lnTo>
                    <a:pt x="105346" y="100584"/>
                  </a:lnTo>
                  <a:lnTo>
                    <a:pt x="107632" y="100965"/>
                  </a:lnTo>
                  <a:lnTo>
                    <a:pt x="109156" y="101473"/>
                  </a:lnTo>
                  <a:lnTo>
                    <a:pt x="110680" y="101854"/>
                  </a:lnTo>
                  <a:lnTo>
                    <a:pt x="114998" y="109093"/>
                  </a:lnTo>
                  <a:lnTo>
                    <a:pt x="118300" y="109347"/>
                  </a:lnTo>
                  <a:lnTo>
                    <a:pt x="119494" y="97790"/>
                  </a:lnTo>
                  <a:lnTo>
                    <a:pt x="120408" y="89027"/>
                  </a:lnTo>
                  <a:lnTo>
                    <a:pt x="121094" y="82550"/>
                  </a:lnTo>
                  <a:close/>
                </a:path>
                <a:path w="1275079" h="377189">
                  <a:moveTo>
                    <a:pt x="128968" y="4318"/>
                  </a:moveTo>
                  <a:lnTo>
                    <a:pt x="125526" y="4076"/>
                  </a:lnTo>
                  <a:lnTo>
                    <a:pt x="124904" y="6096"/>
                  </a:lnTo>
                  <a:lnTo>
                    <a:pt x="123761" y="8013"/>
                  </a:lnTo>
                  <a:lnTo>
                    <a:pt x="120586" y="11430"/>
                  </a:lnTo>
                  <a:lnTo>
                    <a:pt x="118173" y="13208"/>
                  </a:lnTo>
                  <a:lnTo>
                    <a:pt x="87312" y="32258"/>
                  </a:lnTo>
                  <a:lnTo>
                    <a:pt x="81381" y="24650"/>
                  </a:lnTo>
                  <a:lnTo>
                    <a:pt x="66992" y="254"/>
                  </a:lnTo>
                  <a:lnTo>
                    <a:pt x="63563" y="0"/>
                  </a:lnTo>
                  <a:lnTo>
                    <a:pt x="60642" y="29337"/>
                  </a:lnTo>
                  <a:lnTo>
                    <a:pt x="63944" y="29591"/>
                  </a:lnTo>
                  <a:lnTo>
                    <a:pt x="64452" y="27825"/>
                  </a:lnTo>
                  <a:lnTo>
                    <a:pt x="65087" y="26416"/>
                  </a:lnTo>
                  <a:lnTo>
                    <a:pt x="66865" y="24892"/>
                  </a:lnTo>
                  <a:lnTo>
                    <a:pt x="67881" y="24650"/>
                  </a:lnTo>
                  <a:lnTo>
                    <a:pt x="69278" y="24777"/>
                  </a:lnTo>
                  <a:lnTo>
                    <a:pt x="75628" y="28194"/>
                  </a:lnTo>
                  <a:lnTo>
                    <a:pt x="76898" y="29337"/>
                  </a:lnTo>
                  <a:lnTo>
                    <a:pt x="78422" y="31127"/>
                  </a:lnTo>
                  <a:lnTo>
                    <a:pt x="80073" y="33413"/>
                  </a:lnTo>
                  <a:lnTo>
                    <a:pt x="82105" y="36068"/>
                  </a:lnTo>
                  <a:lnTo>
                    <a:pt x="86296" y="47371"/>
                  </a:lnTo>
                  <a:lnTo>
                    <a:pt x="86042" y="49530"/>
                  </a:lnTo>
                  <a:lnTo>
                    <a:pt x="26479" y="43561"/>
                  </a:lnTo>
                  <a:lnTo>
                    <a:pt x="26111" y="47371"/>
                  </a:lnTo>
                  <a:lnTo>
                    <a:pt x="25082" y="64135"/>
                  </a:lnTo>
                  <a:lnTo>
                    <a:pt x="28638" y="64516"/>
                  </a:lnTo>
                  <a:lnTo>
                    <a:pt x="29273" y="62230"/>
                  </a:lnTo>
                  <a:lnTo>
                    <a:pt x="29908" y="60579"/>
                  </a:lnTo>
                  <a:lnTo>
                    <a:pt x="30416" y="59817"/>
                  </a:lnTo>
                  <a:lnTo>
                    <a:pt x="30924" y="58928"/>
                  </a:lnTo>
                  <a:lnTo>
                    <a:pt x="31432" y="58293"/>
                  </a:lnTo>
                  <a:lnTo>
                    <a:pt x="37909" y="56642"/>
                  </a:lnTo>
                  <a:lnTo>
                    <a:pt x="44386" y="57162"/>
                  </a:lnTo>
                  <a:lnTo>
                    <a:pt x="48704" y="57658"/>
                  </a:lnTo>
                  <a:lnTo>
                    <a:pt x="108267" y="63639"/>
                  </a:lnTo>
                  <a:lnTo>
                    <a:pt x="110172" y="63881"/>
                  </a:lnTo>
                  <a:lnTo>
                    <a:pt x="111696" y="64262"/>
                  </a:lnTo>
                  <a:lnTo>
                    <a:pt x="113220" y="64516"/>
                  </a:lnTo>
                  <a:lnTo>
                    <a:pt x="114350" y="64897"/>
                  </a:lnTo>
                  <a:lnTo>
                    <a:pt x="116141" y="65925"/>
                  </a:lnTo>
                  <a:lnTo>
                    <a:pt x="116763" y="66548"/>
                  </a:lnTo>
                  <a:lnTo>
                    <a:pt x="117284" y="67576"/>
                  </a:lnTo>
                  <a:lnTo>
                    <a:pt x="117919" y="68453"/>
                  </a:lnTo>
                  <a:lnTo>
                    <a:pt x="118300" y="70104"/>
                  </a:lnTo>
                  <a:lnTo>
                    <a:pt x="118681" y="72517"/>
                  </a:lnTo>
                  <a:lnTo>
                    <a:pt x="121983" y="72771"/>
                  </a:lnTo>
                  <a:lnTo>
                    <a:pt x="123647" y="56642"/>
                  </a:lnTo>
                  <a:lnTo>
                    <a:pt x="124104" y="52197"/>
                  </a:lnTo>
                  <a:lnTo>
                    <a:pt x="124764" y="45720"/>
                  </a:lnTo>
                  <a:lnTo>
                    <a:pt x="121475" y="45466"/>
                  </a:lnTo>
                  <a:lnTo>
                    <a:pt x="120586" y="47637"/>
                  </a:lnTo>
                  <a:lnTo>
                    <a:pt x="119697" y="49288"/>
                  </a:lnTo>
                  <a:lnTo>
                    <a:pt x="118808" y="50177"/>
                  </a:lnTo>
                  <a:lnTo>
                    <a:pt x="117919" y="51181"/>
                  </a:lnTo>
                  <a:lnTo>
                    <a:pt x="116649" y="51701"/>
                  </a:lnTo>
                  <a:lnTo>
                    <a:pt x="113588" y="52197"/>
                  </a:lnTo>
                  <a:lnTo>
                    <a:pt x="110807" y="52070"/>
                  </a:lnTo>
                  <a:lnTo>
                    <a:pt x="90601" y="50050"/>
                  </a:lnTo>
                  <a:lnTo>
                    <a:pt x="90665" y="49530"/>
                  </a:lnTo>
                  <a:lnTo>
                    <a:pt x="91122" y="44958"/>
                  </a:lnTo>
                  <a:lnTo>
                    <a:pt x="91363" y="44069"/>
                  </a:lnTo>
                  <a:lnTo>
                    <a:pt x="91757" y="43307"/>
                  </a:lnTo>
                  <a:lnTo>
                    <a:pt x="92011" y="42545"/>
                  </a:lnTo>
                  <a:lnTo>
                    <a:pt x="92519" y="41910"/>
                  </a:lnTo>
                  <a:lnTo>
                    <a:pt x="93281" y="41414"/>
                  </a:lnTo>
                  <a:lnTo>
                    <a:pt x="93916" y="40767"/>
                  </a:lnTo>
                  <a:lnTo>
                    <a:pt x="119938" y="26301"/>
                  </a:lnTo>
                  <a:lnTo>
                    <a:pt x="120586" y="26416"/>
                  </a:lnTo>
                  <a:lnTo>
                    <a:pt x="121475" y="26543"/>
                  </a:lnTo>
                  <a:lnTo>
                    <a:pt x="122110" y="26797"/>
                  </a:lnTo>
                  <a:lnTo>
                    <a:pt x="122491" y="27432"/>
                  </a:lnTo>
                  <a:lnTo>
                    <a:pt x="122745" y="28067"/>
                  </a:lnTo>
                  <a:lnTo>
                    <a:pt x="122999" y="28956"/>
                  </a:lnTo>
                  <a:lnTo>
                    <a:pt x="122999" y="30099"/>
                  </a:lnTo>
                  <a:lnTo>
                    <a:pt x="126288" y="30480"/>
                  </a:lnTo>
                  <a:lnTo>
                    <a:pt x="126720" y="26301"/>
                  </a:lnTo>
                  <a:lnTo>
                    <a:pt x="128968" y="4318"/>
                  </a:lnTo>
                  <a:close/>
                </a:path>
                <a:path w="1275079" h="377189">
                  <a:moveTo>
                    <a:pt x="325183" y="340614"/>
                  </a:moveTo>
                  <a:lnTo>
                    <a:pt x="325107" y="326009"/>
                  </a:lnTo>
                  <a:lnTo>
                    <a:pt x="324675" y="322199"/>
                  </a:lnTo>
                  <a:lnTo>
                    <a:pt x="324040" y="317754"/>
                  </a:lnTo>
                  <a:lnTo>
                    <a:pt x="304482" y="315849"/>
                  </a:lnTo>
                  <a:lnTo>
                    <a:pt x="303847" y="322580"/>
                  </a:lnTo>
                  <a:lnTo>
                    <a:pt x="308165" y="324485"/>
                  </a:lnTo>
                  <a:lnTo>
                    <a:pt x="311467" y="326390"/>
                  </a:lnTo>
                  <a:lnTo>
                    <a:pt x="313626" y="328168"/>
                  </a:lnTo>
                  <a:lnTo>
                    <a:pt x="315785" y="330073"/>
                  </a:lnTo>
                  <a:lnTo>
                    <a:pt x="317309" y="332232"/>
                  </a:lnTo>
                  <a:lnTo>
                    <a:pt x="318071" y="334645"/>
                  </a:lnTo>
                  <a:lnTo>
                    <a:pt x="318960" y="337185"/>
                  </a:lnTo>
                  <a:lnTo>
                    <a:pt x="319036" y="340614"/>
                  </a:lnTo>
                  <a:lnTo>
                    <a:pt x="318706" y="343916"/>
                  </a:lnTo>
                  <a:lnTo>
                    <a:pt x="318325" y="348869"/>
                  </a:lnTo>
                  <a:lnTo>
                    <a:pt x="316293" y="352806"/>
                  </a:lnTo>
                  <a:lnTo>
                    <a:pt x="309181" y="358902"/>
                  </a:lnTo>
                  <a:lnTo>
                    <a:pt x="304228" y="360934"/>
                  </a:lnTo>
                  <a:lnTo>
                    <a:pt x="291274" y="363220"/>
                  </a:lnTo>
                  <a:lnTo>
                    <a:pt x="283527" y="363220"/>
                  </a:lnTo>
                  <a:lnTo>
                    <a:pt x="246316" y="354203"/>
                  </a:lnTo>
                  <a:lnTo>
                    <a:pt x="239204" y="346964"/>
                  </a:lnTo>
                  <a:lnTo>
                    <a:pt x="236410" y="342900"/>
                  </a:lnTo>
                  <a:lnTo>
                    <a:pt x="235267" y="338582"/>
                  </a:lnTo>
                  <a:lnTo>
                    <a:pt x="235775" y="333883"/>
                  </a:lnTo>
                  <a:lnTo>
                    <a:pt x="236029" y="330835"/>
                  </a:lnTo>
                  <a:lnTo>
                    <a:pt x="253555" y="317500"/>
                  </a:lnTo>
                  <a:lnTo>
                    <a:pt x="254190" y="310769"/>
                  </a:lnTo>
                  <a:lnTo>
                    <a:pt x="229895" y="332232"/>
                  </a:lnTo>
                  <a:lnTo>
                    <a:pt x="229222" y="338582"/>
                  </a:lnTo>
                  <a:lnTo>
                    <a:pt x="254850" y="371665"/>
                  </a:lnTo>
                  <a:lnTo>
                    <a:pt x="285330" y="376834"/>
                  </a:lnTo>
                  <a:lnTo>
                    <a:pt x="294944" y="376110"/>
                  </a:lnTo>
                  <a:lnTo>
                    <a:pt x="303237" y="374167"/>
                  </a:lnTo>
                  <a:lnTo>
                    <a:pt x="310197" y="370967"/>
                  </a:lnTo>
                  <a:lnTo>
                    <a:pt x="315861" y="366547"/>
                  </a:lnTo>
                  <a:lnTo>
                    <a:pt x="318376" y="363220"/>
                  </a:lnTo>
                  <a:lnTo>
                    <a:pt x="320141" y="360895"/>
                  </a:lnTo>
                  <a:lnTo>
                    <a:pt x="323062" y="354025"/>
                  </a:lnTo>
                  <a:lnTo>
                    <a:pt x="324675" y="345948"/>
                  </a:lnTo>
                  <a:lnTo>
                    <a:pt x="325183" y="340614"/>
                  </a:lnTo>
                  <a:close/>
                </a:path>
                <a:path w="1275079" h="377189">
                  <a:moveTo>
                    <a:pt x="334454" y="238125"/>
                  </a:moveTo>
                  <a:lnTo>
                    <a:pt x="331025" y="237744"/>
                  </a:lnTo>
                  <a:lnTo>
                    <a:pt x="330136" y="240411"/>
                  </a:lnTo>
                  <a:lnTo>
                    <a:pt x="329120" y="242062"/>
                  </a:lnTo>
                  <a:lnTo>
                    <a:pt x="328231" y="242824"/>
                  </a:lnTo>
                  <a:lnTo>
                    <a:pt x="327342" y="243713"/>
                  </a:lnTo>
                  <a:lnTo>
                    <a:pt x="326199" y="244221"/>
                  </a:lnTo>
                  <a:lnTo>
                    <a:pt x="324675" y="244348"/>
                  </a:lnTo>
                  <a:lnTo>
                    <a:pt x="323278" y="244602"/>
                  </a:lnTo>
                  <a:lnTo>
                    <a:pt x="320611" y="244475"/>
                  </a:lnTo>
                  <a:lnTo>
                    <a:pt x="287210" y="241046"/>
                  </a:lnTo>
                  <a:lnTo>
                    <a:pt x="284162" y="241046"/>
                  </a:lnTo>
                  <a:lnTo>
                    <a:pt x="265493" y="261874"/>
                  </a:lnTo>
                  <a:lnTo>
                    <a:pt x="266509" y="266065"/>
                  </a:lnTo>
                  <a:lnTo>
                    <a:pt x="267398" y="268097"/>
                  </a:lnTo>
                  <a:lnTo>
                    <a:pt x="268668" y="270383"/>
                  </a:lnTo>
                  <a:lnTo>
                    <a:pt x="269811" y="272542"/>
                  </a:lnTo>
                  <a:lnTo>
                    <a:pt x="272097" y="275590"/>
                  </a:lnTo>
                  <a:lnTo>
                    <a:pt x="275272" y="279527"/>
                  </a:lnTo>
                  <a:lnTo>
                    <a:pt x="275272" y="279781"/>
                  </a:lnTo>
                  <a:lnTo>
                    <a:pt x="232219" y="275463"/>
                  </a:lnTo>
                  <a:lnTo>
                    <a:pt x="231736" y="279273"/>
                  </a:lnTo>
                  <a:lnTo>
                    <a:pt x="230822" y="296037"/>
                  </a:lnTo>
                  <a:lnTo>
                    <a:pt x="234378" y="296418"/>
                  </a:lnTo>
                  <a:lnTo>
                    <a:pt x="235013" y="294132"/>
                  </a:lnTo>
                  <a:lnTo>
                    <a:pt x="235521" y="292608"/>
                  </a:lnTo>
                  <a:lnTo>
                    <a:pt x="236537" y="290830"/>
                  </a:lnTo>
                  <a:lnTo>
                    <a:pt x="237172" y="290195"/>
                  </a:lnTo>
                  <a:lnTo>
                    <a:pt x="237934" y="289814"/>
                  </a:lnTo>
                  <a:lnTo>
                    <a:pt x="238569" y="289306"/>
                  </a:lnTo>
                  <a:lnTo>
                    <a:pt x="239585" y="289052"/>
                  </a:lnTo>
                  <a:lnTo>
                    <a:pt x="240855" y="288798"/>
                  </a:lnTo>
                  <a:lnTo>
                    <a:pt x="242125" y="288671"/>
                  </a:lnTo>
                  <a:lnTo>
                    <a:pt x="245300" y="288671"/>
                  </a:lnTo>
                  <a:lnTo>
                    <a:pt x="247078" y="288798"/>
                  </a:lnTo>
                  <a:lnTo>
                    <a:pt x="250126" y="289052"/>
                  </a:lnTo>
                  <a:lnTo>
                    <a:pt x="254444" y="289560"/>
                  </a:lnTo>
                  <a:lnTo>
                    <a:pt x="311467" y="295275"/>
                  </a:lnTo>
                  <a:lnTo>
                    <a:pt x="314515" y="295656"/>
                  </a:lnTo>
                  <a:lnTo>
                    <a:pt x="316801" y="295910"/>
                  </a:lnTo>
                  <a:lnTo>
                    <a:pt x="318325" y="296291"/>
                  </a:lnTo>
                  <a:lnTo>
                    <a:pt x="324294" y="304419"/>
                  </a:lnTo>
                  <a:lnTo>
                    <a:pt x="327723" y="304673"/>
                  </a:lnTo>
                  <a:lnTo>
                    <a:pt x="329298" y="288671"/>
                  </a:lnTo>
                  <a:lnTo>
                    <a:pt x="329755" y="284099"/>
                  </a:lnTo>
                  <a:lnTo>
                    <a:pt x="330390" y="277749"/>
                  </a:lnTo>
                  <a:lnTo>
                    <a:pt x="327088" y="277368"/>
                  </a:lnTo>
                  <a:lnTo>
                    <a:pt x="325970" y="280035"/>
                  </a:lnTo>
                  <a:lnTo>
                    <a:pt x="325691" y="280670"/>
                  </a:lnTo>
                  <a:lnTo>
                    <a:pt x="324421" y="282448"/>
                  </a:lnTo>
                  <a:lnTo>
                    <a:pt x="323532" y="283083"/>
                  </a:lnTo>
                  <a:lnTo>
                    <a:pt x="321754" y="283845"/>
                  </a:lnTo>
                  <a:lnTo>
                    <a:pt x="320611" y="283972"/>
                  </a:lnTo>
                  <a:lnTo>
                    <a:pt x="319214" y="283972"/>
                  </a:lnTo>
                  <a:lnTo>
                    <a:pt x="317944" y="284099"/>
                  </a:lnTo>
                  <a:lnTo>
                    <a:pt x="315658" y="283845"/>
                  </a:lnTo>
                  <a:lnTo>
                    <a:pt x="312610" y="283591"/>
                  </a:lnTo>
                  <a:lnTo>
                    <a:pt x="286575" y="280924"/>
                  </a:lnTo>
                  <a:lnTo>
                    <a:pt x="273113" y="267208"/>
                  </a:lnTo>
                  <a:lnTo>
                    <a:pt x="273240" y="263652"/>
                  </a:lnTo>
                  <a:lnTo>
                    <a:pt x="287210" y="253238"/>
                  </a:lnTo>
                  <a:lnTo>
                    <a:pt x="291782" y="253365"/>
                  </a:lnTo>
                  <a:lnTo>
                    <a:pt x="325818" y="258572"/>
                  </a:lnTo>
                  <a:lnTo>
                    <a:pt x="326453" y="259080"/>
                  </a:lnTo>
                  <a:lnTo>
                    <a:pt x="326961" y="259842"/>
                  </a:lnTo>
                  <a:lnTo>
                    <a:pt x="327342" y="260604"/>
                  </a:lnTo>
                  <a:lnTo>
                    <a:pt x="327977" y="262763"/>
                  </a:lnTo>
                  <a:lnTo>
                    <a:pt x="328358" y="264541"/>
                  </a:lnTo>
                  <a:lnTo>
                    <a:pt x="331660" y="264922"/>
                  </a:lnTo>
                  <a:lnTo>
                    <a:pt x="332867" y="253238"/>
                  </a:lnTo>
                  <a:lnTo>
                    <a:pt x="333768" y="244602"/>
                  </a:lnTo>
                  <a:lnTo>
                    <a:pt x="334454" y="238125"/>
                  </a:lnTo>
                  <a:close/>
                </a:path>
                <a:path w="1275079" h="377189">
                  <a:moveTo>
                    <a:pt x="342201" y="160528"/>
                  </a:moveTo>
                  <a:lnTo>
                    <a:pt x="338772" y="160147"/>
                  </a:lnTo>
                  <a:lnTo>
                    <a:pt x="338010" y="162560"/>
                  </a:lnTo>
                  <a:lnTo>
                    <a:pt x="337248" y="164211"/>
                  </a:lnTo>
                  <a:lnTo>
                    <a:pt x="331914" y="167640"/>
                  </a:lnTo>
                  <a:lnTo>
                    <a:pt x="330390" y="167513"/>
                  </a:lnTo>
                  <a:lnTo>
                    <a:pt x="328866" y="167513"/>
                  </a:lnTo>
                  <a:lnTo>
                    <a:pt x="326326" y="167386"/>
                  </a:lnTo>
                  <a:lnTo>
                    <a:pt x="276288" y="162306"/>
                  </a:lnTo>
                  <a:lnTo>
                    <a:pt x="274383" y="181737"/>
                  </a:lnTo>
                  <a:lnTo>
                    <a:pt x="277685" y="181991"/>
                  </a:lnTo>
                  <a:lnTo>
                    <a:pt x="278828" y="179070"/>
                  </a:lnTo>
                  <a:lnTo>
                    <a:pt x="279844" y="177546"/>
                  </a:lnTo>
                  <a:lnTo>
                    <a:pt x="284924" y="175387"/>
                  </a:lnTo>
                  <a:lnTo>
                    <a:pt x="287464" y="175387"/>
                  </a:lnTo>
                  <a:lnTo>
                    <a:pt x="326453" y="182753"/>
                  </a:lnTo>
                  <a:lnTo>
                    <a:pt x="327977" y="184912"/>
                  </a:lnTo>
                  <a:lnTo>
                    <a:pt x="329501" y="186944"/>
                  </a:lnTo>
                  <a:lnTo>
                    <a:pt x="330517" y="188849"/>
                  </a:lnTo>
                  <a:lnTo>
                    <a:pt x="331533" y="192151"/>
                  </a:lnTo>
                  <a:lnTo>
                    <a:pt x="331787" y="193929"/>
                  </a:lnTo>
                  <a:lnTo>
                    <a:pt x="331533" y="195580"/>
                  </a:lnTo>
                  <a:lnTo>
                    <a:pt x="331279" y="198247"/>
                  </a:lnTo>
                  <a:lnTo>
                    <a:pt x="330644" y="200279"/>
                  </a:lnTo>
                  <a:lnTo>
                    <a:pt x="328358" y="203073"/>
                  </a:lnTo>
                  <a:lnTo>
                    <a:pt x="327088" y="204089"/>
                  </a:lnTo>
                  <a:lnTo>
                    <a:pt x="325564" y="204724"/>
                  </a:lnTo>
                  <a:lnTo>
                    <a:pt x="324167" y="205486"/>
                  </a:lnTo>
                  <a:lnTo>
                    <a:pt x="322008" y="205867"/>
                  </a:lnTo>
                  <a:lnTo>
                    <a:pt x="316293" y="206121"/>
                  </a:lnTo>
                  <a:lnTo>
                    <a:pt x="312229" y="205867"/>
                  </a:lnTo>
                  <a:lnTo>
                    <a:pt x="272351" y="201930"/>
                  </a:lnTo>
                  <a:lnTo>
                    <a:pt x="270319" y="221234"/>
                  </a:lnTo>
                  <a:lnTo>
                    <a:pt x="273621" y="221615"/>
                  </a:lnTo>
                  <a:lnTo>
                    <a:pt x="274637" y="218821"/>
                  </a:lnTo>
                  <a:lnTo>
                    <a:pt x="275653" y="217170"/>
                  </a:lnTo>
                  <a:lnTo>
                    <a:pt x="276542" y="216408"/>
                  </a:lnTo>
                  <a:lnTo>
                    <a:pt x="277558" y="215646"/>
                  </a:lnTo>
                  <a:lnTo>
                    <a:pt x="278701" y="215138"/>
                  </a:lnTo>
                  <a:lnTo>
                    <a:pt x="281622" y="214884"/>
                  </a:lnTo>
                  <a:lnTo>
                    <a:pt x="284289" y="215011"/>
                  </a:lnTo>
                  <a:lnTo>
                    <a:pt x="319722" y="218567"/>
                  </a:lnTo>
                  <a:lnTo>
                    <a:pt x="324421" y="218313"/>
                  </a:lnTo>
                  <a:lnTo>
                    <a:pt x="327723" y="217424"/>
                  </a:lnTo>
                  <a:lnTo>
                    <a:pt x="331152" y="216408"/>
                  </a:lnTo>
                  <a:lnTo>
                    <a:pt x="333438" y="214884"/>
                  </a:lnTo>
                  <a:lnTo>
                    <a:pt x="333819" y="214630"/>
                  </a:lnTo>
                  <a:lnTo>
                    <a:pt x="337629" y="209550"/>
                  </a:lnTo>
                  <a:lnTo>
                    <a:pt x="338772" y="206248"/>
                  </a:lnTo>
                  <a:lnTo>
                    <a:pt x="338772" y="206121"/>
                  </a:lnTo>
                  <a:lnTo>
                    <a:pt x="339178" y="201930"/>
                  </a:lnTo>
                  <a:lnTo>
                    <a:pt x="329374" y="179832"/>
                  </a:lnTo>
                  <a:lnTo>
                    <a:pt x="329755" y="178816"/>
                  </a:lnTo>
                  <a:lnTo>
                    <a:pt x="340931" y="180340"/>
                  </a:lnTo>
                  <a:lnTo>
                    <a:pt x="341071" y="178816"/>
                  </a:lnTo>
                  <a:lnTo>
                    <a:pt x="341312" y="176276"/>
                  </a:lnTo>
                  <a:lnTo>
                    <a:pt x="341350" y="175387"/>
                  </a:lnTo>
                  <a:lnTo>
                    <a:pt x="341795" y="167640"/>
                  </a:lnTo>
                  <a:lnTo>
                    <a:pt x="342201" y="160528"/>
                  </a:lnTo>
                  <a:close/>
                </a:path>
                <a:path w="1275079" h="377189">
                  <a:moveTo>
                    <a:pt x="350075" y="82550"/>
                  </a:moveTo>
                  <a:lnTo>
                    <a:pt x="346773" y="82169"/>
                  </a:lnTo>
                  <a:lnTo>
                    <a:pt x="346011" y="84328"/>
                  </a:lnTo>
                  <a:lnTo>
                    <a:pt x="345249" y="85725"/>
                  </a:lnTo>
                  <a:lnTo>
                    <a:pt x="344614" y="86487"/>
                  </a:lnTo>
                  <a:lnTo>
                    <a:pt x="344106" y="87376"/>
                  </a:lnTo>
                  <a:lnTo>
                    <a:pt x="343344" y="88011"/>
                  </a:lnTo>
                  <a:lnTo>
                    <a:pt x="342582" y="88265"/>
                  </a:lnTo>
                  <a:lnTo>
                    <a:pt x="341693" y="88646"/>
                  </a:lnTo>
                  <a:lnTo>
                    <a:pt x="340550" y="88900"/>
                  </a:lnTo>
                  <a:lnTo>
                    <a:pt x="339153" y="88900"/>
                  </a:lnTo>
                  <a:lnTo>
                    <a:pt x="337756" y="89027"/>
                  </a:lnTo>
                  <a:lnTo>
                    <a:pt x="335470" y="88900"/>
                  </a:lnTo>
                  <a:lnTo>
                    <a:pt x="332295" y="88519"/>
                  </a:lnTo>
                  <a:lnTo>
                    <a:pt x="302831" y="85598"/>
                  </a:lnTo>
                  <a:lnTo>
                    <a:pt x="299783" y="85471"/>
                  </a:lnTo>
                  <a:lnTo>
                    <a:pt x="294703" y="85979"/>
                  </a:lnTo>
                  <a:lnTo>
                    <a:pt x="292544" y="86487"/>
                  </a:lnTo>
                  <a:lnTo>
                    <a:pt x="290766" y="87249"/>
                  </a:lnTo>
                  <a:lnTo>
                    <a:pt x="288861" y="88011"/>
                  </a:lnTo>
                  <a:lnTo>
                    <a:pt x="281114" y="104267"/>
                  </a:lnTo>
                  <a:lnTo>
                    <a:pt x="281241" y="106426"/>
                  </a:lnTo>
                  <a:lnTo>
                    <a:pt x="281876" y="108585"/>
                  </a:lnTo>
                  <a:lnTo>
                    <a:pt x="282384" y="110744"/>
                  </a:lnTo>
                  <a:lnTo>
                    <a:pt x="283273" y="113030"/>
                  </a:lnTo>
                  <a:lnTo>
                    <a:pt x="285813" y="117348"/>
                  </a:lnTo>
                  <a:lnTo>
                    <a:pt x="287972" y="120396"/>
                  </a:lnTo>
                  <a:lnTo>
                    <a:pt x="291020" y="124079"/>
                  </a:lnTo>
                  <a:lnTo>
                    <a:pt x="290639" y="124968"/>
                  </a:lnTo>
                  <a:lnTo>
                    <a:pt x="279590" y="123063"/>
                  </a:lnTo>
                  <a:lnTo>
                    <a:pt x="279209" y="127254"/>
                  </a:lnTo>
                  <a:lnTo>
                    <a:pt x="278193" y="143256"/>
                  </a:lnTo>
                  <a:lnTo>
                    <a:pt x="281876" y="143637"/>
                  </a:lnTo>
                  <a:lnTo>
                    <a:pt x="282384" y="141605"/>
                  </a:lnTo>
                  <a:lnTo>
                    <a:pt x="283019" y="140081"/>
                  </a:lnTo>
                  <a:lnTo>
                    <a:pt x="283654" y="139065"/>
                  </a:lnTo>
                  <a:lnTo>
                    <a:pt x="284289" y="137922"/>
                  </a:lnTo>
                  <a:lnTo>
                    <a:pt x="285178" y="137287"/>
                  </a:lnTo>
                  <a:lnTo>
                    <a:pt x="286321" y="136779"/>
                  </a:lnTo>
                  <a:lnTo>
                    <a:pt x="287337" y="136398"/>
                  </a:lnTo>
                  <a:lnTo>
                    <a:pt x="288861" y="136144"/>
                  </a:lnTo>
                  <a:lnTo>
                    <a:pt x="292417" y="136398"/>
                  </a:lnTo>
                  <a:lnTo>
                    <a:pt x="294703" y="136525"/>
                  </a:lnTo>
                  <a:lnTo>
                    <a:pt x="332803" y="140589"/>
                  </a:lnTo>
                  <a:lnTo>
                    <a:pt x="339026" y="144653"/>
                  </a:lnTo>
                  <a:lnTo>
                    <a:pt x="339407" y="145415"/>
                  </a:lnTo>
                  <a:lnTo>
                    <a:pt x="339788" y="146685"/>
                  </a:lnTo>
                  <a:lnTo>
                    <a:pt x="340042" y="148590"/>
                  </a:lnTo>
                  <a:lnTo>
                    <a:pt x="343471" y="148844"/>
                  </a:lnTo>
                  <a:lnTo>
                    <a:pt x="344728" y="136144"/>
                  </a:lnTo>
                  <a:lnTo>
                    <a:pt x="345490" y="128651"/>
                  </a:lnTo>
                  <a:lnTo>
                    <a:pt x="346138" y="122174"/>
                  </a:lnTo>
                  <a:lnTo>
                    <a:pt x="342836" y="121920"/>
                  </a:lnTo>
                  <a:lnTo>
                    <a:pt x="341947" y="124079"/>
                  </a:lnTo>
                  <a:lnTo>
                    <a:pt x="341058" y="125730"/>
                  </a:lnTo>
                  <a:lnTo>
                    <a:pt x="340169" y="126619"/>
                  </a:lnTo>
                  <a:lnTo>
                    <a:pt x="339280" y="127635"/>
                  </a:lnTo>
                  <a:lnTo>
                    <a:pt x="338137" y="128143"/>
                  </a:lnTo>
                  <a:lnTo>
                    <a:pt x="334962" y="128651"/>
                  </a:lnTo>
                  <a:lnTo>
                    <a:pt x="332295" y="128524"/>
                  </a:lnTo>
                  <a:lnTo>
                    <a:pt x="302958" y="125476"/>
                  </a:lnTo>
                  <a:lnTo>
                    <a:pt x="300799" y="125349"/>
                  </a:lnTo>
                  <a:lnTo>
                    <a:pt x="299656" y="124968"/>
                  </a:lnTo>
                  <a:lnTo>
                    <a:pt x="298894" y="124714"/>
                  </a:lnTo>
                  <a:lnTo>
                    <a:pt x="297243" y="123698"/>
                  </a:lnTo>
                  <a:lnTo>
                    <a:pt x="289496" y="113411"/>
                  </a:lnTo>
                  <a:lnTo>
                    <a:pt x="288861" y="111760"/>
                  </a:lnTo>
                  <a:lnTo>
                    <a:pt x="288861" y="108204"/>
                  </a:lnTo>
                  <a:lnTo>
                    <a:pt x="289115" y="106426"/>
                  </a:lnTo>
                  <a:lnTo>
                    <a:pt x="294449" y="99314"/>
                  </a:lnTo>
                  <a:lnTo>
                    <a:pt x="295338" y="98806"/>
                  </a:lnTo>
                  <a:lnTo>
                    <a:pt x="296735" y="98425"/>
                  </a:lnTo>
                  <a:lnTo>
                    <a:pt x="300164" y="97917"/>
                  </a:lnTo>
                  <a:lnTo>
                    <a:pt x="302323" y="97790"/>
                  </a:lnTo>
                  <a:lnTo>
                    <a:pt x="304863" y="97917"/>
                  </a:lnTo>
                  <a:lnTo>
                    <a:pt x="307530" y="97917"/>
                  </a:lnTo>
                  <a:lnTo>
                    <a:pt x="313626" y="98425"/>
                  </a:lnTo>
                  <a:lnTo>
                    <a:pt x="331406" y="100330"/>
                  </a:lnTo>
                  <a:lnTo>
                    <a:pt x="334454" y="100584"/>
                  </a:lnTo>
                  <a:lnTo>
                    <a:pt x="336740" y="100965"/>
                  </a:lnTo>
                  <a:lnTo>
                    <a:pt x="338264" y="101473"/>
                  </a:lnTo>
                  <a:lnTo>
                    <a:pt x="339788" y="101854"/>
                  </a:lnTo>
                  <a:lnTo>
                    <a:pt x="344106" y="109093"/>
                  </a:lnTo>
                  <a:lnTo>
                    <a:pt x="347408" y="109347"/>
                  </a:lnTo>
                  <a:lnTo>
                    <a:pt x="348551" y="97790"/>
                  </a:lnTo>
                  <a:lnTo>
                    <a:pt x="349427" y="89027"/>
                  </a:lnTo>
                  <a:lnTo>
                    <a:pt x="350075" y="82550"/>
                  </a:lnTo>
                  <a:close/>
                </a:path>
                <a:path w="1275079" h="377189">
                  <a:moveTo>
                    <a:pt x="358076" y="4318"/>
                  </a:moveTo>
                  <a:lnTo>
                    <a:pt x="354647" y="4076"/>
                  </a:lnTo>
                  <a:lnTo>
                    <a:pt x="354012" y="6096"/>
                  </a:lnTo>
                  <a:lnTo>
                    <a:pt x="352869" y="8013"/>
                  </a:lnTo>
                  <a:lnTo>
                    <a:pt x="349694" y="11430"/>
                  </a:lnTo>
                  <a:lnTo>
                    <a:pt x="347281" y="13208"/>
                  </a:lnTo>
                  <a:lnTo>
                    <a:pt x="316420" y="32258"/>
                  </a:lnTo>
                  <a:lnTo>
                    <a:pt x="310489" y="24650"/>
                  </a:lnTo>
                  <a:lnTo>
                    <a:pt x="296100" y="254"/>
                  </a:lnTo>
                  <a:lnTo>
                    <a:pt x="292671" y="0"/>
                  </a:lnTo>
                  <a:lnTo>
                    <a:pt x="289750" y="29337"/>
                  </a:lnTo>
                  <a:lnTo>
                    <a:pt x="293052" y="29591"/>
                  </a:lnTo>
                  <a:lnTo>
                    <a:pt x="293560" y="27825"/>
                  </a:lnTo>
                  <a:lnTo>
                    <a:pt x="294195" y="26416"/>
                  </a:lnTo>
                  <a:lnTo>
                    <a:pt x="295973" y="24892"/>
                  </a:lnTo>
                  <a:lnTo>
                    <a:pt x="296989" y="24650"/>
                  </a:lnTo>
                  <a:lnTo>
                    <a:pt x="298386" y="24777"/>
                  </a:lnTo>
                  <a:lnTo>
                    <a:pt x="304736" y="28194"/>
                  </a:lnTo>
                  <a:lnTo>
                    <a:pt x="306006" y="29337"/>
                  </a:lnTo>
                  <a:lnTo>
                    <a:pt x="307530" y="31127"/>
                  </a:lnTo>
                  <a:lnTo>
                    <a:pt x="309181" y="33413"/>
                  </a:lnTo>
                  <a:lnTo>
                    <a:pt x="311213" y="36068"/>
                  </a:lnTo>
                  <a:lnTo>
                    <a:pt x="312737" y="38239"/>
                  </a:lnTo>
                  <a:lnTo>
                    <a:pt x="313563" y="39763"/>
                  </a:lnTo>
                  <a:lnTo>
                    <a:pt x="314388" y="41148"/>
                  </a:lnTo>
                  <a:lnTo>
                    <a:pt x="315023" y="42418"/>
                  </a:lnTo>
                  <a:lnTo>
                    <a:pt x="315277" y="43700"/>
                  </a:lnTo>
                  <a:lnTo>
                    <a:pt x="315379" y="44069"/>
                  </a:lnTo>
                  <a:lnTo>
                    <a:pt x="315404" y="47371"/>
                  </a:lnTo>
                  <a:lnTo>
                    <a:pt x="315150" y="49530"/>
                  </a:lnTo>
                  <a:lnTo>
                    <a:pt x="255587" y="43561"/>
                  </a:lnTo>
                  <a:lnTo>
                    <a:pt x="255219" y="47371"/>
                  </a:lnTo>
                  <a:lnTo>
                    <a:pt x="254190" y="64135"/>
                  </a:lnTo>
                  <a:lnTo>
                    <a:pt x="257746" y="64516"/>
                  </a:lnTo>
                  <a:lnTo>
                    <a:pt x="258381" y="62230"/>
                  </a:lnTo>
                  <a:lnTo>
                    <a:pt x="259016" y="60579"/>
                  </a:lnTo>
                  <a:lnTo>
                    <a:pt x="259524" y="59817"/>
                  </a:lnTo>
                  <a:lnTo>
                    <a:pt x="260032" y="58928"/>
                  </a:lnTo>
                  <a:lnTo>
                    <a:pt x="260540" y="58293"/>
                  </a:lnTo>
                  <a:lnTo>
                    <a:pt x="267017" y="56642"/>
                  </a:lnTo>
                  <a:lnTo>
                    <a:pt x="273494" y="57162"/>
                  </a:lnTo>
                  <a:lnTo>
                    <a:pt x="277812" y="57658"/>
                  </a:lnTo>
                  <a:lnTo>
                    <a:pt x="337375" y="63639"/>
                  </a:lnTo>
                  <a:lnTo>
                    <a:pt x="339280" y="63881"/>
                  </a:lnTo>
                  <a:lnTo>
                    <a:pt x="340804" y="64262"/>
                  </a:lnTo>
                  <a:lnTo>
                    <a:pt x="342328" y="64516"/>
                  </a:lnTo>
                  <a:lnTo>
                    <a:pt x="346392" y="67576"/>
                  </a:lnTo>
                  <a:lnTo>
                    <a:pt x="347027" y="68453"/>
                  </a:lnTo>
                  <a:lnTo>
                    <a:pt x="347408" y="70104"/>
                  </a:lnTo>
                  <a:lnTo>
                    <a:pt x="347789" y="72517"/>
                  </a:lnTo>
                  <a:lnTo>
                    <a:pt x="351091" y="72771"/>
                  </a:lnTo>
                  <a:lnTo>
                    <a:pt x="352755" y="56642"/>
                  </a:lnTo>
                  <a:lnTo>
                    <a:pt x="353212" y="52197"/>
                  </a:lnTo>
                  <a:lnTo>
                    <a:pt x="353885" y="45720"/>
                  </a:lnTo>
                  <a:lnTo>
                    <a:pt x="350456" y="45466"/>
                  </a:lnTo>
                  <a:lnTo>
                    <a:pt x="349694" y="47637"/>
                  </a:lnTo>
                  <a:lnTo>
                    <a:pt x="348805" y="49288"/>
                  </a:lnTo>
                  <a:lnTo>
                    <a:pt x="347916" y="50177"/>
                  </a:lnTo>
                  <a:lnTo>
                    <a:pt x="347027" y="51181"/>
                  </a:lnTo>
                  <a:lnTo>
                    <a:pt x="345757" y="51701"/>
                  </a:lnTo>
                  <a:lnTo>
                    <a:pt x="342709" y="52197"/>
                  </a:lnTo>
                  <a:lnTo>
                    <a:pt x="339915" y="52070"/>
                  </a:lnTo>
                  <a:lnTo>
                    <a:pt x="319722" y="50050"/>
                  </a:lnTo>
                  <a:lnTo>
                    <a:pt x="322389" y="41414"/>
                  </a:lnTo>
                  <a:lnTo>
                    <a:pt x="323024" y="40767"/>
                  </a:lnTo>
                  <a:lnTo>
                    <a:pt x="349059" y="26301"/>
                  </a:lnTo>
                  <a:lnTo>
                    <a:pt x="349694" y="26416"/>
                  </a:lnTo>
                  <a:lnTo>
                    <a:pt x="350583" y="26543"/>
                  </a:lnTo>
                  <a:lnTo>
                    <a:pt x="352107" y="30099"/>
                  </a:lnTo>
                  <a:lnTo>
                    <a:pt x="355409" y="30480"/>
                  </a:lnTo>
                  <a:lnTo>
                    <a:pt x="355828" y="26301"/>
                  </a:lnTo>
                  <a:lnTo>
                    <a:pt x="358076" y="4318"/>
                  </a:lnTo>
                  <a:close/>
                </a:path>
                <a:path w="1275079" h="377189">
                  <a:moveTo>
                    <a:pt x="554291" y="340614"/>
                  </a:moveTo>
                  <a:lnTo>
                    <a:pt x="554215" y="326009"/>
                  </a:lnTo>
                  <a:lnTo>
                    <a:pt x="553783" y="322199"/>
                  </a:lnTo>
                  <a:lnTo>
                    <a:pt x="553148" y="317754"/>
                  </a:lnTo>
                  <a:lnTo>
                    <a:pt x="533590" y="315849"/>
                  </a:lnTo>
                  <a:lnTo>
                    <a:pt x="532955" y="322580"/>
                  </a:lnTo>
                  <a:lnTo>
                    <a:pt x="537273" y="324485"/>
                  </a:lnTo>
                  <a:lnTo>
                    <a:pt x="540575" y="326390"/>
                  </a:lnTo>
                  <a:lnTo>
                    <a:pt x="542734" y="328168"/>
                  </a:lnTo>
                  <a:lnTo>
                    <a:pt x="544893" y="330073"/>
                  </a:lnTo>
                  <a:lnTo>
                    <a:pt x="546417" y="332232"/>
                  </a:lnTo>
                  <a:lnTo>
                    <a:pt x="547179" y="334645"/>
                  </a:lnTo>
                  <a:lnTo>
                    <a:pt x="548068" y="337185"/>
                  </a:lnTo>
                  <a:lnTo>
                    <a:pt x="548144" y="340614"/>
                  </a:lnTo>
                  <a:lnTo>
                    <a:pt x="547814" y="343916"/>
                  </a:lnTo>
                  <a:lnTo>
                    <a:pt x="547433" y="348869"/>
                  </a:lnTo>
                  <a:lnTo>
                    <a:pt x="545401" y="352806"/>
                  </a:lnTo>
                  <a:lnTo>
                    <a:pt x="538289" y="358902"/>
                  </a:lnTo>
                  <a:lnTo>
                    <a:pt x="533336" y="360934"/>
                  </a:lnTo>
                  <a:lnTo>
                    <a:pt x="520382" y="363220"/>
                  </a:lnTo>
                  <a:lnTo>
                    <a:pt x="512635" y="363220"/>
                  </a:lnTo>
                  <a:lnTo>
                    <a:pt x="475424" y="354203"/>
                  </a:lnTo>
                  <a:lnTo>
                    <a:pt x="468312" y="346964"/>
                  </a:lnTo>
                  <a:lnTo>
                    <a:pt x="465518" y="342900"/>
                  </a:lnTo>
                  <a:lnTo>
                    <a:pt x="464375" y="338582"/>
                  </a:lnTo>
                  <a:lnTo>
                    <a:pt x="464883" y="333883"/>
                  </a:lnTo>
                  <a:lnTo>
                    <a:pt x="465137" y="330835"/>
                  </a:lnTo>
                  <a:lnTo>
                    <a:pt x="482663" y="317500"/>
                  </a:lnTo>
                  <a:lnTo>
                    <a:pt x="483298" y="310769"/>
                  </a:lnTo>
                  <a:lnTo>
                    <a:pt x="459003" y="332232"/>
                  </a:lnTo>
                  <a:lnTo>
                    <a:pt x="458330" y="338582"/>
                  </a:lnTo>
                  <a:lnTo>
                    <a:pt x="483958" y="371665"/>
                  </a:lnTo>
                  <a:lnTo>
                    <a:pt x="514438" y="376834"/>
                  </a:lnTo>
                  <a:lnTo>
                    <a:pt x="524065" y="376110"/>
                  </a:lnTo>
                  <a:lnTo>
                    <a:pt x="532345" y="374167"/>
                  </a:lnTo>
                  <a:lnTo>
                    <a:pt x="539305" y="370967"/>
                  </a:lnTo>
                  <a:lnTo>
                    <a:pt x="544969" y="366547"/>
                  </a:lnTo>
                  <a:lnTo>
                    <a:pt x="547484" y="363220"/>
                  </a:lnTo>
                  <a:lnTo>
                    <a:pt x="549249" y="360895"/>
                  </a:lnTo>
                  <a:lnTo>
                    <a:pt x="552170" y="354025"/>
                  </a:lnTo>
                  <a:lnTo>
                    <a:pt x="553783" y="345948"/>
                  </a:lnTo>
                  <a:lnTo>
                    <a:pt x="554291" y="340614"/>
                  </a:lnTo>
                  <a:close/>
                </a:path>
                <a:path w="1275079" h="377189">
                  <a:moveTo>
                    <a:pt x="563562" y="238125"/>
                  </a:moveTo>
                  <a:lnTo>
                    <a:pt x="560133" y="237744"/>
                  </a:lnTo>
                  <a:lnTo>
                    <a:pt x="559244" y="240411"/>
                  </a:lnTo>
                  <a:lnTo>
                    <a:pt x="558228" y="242062"/>
                  </a:lnTo>
                  <a:lnTo>
                    <a:pt x="557339" y="242824"/>
                  </a:lnTo>
                  <a:lnTo>
                    <a:pt x="556450" y="243713"/>
                  </a:lnTo>
                  <a:lnTo>
                    <a:pt x="555307" y="244221"/>
                  </a:lnTo>
                  <a:lnTo>
                    <a:pt x="553783" y="244348"/>
                  </a:lnTo>
                  <a:lnTo>
                    <a:pt x="552386" y="244602"/>
                  </a:lnTo>
                  <a:lnTo>
                    <a:pt x="549719" y="244475"/>
                  </a:lnTo>
                  <a:lnTo>
                    <a:pt x="545655" y="244094"/>
                  </a:lnTo>
                  <a:lnTo>
                    <a:pt x="516318" y="241046"/>
                  </a:lnTo>
                  <a:lnTo>
                    <a:pt x="513270" y="241046"/>
                  </a:lnTo>
                  <a:lnTo>
                    <a:pt x="494601" y="261874"/>
                  </a:lnTo>
                  <a:lnTo>
                    <a:pt x="495617" y="266065"/>
                  </a:lnTo>
                  <a:lnTo>
                    <a:pt x="496506" y="268097"/>
                  </a:lnTo>
                  <a:lnTo>
                    <a:pt x="497776" y="270383"/>
                  </a:lnTo>
                  <a:lnTo>
                    <a:pt x="498919" y="272542"/>
                  </a:lnTo>
                  <a:lnTo>
                    <a:pt x="501205" y="275590"/>
                  </a:lnTo>
                  <a:lnTo>
                    <a:pt x="504380" y="279527"/>
                  </a:lnTo>
                  <a:lnTo>
                    <a:pt x="504380" y="279781"/>
                  </a:lnTo>
                  <a:lnTo>
                    <a:pt x="461327" y="275463"/>
                  </a:lnTo>
                  <a:lnTo>
                    <a:pt x="460844" y="279273"/>
                  </a:lnTo>
                  <a:lnTo>
                    <a:pt x="459930" y="296037"/>
                  </a:lnTo>
                  <a:lnTo>
                    <a:pt x="463486" y="296418"/>
                  </a:lnTo>
                  <a:lnTo>
                    <a:pt x="464121" y="294132"/>
                  </a:lnTo>
                  <a:lnTo>
                    <a:pt x="464629" y="292608"/>
                  </a:lnTo>
                  <a:lnTo>
                    <a:pt x="465645" y="290830"/>
                  </a:lnTo>
                  <a:lnTo>
                    <a:pt x="466280" y="290195"/>
                  </a:lnTo>
                  <a:lnTo>
                    <a:pt x="467042" y="289814"/>
                  </a:lnTo>
                  <a:lnTo>
                    <a:pt x="467677" y="289306"/>
                  </a:lnTo>
                  <a:lnTo>
                    <a:pt x="468693" y="289052"/>
                  </a:lnTo>
                  <a:lnTo>
                    <a:pt x="469963" y="288798"/>
                  </a:lnTo>
                  <a:lnTo>
                    <a:pt x="471233" y="288671"/>
                  </a:lnTo>
                  <a:lnTo>
                    <a:pt x="474408" y="288671"/>
                  </a:lnTo>
                  <a:lnTo>
                    <a:pt x="476186" y="288798"/>
                  </a:lnTo>
                  <a:lnTo>
                    <a:pt x="479234" y="289052"/>
                  </a:lnTo>
                  <a:lnTo>
                    <a:pt x="483552" y="289560"/>
                  </a:lnTo>
                  <a:lnTo>
                    <a:pt x="540575" y="295275"/>
                  </a:lnTo>
                  <a:lnTo>
                    <a:pt x="543623" y="295656"/>
                  </a:lnTo>
                  <a:lnTo>
                    <a:pt x="545909" y="295910"/>
                  </a:lnTo>
                  <a:lnTo>
                    <a:pt x="547433" y="296291"/>
                  </a:lnTo>
                  <a:lnTo>
                    <a:pt x="552259" y="299974"/>
                  </a:lnTo>
                  <a:lnTo>
                    <a:pt x="552767" y="300863"/>
                  </a:lnTo>
                  <a:lnTo>
                    <a:pt x="553148" y="302387"/>
                  </a:lnTo>
                  <a:lnTo>
                    <a:pt x="553402" y="304419"/>
                  </a:lnTo>
                  <a:lnTo>
                    <a:pt x="556831" y="304673"/>
                  </a:lnTo>
                  <a:lnTo>
                    <a:pt x="558406" y="288671"/>
                  </a:lnTo>
                  <a:lnTo>
                    <a:pt x="558863" y="284099"/>
                  </a:lnTo>
                  <a:lnTo>
                    <a:pt x="559498" y="277749"/>
                  </a:lnTo>
                  <a:lnTo>
                    <a:pt x="556196" y="277368"/>
                  </a:lnTo>
                  <a:lnTo>
                    <a:pt x="555078" y="280035"/>
                  </a:lnTo>
                  <a:lnTo>
                    <a:pt x="554799" y="280670"/>
                  </a:lnTo>
                  <a:lnTo>
                    <a:pt x="553529" y="282448"/>
                  </a:lnTo>
                  <a:lnTo>
                    <a:pt x="552640" y="283083"/>
                  </a:lnTo>
                  <a:lnTo>
                    <a:pt x="550862" y="283845"/>
                  </a:lnTo>
                  <a:lnTo>
                    <a:pt x="549719" y="283972"/>
                  </a:lnTo>
                  <a:lnTo>
                    <a:pt x="548322" y="283972"/>
                  </a:lnTo>
                  <a:lnTo>
                    <a:pt x="547052" y="284099"/>
                  </a:lnTo>
                  <a:lnTo>
                    <a:pt x="544766" y="283845"/>
                  </a:lnTo>
                  <a:lnTo>
                    <a:pt x="541718" y="283591"/>
                  </a:lnTo>
                  <a:lnTo>
                    <a:pt x="515683" y="280924"/>
                  </a:lnTo>
                  <a:lnTo>
                    <a:pt x="505650" y="274066"/>
                  </a:lnTo>
                  <a:lnTo>
                    <a:pt x="504253" y="272034"/>
                  </a:lnTo>
                  <a:lnTo>
                    <a:pt x="503237" y="270256"/>
                  </a:lnTo>
                  <a:lnTo>
                    <a:pt x="502221" y="267208"/>
                  </a:lnTo>
                  <a:lnTo>
                    <a:pt x="502348" y="263652"/>
                  </a:lnTo>
                  <a:lnTo>
                    <a:pt x="516318" y="253238"/>
                  </a:lnTo>
                  <a:lnTo>
                    <a:pt x="520890" y="253365"/>
                  </a:lnTo>
                  <a:lnTo>
                    <a:pt x="554926" y="258572"/>
                  </a:lnTo>
                  <a:lnTo>
                    <a:pt x="555561" y="259080"/>
                  </a:lnTo>
                  <a:lnTo>
                    <a:pt x="556069" y="259842"/>
                  </a:lnTo>
                  <a:lnTo>
                    <a:pt x="556450" y="260604"/>
                  </a:lnTo>
                  <a:lnTo>
                    <a:pt x="557085" y="262763"/>
                  </a:lnTo>
                  <a:lnTo>
                    <a:pt x="557466" y="264541"/>
                  </a:lnTo>
                  <a:lnTo>
                    <a:pt x="560768" y="264922"/>
                  </a:lnTo>
                  <a:lnTo>
                    <a:pt x="561975" y="253238"/>
                  </a:lnTo>
                  <a:lnTo>
                    <a:pt x="562876" y="244602"/>
                  </a:lnTo>
                  <a:lnTo>
                    <a:pt x="563562" y="238125"/>
                  </a:lnTo>
                  <a:close/>
                </a:path>
                <a:path w="1275079" h="377189">
                  <a:moveTo>
                    <a:pt x="571309" y="160528"/>
                  </a:moveTo>
                  <a:lnTo>
                    <a:pt x="567880" y="160147"/>
                  </a:lnTo>
                  <a:lnTo>
                    <a:pt x="567118" y="162560"/>
                  </a:lnTo>
                  <a:lnTo>
                    <a:pt x="566356" y="164211"/>
                  </a:lnTo>
                  <a:lnTo>
                    <a:pt x="561022" y="167640"/>
                  </a:lnTo>
                  <a:lnTo>
                    <a:pt x="559498" y="167513"/>
                  </a:lnTo>
                  <a:lnTo>
                    <a:pt x="557974" y="167513"/>
                  </a:lnTo>
                  <a:lnTo>
                    <a:pt x="555434" y="167386"/>
                  </a:lnTo>
                  <a:lnTo>
                    <a:pt x="505396" y="162306"/>
                  </a:lnTo>
                  <a:lnTo>
                    <a:pt x="503491" y="181737"/>
                  </a:lnTo>
                  <a:lnTo>
                    <a:pt x="506793" y="181991"/>
                  </a:lnTo>
                  <a:lnTo>
                    <a:pt x="507936" y="179070"/>
                  </a:lnTo>
                  <a:lnTo>
                    <a:pt x="508952" y="177546"/>
                  </a:lnTo>
                  <a:lnTo>
                    <a:pt x="514032" y="175387"/>
                  </a:lnTo>
                  <a:lnTo>
                    <a:pt x="516572" y="175387"/>
                  </a:lnTo>
                  <a:lnTo>
                    <a:pt x="555561" y="182753"/>
                  </a:lnTo>
                  <a:lnTo>
                    <a:pt x="557085" y="184912"/>
                  </a:lnTo>
                  <a:lnTo>
                    <a:pt x="558609" y="186944"/>
                  </a:lnTo>
                  <a:lnTo>
                    <a:pt x="559625" y="188849"/>
                  </a:lnTo>
                  <a:lnTo>
                    <a:pt x="560641" y="192151"/>
                  </a:lnTo>
                  <a:lnTo>
                    <a:pt x="560895" y="193929"/>
                  </a:lnTo>
                  <a:lnTo>
                    <a:pt x="560641" y="195580"/>
                  </a:lnTo>
                  <a:lnTo>
                    <a:pt x="560387" y="198247"/>
                  </a:lnTo>
                  <a:lnTo>
                    <a:pt x="559752" y="200279"/>
                  </a:lnTo>
                  <a:lnTo>
                    <a:pt x="557466" y="203073"/>
                  </a:lnTo>
                  <a:lnTo>
                    <a:pt x="556196" y="204089"/>
                  </a:lnTo>
                  <a:lnTo>
                    <a:pt x="554672" y="204724"/>
                  </a:lnTo>
                  <a:lnTo>
                    <a:pt x="553275" y="205486"/>
                  </a:lnTo>
                  <a:lnTo>
                    <a:pt x="551116" y="205867"/>
                  </a:lnTo>
                  <a:lnTo>
                    <a:pt x="545401" y="206121"/>
                  </a:lnTo>
                  <a:lnTo>
                    <a:pt x="541337" y="205867"/>
                  </a:lnTo>
                  <a:lnTo>
                    <a:pt x="501459" y="201930"/>
                  </a:lnTo>
                  <a:lnTo>
                    <a:pt x="499427" y="221234"/>
                  </a:lnTo>
                  <a:lnTo>
                    <a:pt x="502729" y="221615"/>
                  </a:lnTo>
                  <a:lnTo>
                    <a:pt x="503745" y="218821"/>
                  </a:lnTo>
                  <a:lnTo>
                    <a:pt x="504761" y="217170"/>
                  </a:lnTo>
                  <a:lnTo>
                    <a:pt x="505650" y="216408"/>
                  </a:lnTo>
                  <a:lnTo>
                    <a:pt x="506666" y="215646"/>
                  </a:lnTo>
                  <a:lnTo>
                    <a:pt x="507809" y="215138"/>
                  </a:lnTo>
                  <a:lnTo>
                    <a:pt x="510730" y="214884"/>
                  </a:lnTo>
                  <a:lnTo>
                    <a:pt x="513397" y="215011"/>
                  </a:lnTo>
                  <a:lnTo>
                    <a:pt x="548830" y="218567"/>
                  </a:lnTo>
                  <a:lnTo>
                    <a:pt x="553402" y="218313"/>
                  </a:lnTo>
                  <a:lnTo>
                    <a:pt x="556831" y="217424"/>
                  </a:lnTo>
                  <a:lnTo>
                    <a:pt x="560260" y="216408"/>
                  </a:lnTo>
                  <a:lnTo>
                    <a:pt x="562546" y="214884"/>
                  </a:lnTo>
                  <a:lnTo>
                    <a:pt x="562927" y="214630"/>
                  </a:lnTo>
                  <a:lnTo>
                    <a:pt x="566737" y="209550"/>
                  </a:lnTo>
                  <a:lnTo>
                    <a:pt x="567880" y="206248"/>
                  </a:lnTo>
                  <a:lnTo>
                    <a:pt x="567880" y="206121"/>
                  </a:lnTo>
                  <a:lnTo>
                    <a:pt x="568286" y="201930"/>
                  </a:lnTo>
                  <a:lnTo>
                    <a:pt x="558482" y="179832"/>
                  </a:lnTo>
                  <a:lnTo>
                    <a:pt x="558863" y="178816"/>
                  </a:lnTo>
                  <a:lnTo>
                    <a:pt x="570039" y="180340"/>
                  </a:lnTo>
                  <a:lnTo>
                    <a:pt x="570179" y="178816"/>
                  </a:lnTo>
                  <a:lnTo>
                    <a:pt x="570420" y="176276"/>
                  </a:lnTo>
                  <a:lnTo>
                    <a:pt x="570458" y="175387"/>
                  </a:lnTo>
                  <a:lnTo>
                    <a:pt x="570903" y="167640"/>
                  </a:lnTo>
                  <a:lnTo>
                    <a:pt x="571309" y="160528"/>
                  </a:lnTo>
                  <a:close/>
                </a:path>
                <a:path w="1275079" h="377189">
                  <a:moveTo>
                    <a:pt x="579183" y="82550"/>
                  </a:moveTo>
                  <a:lnTo>
                    <a:pt x="575881" y="82169"/>
                  </a:lnTo>
                  <a:lnTo>
                    <a:pt x="575119" y="84328"/>
                  </a:lnTo>
                  <a:lnTo>
                    <a:pt x="574357" y="85725"/>
                  </a:lnTo>
                  <a:lnTo>
                    <a:pt x="573722" y="86487"/>
                  </a:lnTo>
                  <a:lnTo>
                    <a:pt x="573214" y="87376"/>
                  </a:lnTo>
                  <a:lnTo>
                    <a:pt x="572452" y="88011"/>
                  </a:lnTo>
                  <a:lnTo>
                    <a:pt x="571690" y="88265"/>
                  </a:lnTo>
                  <a:lnTo>
                    <a:pt x="570801" y="88646"/>
                  </a:lnTo>
                  <a:lnTo>
                    <a:pt x="569658" y="88900"/>
                  </a:lnTo>
                  <a:lnTo>
                    <a:pt x="568261" y="88900"/>
                  </a:lnTo>
                  <a:lnTo>
                    <a:pt x="566864" y="89027"/>
                  </a:lnTo>
                  <a:lnTo>
                    <a:pt x="564578" y="88900"/>
                  </a:lnTo>
                  <a:lnTo>
                    <a:pt x="561403" y="88519"/>
                  </a:lnTo>
                  <a:lnTo>
                    <a:pt x="531939" y="85598"/>
                  </a:lnTo>
                  <a:lnTo>
                    <a:pt x="528891" y="85471"/>
                  </a:lnTo>
                  <a:lnTo>
                    <a:pt x="523811" y="85979"/>
                  </a:lnTo>
                  <a:lnTo>
                    <a:pt x="521652" y="86487"/>
                  </a:lnTo>
                  <a:lnTo>
                    <a:pt x="519874" y="87249"/>
                  </a:lnTo>
                  <a:lnTo>
                    <a:pt x="517969" y="88011"/>
                  </a:lnTo>
                  <a:lnTo>
                    <a:pt x="510349" y="106426"/>
                  </a:lnTo>
                  <a:lnTo>
                    <a:pt x="510984" y="108585"/>
                  </a:lnTo>
                  <a:lnTo>
                    <a:pt x="511492" y="110744"/>
                  </a:lnTo>
                  <a:lnTo>
                    <a:pt x="512381" y="113030"/>
                  </a:lnTo>
                  <a:lnTo>
                    <a:pt x="514921" y="117348"/>
                  </a:lnTo>
                  <a:lnTo>
                    <a:pt x="517080" y="120396"/>
                  </a:lnTo>
                  <a:lnTo>
                    <a:pt x="520128" y="124079"/>
                  </a:lnTo>
                  <a:lnTo>
                    <a:pt x="519747" y="124968"/>
                  </a:lnTo>
                  <a:lnTo>
                    <a:pt x="508698" y="123063"/>
                  </a:lnTo>
                  <a:lnTo>
                    <a:pt x="508317" y="127254"/>
                  </a:lnTo>
                  <a:lnTo>
                    <a:pt x="507301" y="143256"/>
                  </a:lnTo>
                  <a:lnTo>
                    <a:pt x="510984" y="143637"/>
                  </a:lnTo>
                  <a:lnTo>
                    <a:pt x="511492" y="141605"/>
                  </a:lnTo>
                  <a:lnTo>
                    <a:pt x="512127" y="140081"/>
                  </a:lnTo>
                  <a:lnTo>
                    <a:pt x="512762" y="139065"/>
                  </a:lnTo>
                  <a:lnTo>
                    <a:pt x="513397" y="137922"/>
                  </a:lnTo>
                  <a:lnTo>
                    <a:pt x="514286" y="137287"/>
                  </a:lnTo>
                  <a:lnTo>
                    <a:pt x="515429" y="136779"/>
                  </a:lnTo>
                  <a:lnTo>
                    <a:pt x="516445" y="136398"/>
                  </a:lnTo>
                  <a:lnTo>
                    <a:pt x="517969" y="136144"/>
                  </a:lnTo>
                  <a:lnTo>
                    <a:pt x="521525" y="136398"/>
                  </a:lnTo>
                  <a:lnTo>
                    <a:pt x="523811" y="136525"/>
                  </a:lnTo>
                  <a:lnTo>
                    <a:pt x="561911" y="140589"/>
                  </a:lnTo>
                  <a:lnTo>
                    <a:pt x="568134" y="144653"/>
                  </a:lnTo>
                  <a:lnTo>
                    <a:pt x="568515" y="145415"/>
                  </a:lnTo>
                  <a:lnTo>
                    <a:pt x="568896" y="146685"/>
                  </a:lnTo>
                  <a:lnTo>
                    <a:pt x="569150" y="148590"/>
                  </a:lnTo>
                  <a:lnTo>
                    <a:pt x="572579" y="148844"/>
                  </a:lnTo>
                  <a:lnTo>
                    <a:pt x="573849" y="136144"/>
                  </a:lnTo>
                  <a:lnTo>
                    <a:pt x="574598" y="128651"/>
                  </a:lnTo>
                  <a:lnTo>
                    <a:pt x="575246" y="122174"/>
                  </a:lnTo>
                  <a:lnTo>
                    <a:pt x="571944" y="121920"/>
                  </a:lnTo>
                  <a:lnTo>
                    <a:pt x="571055" y="124079"/>
                  </a:lnTo>
                  <a:lnTo>
                    <a:pt x="570166" y="125730"/>
                  </a:lnTo>
                  <a:lnTo>
                    <a:pt x="569277" y="126619"/>
                  </a:lnTo>
                  <a:lnTo>
                    <a:pt x="568388" y="127635"/>
                  </a:lnTo>
                  <a:lnTo>
                    <a:pt x="567245" y="128143"/>
                  </a:lnTo>
                  <a:lnTo>
                    <a:pt x="564070" y="128651"/>
                  </a:lnTo>
                  <a:lnTo>
                    <a:pt x="561403" y="128524"/>
                  </a:lnTo>
                  <a:lnTo>
                    <a:pt x="532066" y="125476"/>
                  </a:lnTo>
                  <a:lnTo>
                    <a:pt x="529907" y="125349"/>
                  </a:lnTo>
                  <a:lnTo>
                    <a:pt x="528764" y="124968"/>
                  </a:lnTo>
                  <a:lnTo>
                    <a:pt x="528002" y="124714"/>
                  </a:lnTo>
                  <a:lnTo>
                    <a:pt x="526351" y="123698"/>
                  </a:lnTo>
                  <a:lnTo>
                    <a:pt x="518604" y="113411"/>
                  </a:lnTo>
                  <a:lnTo>
                    <a:pt x="517969" y="111760"/>
                  </a:lnTo>
                  <a:lnTo>
                    <a:pt x="517969" y="108204"/>
                  </a:lnTo>
                  <a:lnTo>
                    <a:pt x="518223" y="106426"/>
                  </a:lnTo>
                  <a:lnTo>
                    <a:pt x="523557" y="99314"/>
                  </a:lnTo>
                  <a:lnTo>
                    <a:pt x="524446" y="98806"/>
                  </a:lnTo>
                  <a:lnTo>
                    <a:pt x="525843" y="98425"/>
                  </a:lnTo>
                  <a:lnTo>
                    <a:pt x="529272" y="97917"/>
                  </a:lnTo>
                  <a:lnTo>
                    <a:pt x="531431" y="97790"/>
                  </a:lnTo>
                  <a:lnTo>
                    <a:pt x="533971" y="97917"/>
                  </a:lnTo>
                  <a:lnTo>
                    <a:pt x="536638" y="97917"/>
                  </a:lnTo>
                  <a:lnTo>
                    <a:pt x="542734" y="98425"/>
                  </a:lnTo>
                  <a:lnTo>
                    <a:pt x="560514" y="100330"/>
                  </a:lnTo>
                  <a:lnTo>
                    <a:pt x="563562" y="100584"/>
                  </a:lnTo>
                  <a:lnTo>
                    <a:pt x="565848" y="100965"/>
                  </a:lnTo>
                  <a:lnTo>
                    <a:pt x="567372" y="101473"/>
                  </a:lnTo>
                  <a:lnTo>
                    <a:pt x="568896" y="101854"/>
                  </a:lnTo>
                  <a:lnTo>
                    <a:pt x="573214" y="109093"/>
                  </a:lnTo>
                  <a:lnTo>
                    <a:pt x="576516" y="109347"/>
                  </a:lnTo>
                  <a:lnTo>
                    <a:pt x="577659" y="97790"/>
                  </a:lnTo>
                  <a:lnTo>
                    <a:pt x="578535" y="89027"/>
                  </a:lnTo>
                  <a:lnTo>
                    <a:pt x="579183" y="82550"/>
                  </a:lnTo>
                  <a:close/>
                </a:path>
                <a:path w="1275079" h="377189">
                  <a:moveTo>
                    <a:pt x="587184" y="4318"/>
                  </a:moveTo>
                  <a:lnTo>
                    <a:pt x="583755" y="4076"/>
                  </a:lnTo>
                  <a:lnTo>
                    <a:pt x="583120" y="6096"/>
                  </a:lnTo>
                  <a:lnTo>
                    <a:pt x="581977" y="8013"/>
                  </a:lnTo>
                  <a:lnTo>
                    <a:pt x="578802" y="11430"/>
                  </a:lnTo>
                  <a:lnTo>
                    <a:pt x="576389" y="13208"/>
                  </a:lnTo>
                  <a:lnTo>
                    <a:pt x="545528" y="32258"/>
                  </a:lnTo>
                  <a:lnTo>
                    <a:pt x="539597" y="24650"/>
                  </a:lnTo>
                  <a:lnTo>
                    <a:pt x="525208" y="254"/>
                  </a:lnTo>
                  <a:lnTo>
                    <a:pt x="521779" y="0"/>
                  </a:lnTo>
                  <a:lnTo>
                    <a:pt x="518858" y="29337"/>
                  </a:lnTo>
                  <a:lnTo>
                    <a:pt x="522160" y="29591"/>
                  </a:lnTo>
                  <a:lnTo>
                    <a:pt x="522668" y="27825"/>
                  </a:lnTo>
                  <a:lnTo>
                    <a:pt x="523303" y="26416"/>
                  </a:lnTo>
                  <a:lnTo>
                    <a:pt x="525081" y="24892"/>
                  </a:lnTo>
                  <a:lnTo>
                    <a:pt x="526097" y="24650"/>
                  </a:lnTo>
                  <a:lnTo>
                    <a:pt x="527494" y="24777"/>
                  </a:lnTo>
                  <a:lnTo>
                    <a:pt x="533844" y="28194"/>
                  </a:lnTo>
                  <a:lnTo>
                    <a:pt x="535114" y="29337"/>
                  </a:lnTo>
                  <a:lnTo>
                    <a:pt x="538289" y="33413"/>
                  </a:lnTo>
                  <a:lnTo>
                    <a:pt x="540321" y="36068"/>
                  </a:lnTo>
                  <a:lnTo>
                    <a:pt x="541845" y="38239"/>
                  </a:lnTo>
                  <a:lnTo>
                    <a:pt x="542671" y="39763"/>
                  </a:lnTo>
                  <a:lnTo>
                    <a:pt x="543496" y="41148"/>
                  </a:lnTo>
                  <a:lnTo>
                    <a:pt x="544131" y="42418"/>
                  </a:lnTo>
                  <a:lnTo>
                    <a:pt x="544385" y="43700"/>
                  </a:lnTo>
                  <a:lnTo>
                    <a:pt x="544512" y="47371"/>
                  </a:lnTo>
                  <a:lnTo>
                    <a:pt x="544258" y="49530"/>
                  </a:lnTo>
                  <a:lnTo>
                    <a:pt x="484695" y="43561"/>
                  </a:lnTo>
                  <a:lnTo>
                    <a:pt x="484327" y="47371"/>
                  </a:lnTo>
                  <a:lnTo>
                    <a:pt x="483298" y="64135"/>
                  </a:lnTo>
                  <a:lnTo>
                    <a:pt x="486854" y="64516"/>
                  </a:lnTo>
                  <a:lnTo>
                    <a:pt x="487489" y="62230"/>
                  </a:lnTo>
                  <a:lnTo>
                    <a:pt x="488124" y="60579"/>
                  </a:lnTo>
                  <a:lnTo>
                    <a:pt x="488632" y="59817"/>
                  </a:lnTo>
                  <a:lnTo>
                    <a:pt x="489140" y="58928"/>
                  </a:lnTo>
                  <a:lnTo>
                    <a:pt x="489648" y="58293"/>
                  </a:lnTo>
                  <a:lnTo>
                    <a:pt x="496125" y="56642"/>
                  </a:lnTo>
                  <a:lnTo>
                    <a:pt x="502602" y="57162"/>
                  </a:lnTo>
                  <a:lnTo>
                    <a:pt x="506920" y="57658"/>
                  </a:lnTo>
                  <a:lnTo>
                    <a:pt x="566483" y="63639"/>
                  </a:lnTo>
                  <a:lnTo>
                    <a:pt x="568388" y="63881"/>
                  </a:lnTo>
                  <a:lnTo>
                    <a:pt x="569912" y="64262"/>
                  </a:lnTo>
                  <a:lnTo>
                    <a:pt x="571436" y="64516"/>
                  </a:lnTo>
                  <a:lnTo>
                    <a:pt x="575500" y="67576"/>
                  </a:lnTo>
                  <a:lnTo>
                    <a:pt x="576135" y="68453"/>
                  </a:lnTo>
                  <a:lnTo>
                    <a:pt x="576516" y="70104"/>
                  </a:lnTo>
                  <a:lnTo>
                    <a:pt x="576897" y="72517"/>
                  </a:lnTo>
                  <a:lnTo>
                    <a:pt x="580199" y="72771"/>
                  </a:lnTo>
                  <a:lnTo>
                    <a:pt x="581863" y="56642"/>
                  </a:lnTo>
                  <a:lnTo>
                    <a:pt x="582320" y="52197"/>
                  </a:lnTo>
                  <a:lnTo>
                    <a:pt x="582993" y="45720"/>
                  </a:lnTo>
                  <a:lnTo>
                    <a:pt x="579564" y="45466"/>
                  </a:lnTo>
                  <a:lnTo>
                    <a:pt x="578802" y="47637"/>
                  </a:lnTo>
                  <a:lnTo>
                    <a:pt x="577913" y="49288"/>
                  </a:lnTo>
                  <a:lnTo>
                    <a:pt x="577024" y="50177"/>
                  </a:lnTo>
                  <a:lnTo>
                    <a:pt x="576135" y="51181"/>
                  </a:lnTo>
                  <a:lnTo>
                    <a:pt x="574865" y="51701"/>
                  </a:lnTo>
                  <a:lnTo>
                    <a:pt x="571817" y="52197"/>
                  </a:lnTo>
                  <a:lnTo>
                    <a:pt x="569023" y="52070"/>
                  </a:lnTo>
                  <a:lnTo>
                    <a:pt x="548830" y="50050"/>
                  </a:lnTo>
                  <a:lnTo>
                    <a:pt x="551497" y="41414"/>
                  </a:lnTo>
                  <a:lnTo>
                    <a:pt x="552132" y="40767"/>
                  </a:lnTo>
                  <a:lnTo>
                    <a:pt x="578167" y="26301"/>
                  </a:lnTo>
                  <a:lnTo>
                    <a:pt x="578802" y="26416"/>
                  </a:lnTo>
                  <a:lnTo>
                    <a:pt x="579691" y="26543"/>
                  </a:lnTo>
                  <a:lnTo>
                    <a:pt x="581215" y="30099"/>
                  </a:lnTo>
                  <a:lnTo>
                    <a:pt x="584517" y="30480"/>
                  </a:lnTo>
                  <a:lnTo>
                    <a:pt x="584936" y="26301"/>
                  </a:lnTo>
                  <a:lnTo>
                    <a:pt x="587184" y="4318"/>
                  </a:lnTo>
                  <a:close/>
                </a:path>
                <a:path w="1275079" h="377189">
                  <a:moveTo>
                    <a:pt x="783399" y="340614"/>
                  </a:moveTo>
                  <a:lnTo>
                    <a:pt x="783323" y="326009"/>
                  </a:lnTo>
                  <a:lnTo>
                    <a:pt x="782891" y="322199"/>
                  </a:lnTo>
                  <a:lnTo>
                    <a:pt x="782256" y="317754"/>
                  </a:lnTo>
                  <a:lnTo>
                    <a:pt x="762698" y="315849"/>
                  </a:lnTo>
                  <a:lnTo>
                    <a:pt x="762063" y="322580"/>
                  </a:lnTo>
                  <a:lnTo>
                    <a:pt x="766381" y="324485"/>
                  </a:lnTo>
                  <a:lnTo>
                    <a:pt x="769683" y="326390"/>
                  </a:lnTo>
                  <a:lnTo>
                    <a:pt x="771842" y="328168"/>
                  </a:lnTo>
                  <a:lnTo>
                    <a:pt x="774001" y="330073"/>
                  </a:lnTo>
                  <a:lnTo>
                    <a:pt x="775525" y="332232"/>
                  </a:lnTo>
                  <a:lnTo>
                    <a:pt x="776287" y="334645"/>
                  </a:lnTo>
                  <a:lnTo>
                    <a:pt x="777176" y="337185"/>
                  </a:lnTo>
                  <a:lnTo>
                    <a:pt x="777252" y="340614"/>
                  </a:lnTo>
                  <a:lnTo>
                    <a:pt x="776922" y="343916"/>
                  </a:lnTo>
                  <a:lnTo>
                    <a:pt x="776541" y="348869"/>
                  </a:lnTo>
                  <a:lnTo>
                    <a:pt x="774509" y="352806"/>
                  </a:lnTo>
                  <a:lnTo>
                    <a:pt x="767397" y="358902"/>
                  </a:lnTo>
                  <a:lnTo>
                    <a:pt x="762317" y="360934"/>
                  </a:lnTo>
                  <a:lnTo>
                    <a:pt x="749490" y="363220"/>
                  </a:lnTo>
                  <a:lnTo>
                    <a:pt x="741743" y="363220"/>
                  </a:lnTo>
                  <a:lnTo>
                    <a:pt x="704532" y="354203"/>
                  </a:lnTo>
                  <a:lnTo>
                    <a:pt x="697420" y="346964"/>
                  </a:lnTo>
                  <a:lnTo>
                    <a:pt x="694626" y="342900"/>
                  </a:lnTo>
                  <a:lnTo>
                    <a:pt x="693483" y="338582"/>
                  </a:lnTo>
                  <a:lnTo>
                    <a:pt x="693991" y="333883"/>
                  </a:lnTo>
                  <a:lnTo>
                    <a:pt x="694245" y="330835"/>
                  </a:lnTo>
                  <a:lnTo>
                    <a:pt x="711771" y="317500"/>
                  </a:lnTo>
                  <a:lnTo>
                    <a:pt x="712406" y="310769"/>
                  </a:lnTo>
                  <a:lnTo>
                    <a:pt x="688111" y="332232"/>
                  </a:lnTo>
                  <a:lnTo>
                    <a:pt x="687438" y="338582"/>
                  </a:lnTo>
                  <a:lnTo>
                    <a:pt x="713066" y="371665"/>
                  </a:lnTo>
                  <a:lnTo>
                    <a:pt x="743546" y="376834"/>
                  </a:lnTo>
                  <a:lnTo>
                    <a:pt x="753173" y="376110"/>
                  </a:lnTo>
                  <a:lnTo>
                    <a:pt x="761453" y="374167"/>
                  </a:lnTo>
                  <a:lnTo>
                    <a:pt x="768413" y="370967"/>
                  </a:lnTo>
                  <a:lnTo>
                    <a:pt x="774077" y="366547"/>
                  </a:lnTo>
                  <a:lnTo>
                    <a:pt x="776579" y="363220"/>
                  </a:lnTo>
                  <a:lnTo>
                    <a:pt x="778344" y="360895"/>
                  </a:lnTo>
                  <a:lnTo>
                    <a:pt x="781227" y="354025"/>
                  </a:lnTo>
                  <a:lnTo>
                    <a:pt x="782764" y="345948"/>
                  </a:lnTo>
                  <a:lnTo>
                    <a:pt x="783399" y="340614"/>
                  </a:lnTo>
                  <a:close/>
                </a:path>
                <a:path w="1275079" h="377189">
                  <a:moveTo>
                    <a:pt x="792670" y="238125"/>
                  </a:moveTo>
                  <a:lnTo>
                    <a:pt x="789241" y="237744"/>
                  </a:lnTo>
                  <a:lnTo>
                    <a:pt x="788352" y="240411"/>
                  </a:lnTo>
                  <a:lnTo>
                    <a:pt x="787336" y="242062"/>
                  </a:lnTo>
                  <a:lnTo>
                    <a:pt x="786447" y="242824"/>
                  </a:lnTo>
                  <a:lnTo>
                    <a:pt x="785558" y="243713"/>
                  </a:lnTo>
                  <a:lnTo>
                    <a:pt x="784415" y="244221"/>
                  </a:lnTo>
                  <a:lnTo>
                    <a:pt x="782891" y="244348"/>
                  </a:lnTo>
                  <a:lnTo>
                    <a:pt x="781494" y="244602"/>
                  </a:lnTo>
                  <a:lnTo>
                    <a:pt x="778827" y="244475"/>
                  </a:lnTo>
                  <a:lnTo>
                    <a:pt x="774763" y="244094"/>
                  </a:lnTo>
                  <a:lnTo>
                    <a:pt x="745426" y="241046"/>
                  </a:lnTo>
                  <a:lnTo>
                    <a:pt x="742378" y="241046"/>
                  </a:lnTo>
                  <a:lnTo>
                    <a:pt x="723709" y="261874"/>
                  </a:lnTo>
                  <a:lnTo>
                    <a:pt x="724725" y="266065"/>
                  </a:lnTo>
                  <a:lnTo>
                    <a:pt x="725614" y="268097"/>
                  </a:lnTo>
                  <a:lnTo>
                    <a:pt x="726884" y="270383"/>
                  </a:lnTo>
                  <a:lnTo>
                    <a:pt x="728027" y="272542"/>
                  </a:lnTo>
                  <a:lnTo>
                    <a:pt x="730313" y="275590"/>
                  </a:lnTo>
                  <a:lnTo>
                    <a:pt x="733488" y="279527"/>
                  </a:lnTo>
                  <a:lnTo>
                    <a:pt x="733488" y="279781"/>
                  </a:lnTo>
                  <a:lnTo>
                    <a:pt x="690435" y="275463"/>
                  </a:lnTo>
                  <a:lnTo>
                    <a:pt x="689952" y="279273"/>
                  </a:lnTo>
                  <a:lnTo>
                    <a:pt x="689038" y="296037"/>
                  </a:lnTo>
                  <a:lnTo>
                    <a:pt x="692594" y="296418"/>
                  </a:lnTo>
                  <a:lnTo>
                    <a:pt x="693229" y="294132"/>
                  </a:lnTo>
                  <a:lnTo>
                    <a:pt x="693737" y="292608"/>
                  </a:lnTo>
                  <a:lnTo>
                    <a:pt x="694753" y="290830"/>
                  </a:lnTo>
                  <a:lnTo>
                    <a:pt x="695388" y="290195"/>
                  </a:lnTo>
                  <a:lnTo>
                    <a:pt x="696150" y="289814"/>
                  </a:lnTo>
                  <a:lnTo>
                    <a:pt x="696785" y="289306"/>
                  </a:lnTo>
                  <a:lnTo>
                    <a:pt x="697801" y="289052"/>
                  </a:lnTo>
                  <a:lnTo>
                    <a:pt x="699071" y="288798"/>
                  </a:lnTo>
                  <a:lnTo>
                    <a:pt x="700341" y="288671"/>
                  </a:lnTo>
                  <a:lnTo>
                    <a:pt x="703516" y="288671"/>
                  </a:lnTo>
                  <a:lnTo>
                    <a:pt x="705294" y="288798"/>
                  </a:lnTo>
                  <a:lnTo>
                    <a:pt x="708215" y="289052"/>
                  </a:lnTo>
                  <a:lnTo>
                    <a:pt x="712660" y="289560"/>
                  </a:lnTo>
                  <a:lnTo>
                    <a:pt x="769683" y="295275"/>
                  </a:lnTo>
                  <a:lnTo>
                    <a:pt x="772731" y="295656"/>
                  </a:lnTo>
                  <a:lnTo>
                    <a:pt x="775017" y="295910"/>
                  </a:lnTo>
                  <a:lnTo>
                    <a:pt x="776541" y="296291"/>
                  </a:lnTo>
                  <a:lnTo>
                    <a:pt x="781367" y="299974"/>
                  </a:lnTo>
                  <a:lnTo>
                    <a:pt x="781875" y="300863"/>
                  </a:lnTo>
                  <a:lnTo>
                    <a:pt x="782256" y="302387"/>
                  </a:lnTo>
                  <a:lnTo>
                    <a:pt x="782510" y="304419"/>
                  </a:lnTo>
                  <a:lnTo>
                    <a:pt x="785939" y="304673"/>
                  </a:lnTo>
                  <a:lnTo>
                    <a:pt x="787514" y="288671"/>
                  </a:lnTo>
                  <a:lnTo>
                    <a:pt x="787971" y="284099"/>
                  </a:lnTo>
                  <a:lnTo>
                    <a:pt x="788606" y="277749"/>
                  </a:lnTo>
                  <a:lnTo>
                    <a:pt x="785304" y="277368"/>
                  </a:lnTo>
                  <a:lnTo>
                    <a:pt x="784186" y="280035"/>
                  </a:lnTo>
                  <a:lnTo>
                    <a:pt x="783907" y="280670"/>
                  </a:lnTo>
                  <a:lnTo>
                    <a:pt x="782637" y="282448"/>
                  </a:lnTo>
                  <a:lnTo>
                    <a:pt x="781748" y="283083"/>
                  </a:lnTo>
                  <a:lnTo>
                    <a:pt x="779970" y="283845"/>
                  </a:lnTo>
                  <a:lnTo>
                    <a:pt x="778827" y="283972"/>
                  </a:lnTo>
                  <a:lnTo>
                    <a:pt x="777430" y="283972"/>
                  </a:lnTo>
                  <a:lnTo>
                    <a:pt x="776160" y="284099"/>
                  </a:lnTo>
                  <a:lnTo>
                    <a:pt x="773874" y="283845"/>
                  </a:lnTo>
                  <a:lnTo>
                    <a:pt x="770826" y="283591"/>
                  </a:lnTo>
                  <a:lnTo>
                    <a:pt x="744791" y="280924"/>
                  </a:lnTo>
                  <a:lnTo>
                    <a:pt x="734758" y="274066"/>
                  </a:lnTo>
                  <a:lnTo>
                    <a:pt x="733361" y="272034"/>
                  </a:lnTo>
                  <a:lnTo>
                    <a:pt x="732345" y="270256"/>
                  </a:lnTo>
                  <a:lnTo>
                    <a:pt x="731329" y="267208"/>
                  </a:lnTo>
                  <a:lnTo>
                    <a:pt x="731240" y="266065"/>
                  </a:lnTo>
                  <a:lnTo>
                    <a:pt x="731329" y="264541"/>
                  </a:lnTo>
                  <a:lnTo>
                    <a:pt x="731456" y="263652"/>
                  </a:lnTo>
                  <a:lnTo>
                    <a:pt x="731710" y="260477"/>
                  </a:lnTo>
                  <a:lnTo>
                    <a:pt x="745426" y="253238"/>
                  </a:lnTo>
                  <a:lnTo>
                    <a:pt x="749998" y="253365"/>
                  </a:lnTo>
                  <a:lnTo>
                    <a:pt x="784034" y="258572"/>
                  </a:lnTo>
                  <a:lnTo>
                    <a:pt x="784669" y="259080"/>
                  </a:lnTo>
                  <a:lnTo>
                    <a:pt x="785177" y="259842"/>
                  </a:lnTo>
                  <a:lnTo>
                    <a:pt x="785558" y="260604"/>
                  </a:lnTo>
                  <a:lnTo>
                    <a:pt x="786193" y="262763"/>
                  </a:lnTo>
                  <a:lnTo>
                    <a:pt x="786574" y="264541"/>
                  </a:lnTo>
                  <a:lnTo>
                    <a:pt x="789876" y="264922"/>
                  </a:lnTo>
                  <a:lnTo>
                    <a:pt x="791083" y="253238"/>
                  </a:lnTo>
                  <a:lnTo>
                    <a:pt x="791984" y="244602"/>
                  </a:lnTo>
                  <a:lnTo>
                    <a:pt x="792670" y="238125"/>
                  </a:lnTo>
                  <a:close/>
                </a:path>
                <a:path w="1275079" h="377189">
                  <a:moveTo>
                    <a:pt x="800417" y="160528"/>
                  </a:moveTo>
                  <a:lnTo>
                    <a:pt x="796861" y="160147"/>
                  </a:lnTo>
                  <a:lnTo>
                    <a:pt x="796226" y="162560"/>
                  </a:lnTo>
                  <a:lnTo>
                    <a:pt x="795464" y="164211"/>
                  </a:lnTo>
                  <a:lnTo>
                    <a:pt x="790130" y="167640"/>
                  </a:lnTo>
                  <a:lnTo>
                    <a:pt x="788606" y="167513"/>
                  </a:lnTo>
                  <a:lnTo>
                    <a:pt x="787082" y="167513"/>
                  </a:lnTo>
                  <a:lnTo>
                    <a:pt x="784542" y="167386"/>
                  </a:lnTo>
                  <a:lnTo>
                    <a:pt x="734504" y="162306"/>
                  </a:lnTo>
                  <a:lnTo>
                    <a:pt x="732599" y="181737"/>
                  </a:lnTo>
                  <a:lnTo>
                    <a:pt x="735901" y="181991"/>
                  </a:lnTo>
                  <a:lnTo>
                    <a:pt x="737044" y="179070"/>
                  </a:lnTo>
                  <a:lnTo>
                    <a:pt x="738060" y="177546"/>
                  </a:lnTo>
                  <a:lnTo>
                    <a:pt x="743013" y="175387"/>
                  </a:lnTo>
                  <a:lnTo>
                    <a:pt x="745680" y="175387"/>
                  </a:lnTo>
                  <a:lnTo>
                    <a:pt x="781494" y="180213"/>
                  </a:lnTo>
                  <a:lnTo>
                    <a:pt x="783145" y="181229"/>
                  </a:lnTo>
                  <a:lnTo>
                    <a:pt x="784669" y="182753"/>
                  </a:lnTo>
                  <a:lnTo>
                    <a:pt x="786193" y="184912"/>
                  </a:lnTo>
                  <a:lnTo>
                    <a:pt x="787717" y="186944"/>
                  </a:lnTo>
                  <a:lnTo>
                    <a:pt x="788733" y="188849"/>
                  </a:lnTo>
                  <a:lnTo>
                    <a:pt x="789749" y="192151"/>
                  </a:lnTo>
                  <a:lnTo>
                    <a:pt x="790003" y="193929"/>
                  </a:lnTo>
                  <a:lnTo>
                    <a:pt x="789749" y="195580"/>
                  </a:lnTo>
                  <a:lnTo>
                    <a:pt x="789495" y="198247"/>
                  </a:lnTo>
                  <a:lnTo>
                    <a:pt x="788860" y="200279"/>
                  </a:lnTo>
                  <a:lnTo>
                    <a:pt x="786574" y="203073"/>
                  </a:lnTo>
                  <a:lnTo>
                    <a:pt x="785304" y="204089"/>
                  </a:lnTo>
                  <a:lnTo>
                    <a:pt x="783780" y="204724"/>
                  </a:lnTo>
                  <a:lnTo>
                    <a:pt x="782383" y="205486"/>
                  </a:lnTo>
                  <a:lnTo>
                    <a:pt x="780224" y="205867"/>
                  </a:lnTo>
                  <a:lnTo>
                    <a:pt x="774509" y="206121"/>
                  </a:lnTo>
                  <a:lnTo>
                    <a:pt x="770445" y="205867"/>
                  </a:lnTo>
                  <a:lnTo>
                    <a:pt x="730567" y="201930"/>
                  </a:lnTo>
                  <a:lnTo>
                    <a:pt x="728535" y="221234"/>
                  </a:lnTo>
                  <a:lnTo>
                    <a:pt x="731837" y="221615"/>
                  </a:lnTo>
                  <a:lnTo>
                    <a:pt x="732853" y="218821"/>
                  </a:lnTo>
                  <a:lnTo>
                    <a:pt x="733869" y="217170"/>
                  </a:lnTo>
                  <a:lnTo>
                    <a:pt x="734758" y="216408"/>
                  </a:lnTo>
                  <a:lnTo>
                    <a:pt x="735774" y="215646"/>
                  </a:lnTo>
                  <a:lnTo>
                    <a:pt x="736917" y="215138"/>
                  </a:lnTo>
                  <a:lnTo>
                    <a:pt x="739838" y="214884"/>
                  </a:lnTo>
                  <a:lnTo>
                    <a:pt x="742505" y="215011"/>
                  </a:lnTo>
                  <a:lnTo>
                    <a:pt x="777938" y="218567"/>
                  </a:lnTo>
                  <a:lnTo>
                    <a:pt x="782510" y="218313"/>
                  </a:lnTo>
                  <a:lnTo>
                    <a:pt x="785939" y="217424"/>
                  </a:lnTo>
                  <a:lnTo>
                    <a:pt x="789368" y="216408"/>
                  </a:lnTo>
                  <a:lnTo>
                    <a:pt x="791654" y="214884"/>
                  </a:lnTo>
                  <a:lnTo>
                    <a:pt x="792035" y="214630"/>
                  </a:lnTo>
                  <a:lnTo>
                    <a:pt x="795845" y="209550"/>
                  </a:lnTo>
                  <a:lnTo>
                    <a:pt x="796988" y="206248"/>
                  </a:lnTo>
                  <a:lnTo>
                    <a:pt x="796988" y="206121"/>
                  </a:lnTo>
                  <a:lnTo>
                    <a:pt x="797394" y="201930"/>
                  </a:lnTo>
                  <a:lnTo>
                    <a:pt x="787590" y="179832"/>
                  </a:lnTo>
                  <a:lnTo>
                    <a:pt x="787971" y="178816"/>
                  </a:lnTo>
                  <a:lnTo>
                    <a:pt x="799147" y="180340"/>
                  </a:lnTo>
                  <a:lnTo>
                    <a:pt x="799287" y="178816"/>
                  </a:lnTo>
                  <a:lnTo>
                    <a:pt x="799528" y="176276"/>
                  </a:lnTo>
                  <a:lnTo>
                    <a:pt x="799566" y="175387"/>
                  </a:lnTo>
                  <a:lnTo>
                    <a:pt x="800011" y="167640"/>
                  </a:lnTo>
                  <a:lnTo>
                    <a:pt x="800417" y="160528"/>
                  </a:lnTo>
                  <a:close/>
                </a:path>
                <a:path w="1275079" h="377189">
                  <a:moveTo>
                    <a:pt x="808291" y="82550"/>
                  </a:moveTo>
                  <a:lnTo>
                    <a:pt x="804989" y="82169"/>
                  </a:lnTo>
                  <a:lnTo>
                    <a:pt x="804227" y="84328"/>
                  </a:lnTo>
                  <a:lnTo>
                    <a:pt x="803465" y="85725"/>
                  </a:lnTo>
                  <a:lnTo>
                    <a:pt x="802830" y="86487"/>
                  </a:lnTo>
                  <a:lnTo>
                    <a:pt x="802322" y="87376"/>
                  </a:lnTo>
                  <a:lnTo>
                    <a:pt x="801560" y="88011"/>
                  </a:lnTo>
                  <a:lnTo>
                    <a:pt x="800798" y="88265"/>
                  </a:lnTo>
                  <a:lnTo>
                    <a:pt x="799909" y="88646"/>
                  </a:lnTo>
                  <a:lnTo>
                    <a:pt x="798766" y="88900"/>
                  </a:lnTo>
                  <a:lnTo>
                    <a:pt x="797369" y="88900"/>
                  </a:lnTo>
                  <a:lnTo>
                    <a:pt x="795972" y="89027"/>
                  </a:lnTo>
                  <a:lnTo>
                    <a:pt x="793686" y="88900"/>
                  </a:lnTo>
                  <a:lnTo>
                    <a:pt x="790511" y="88519"/>
                  </a:lnTo>
                  <a:lnTo>
                    <a:pt x="761047" y="85598"/>
                  </a:lnTo>
                  <a:lnTo>
                    <a:pt x="757999" y="85471"/>
                  </a:lnTo>
                  <a:lnTo>
                    <a:pt x="752919" y="85979"/>
                  </a:lnTo>
                  <a:lnTo>
                    <a:pt x="750760" y="86487"/>
                  </a:lnTo>
                  <a:lnTo>
                    <a:pt x="748982" y="87249"/>
                  </a:lnTo>
                  <a:lnTo>
                    <a:pt x="747077" y="88011"/>
                  </a:lnTo>
                  <a:lnTo>
                    <a:pt x="739457" y="106426"/>
                  </a:lnTo>
                  <a:lnTo>
                    <a:pt x="740092" y="108585"/>
                  </a:lnTo>
                  <a:lnTo>
                    <a:pt x="740600" y="110744"/>
                  </a:lnTo>
                  <a:lnTo>
                    <a:pt x="741489" y="113030"/>
                  </a:lnTo>
                  <a:lnTo>
                    <a:pt x="744029" y="117348"/>
                  </a:lnTo>
                  <a:lnTo>
                    <a:pt x="746188" y="120396"/>
                  </a:lnTo>
                  <a:lnTo>
                    <a:pt x="749236" y="124079"/>
                  </a:lnTo>
                  <a:lnTo>
                    <a:pt x="748855" y="124968"/>
                  </a:lnTo>
                  <a:lnTo>
                    <a:pt x="737806" y="123063"/>
                  </a:lnTo>
                  <a:lnTo>
                    <a:pt x="737425" y="127254"/>
                  </a:lnTo>
                  <a:lnTo>
                    <a:pt x="736409" y="143256"/>
                  </a:lnTo>
                  <a:lnTo>
                    <a:pt x="740092" y="143637"/>
                  </a:lnTo>
                  <a:lnTo>
                    <a:pt x="740600" y="141605"/>
                  </a:lnTo>
                  <a:lnTo>
                    <a:pt x="741235" y="140081"/>
                  </a:lnTo>
                  <a:lnTo>
                    <a:pt x="741870" y="139065"/>
                  </a:lnTo>
                  <a:lnTo>
                    <a:pt x="742505" y="137922"/>
                  </a:lnTo>
                  <a:lnTo>
                    <a:pt x="743394" y="137287"/>
                  </a:lnTo>
                  <a:lnTo>
                    <a:pt x="744537" y="136779"/>
                  </a:lnTo>
                  <a:lnTo>
                    <a:pt x="745553" y="136398"/>
                  </a:lnTo>
                  <a:lnTo>
                    <a:pt x="747077" y="136144"/>
                  </a:lnTo>
                  <a:lnTo>
                    <a:pt x="750633" y="136398"/>
                  </a:lnTo>
                  <a:lnTo>
                    <a:pt x="752919" y="136525"/>
                  </a:lnTo>
                  <a:lnTo>
                    <a:pt x="791019" y="140589"/>
                  </a:lnTo>
                  <a:lnTo>
                    <a:pt x="798258" y="148590"/>
                  </a:lnTo>
                  <a:lnTo>
                    <a:pt x="801687" y="148844"/>
                  </a:lnTo>
                  <a:lnTo>
                    <a:pt x="802957" y="136144"/>
                  </a:lnTo>
                  <a:lnTo>
                    <a:pt x="803706" y="128651"/>
                  </a:lnTo>
                  <a:lnTo>
                    <a:pt x="804354" y="122174"/>
                  </a:lnTo>
                  <a:lnTo>
                    <a:pt x="801052" y="121920"/>
                  </a:lnTo>
                  <a:lnTo>
                    <a:pt x="800163" y="124079"/>
                  </a:lnTo>
                  <a:lnTo>
                    <a:pt x="799274" y="125730"/>
                  </a:lnTo>
                  <a:lnTo>
                    <a:pt x="798385" y="126619"/>
                  </a:lnTo>
                  <a:lnTo>
                    <a:pt x="797496" y="127635"/>
                  </a:lnTo>
                  <a:lnTo>
                    <a:pt x="796353" y="128143"/>
                  </a:lnTo>
                  <a:lnTo>
                    <a:pt x="793178" y="128651"/>
                  </a:lnTo>
                  <a:lnTo>
                    <a:pt x="790384" y="128524"/>
                  </a:lnTo>
                  <a:lnTo>
                    <a:pt x="761174" y="125476"/>
                  </a:lnTo>
                  <a:lnTo>
                    <a:pt x="759015" y="125349"/>
                  </a:lnTo>
                  <a:lnTo>
                    <a:pt x="757872" y="124968"/>
                  </a:lnTo>
                  <a:lnTo>
                    <a:pt x="757110" y="124714"/>
                  </a:lnTo>
                  <a:lnTo>
                    <a:pt x="755459" y="123698"/>
                  </a:lnTo>
                  <a:lnTo>
                    <a:pt x="747712" y="113411"/>
                  </a:lnTo>
                  <a:lnTo>
                    <a:pt x="747077" y="111760"/>
                  </a:lnTo>
                  <a:lnTo>
                    <a:pt x="747077" y="108204"/>
                  </a:lnTo>
                  <a:lnTo>
                    <a:pt x="747331" y="106426"/>
                  </a:lnTo>
                  <a:lnTo>
                    <a:pt x="752665" y="99314"/>
                  </a:lnTo>
                  <a:lnTo>
                    <a:pt x="753554" y="98806"/>
                  </a:lnTo>
                  <a:lnTo>
                    <a:pt x="754951" y="98425"/>
                  </a:lnTo>
                  <a:lnTo>
                    <a:pt x="758380" y="97917"/>
                  </a:lnTo>
                  <a:lnTo>
                    <a:pt x="760539" y="97790"/>
                  </a:lnTo>
                  <a:lnTo>
                    <a:pt x="763079" y="97917"/>
                  </a:lnTo>
                  <a:lnTo>
                    <a:pt x="765746" y="97917"/>
                  </a:lnTo>
                  <a:lnTo>
                    <a:pt x="771842" y="98425"/>
                  </a:lnTo>
                  <a:lnTo>
                    <a:pt x="789622" y="100330"/>
                  </a:lnTo>
                  <a:lnTo>
                    <a:pt x="792670" y="100584"/>
                  </a:lnTo>
                  <a:lnTo>
                    <a:pt x="794956" y="100965"/>
                  </a:lnTo>
                  <a:lnTo>
                    <a:pt x="796480" y="101473"/>
                  </a:lnTo>
                  <a:lnTo>
                    <a:pt x="798004" y="101854"/>
                  </a:lnTo>
                  <a:lnTo>
                    <a:pt x="802322" y="109093"/>
                  </a:lnTo>
                  <a:lnTo>
                    <a:pt x="805624" y="109347"/>
                  </a:lnTo>
                  <a:lnTo>
                    <a:pt x="806767" y="97790"/>
                  </a:lnTo>
                  <a:lnTo>
                    <a:pt x="807643" y="89027"/>
                  </a:lnTo>
                  <a:lnTo>
                    <a:pt x="808291" y="82550"/>
                  </a:lnTo>
                  <a:close/>
                </a:path>
                <a:path w="1275079" h="377189">
                  <a:moveTo>
                    <a:pt x="816292" y="4318"/>
                  </a:moveTo>
                  <a:lnTo>
                    <a:pt x="812863" y="4076"/>
                  </a:lnTo>
                  <a:lnTo>
                    <a:pt x="812228" y="6096"/>
                  </a:lnTo>
                  <a:lnTo>
                    <a:pt x="811085" y="8013"/>
                  </a:lnTo>
                  <a:lnTo>
                    <a:pt x="807910" y="11430"/>
                  </a:lnTo>
                  <a:lnTo>
                    <a:pt x="805497" y="13208"/>
                  </a:lnTo>
                  <a:lnTo>
                    <a:pt x="774636" y="32258"/>
                  </a:lnTo>
                  <a:lnTo>
                    <a:pt x="768705" y="24650"/>
                  </a:lnTo>
                  <a:lnTo>
                    <a:pt x="754189" y="254"/>
                  </a:lnTo>
                  <a:lnTo>
                    <a:pt x="750887" y="0"/>
                  </a:lnTo>
                  <a:lnTo>
                    <a:pt x="747966" y="29337"/>
                  </a:lnTo>
                  <a:lnTo>
                    <a:pt x="751268" y="29591"/>
                  </a:lnTo>
                  <a:lnTo>
                    <a:pt x="751776" y="27825"/>
                  </a:lnTo>
                  <a:lnTo>
                    <a:pt x="752411" y="26416"/>
                  </a:lnTo>
                  <a:lnTo>
                    <a:pt x="753300" y="25654"/>
                  </a:lnTo>
                  <a:lnTo>
                    <a:pt x="754062" y="24892"/>
                  </a:lnTo>
                  <a:lnTo>
                    <a:pt x="755205" y="24650"/>
                  </a:lnTo>
                  <a:lnTo>
                    <a:pt x="762952" y="28194"/>
                  </a:lnTo>
                  <a:lnTo>
                    <a:pt x="764222" y="29337"/>
                  </a:lnTo>
                  <a:lnTo>
                    <a:pt x="767397" y="33413"/>
                  </a:lnTo>
                  <a:lnTo>
                    <a:pt x="769429" y="36068"/>
                  </a:lnTo>
                  <a:lnTo>
                    <a:pt x="770953" y="38239"/>
                  </a:lnTo>
                  <a:lnTo>
                    <a:pt x="771779" y="39763"/>
                  </a:lnTo>
                  <a:lnTo>
                    <a:pt x="772604" y="41148"/>
                  </a:lnTo>
                  <a:lnTo>
                    <a:pt x="773239" y="42418"/>
                  </a:lnTo>
                  <a:lnTo>
                    <a:pt x="773493" y="43700"/>
                  </a:lnTo>
                  <a:lnTo>
                    <a:pt x="773620" y="47371"/>
                  </a:lnTo>
                  <a:lnTo>
                    <a:pt x="773366" y="49530"/>
                  </a:lnTo>
                  <a:lnTo>
                    <a:pt x="713803" y="43561"/>
                  </a:lnTo>
                  <a:lnTo>
                    <a:pt x="713435" y="47371"/>
                  </a:lnTo>
                  <a:lnTo>
                    <a:pt x="712406" y="64135"/>
                  </a:lnTo>
                  <a:lnTo>
                    <a:pt x="715962" y="64516"/>
                  </a:lnTo>
                  <a:lnTo>
                    <a:pt x="716597" y="62230"/>
                  </a:lnTo>
                  <a:lnTo>
                    <a:pt x="717232" y="60579"/>
                  </a:lnTo>
                  <a:lnTo>
                    <a:pt x="717740" y="59817"/>
                  </a:lnTo>
                  <a:lnTo>
                    <a:pt x="718248" y="58928"/>
                  </a:lnTo>
                  <a:lnTo>
                    <a:pt x="718756" y="58293"/>
                  </a:lnTo>
                  <a:lnTo>
                    <a:pt x="725233" y="56642"/>
                  </a:lnTo>
                  <a:lnTo>
                    <a:pt x="731710" y="57162"/>
                  </a:lnTo>
                  <a:lnTo>
                    <a:pt x="736028" y="57658"/>
                  </a:lnTo>
                  <a:lnTo>
                    <a:pt x="795591" y="63639"/>
                  </a:lnTo>
                  <a:lnTo>
                    <a:pt x="797496" y="63881"/>
                  </a:lnTo>
                  <a:lnTo>
                    <a:pt x="799020" y="64262"/>
                  </a:lnTo>
                  <a:lnTo>
                    <a:pt x="800544" y="64516"/>
                  </a:lnTo>
                  <a:lnTo>
                    <a:pt x="804608" y="67576"/>
                  </a:lnTo>
                  <a:lnTo>
                    <a:pt x="805243" y="68453"/>
                  </a:lnTo>
                  <a:lnTo>
                    <a:pt x="805624" y="70104"/>
                  </a:lnTo>
                  <a:lnTo>
                    <a:pt x="806005" y="72517"/>
                  </a:lnTo>
                  <a:lnTo>
                    <a:pt x="809307" y="72771"/>
                  </a:lnTo>
                  <a:lnTo>
                    <a:pt x="810971" y="56642"/>
                  </a:lnTo>
                  <a:lnTo>
                    <a:pt x="811428" y="52197"/>
                  </a:lnTo>
                  <a:lnTo>
                    <a:pt x="812101" y="45720"/>
                  </a:lnTo>
                  <a:lnTo>
                    <a:pt x="808672" y="45466"/>
                  </a:lnTo>
                  <a:lnTo>
                    <a:pt x="807910" y="47637"/>
                  </a:lnTo>
                  <a:lnTo>
                    <a:pt x="807021" y="49288"/>
                  </a:lnTo>
                  <a:lnTo>
                    <a:pt x="806132" y="50177"/>
                  </a:lnTo>
                  <a:lnTo>
                    <a:pt x="805243" y="51181"/>
                  </a:lnTo>
                  <a:lnTo>
                    <a:pt x="803973" y="51701"/>
                  </a:lnTo>
                  <a:lnTo>
                    <a:pt x="800925" y="52197"/>
                  </a:lnTo>
                  <a:lnTo>
                    <a:pt x="798131" y="52070"/>
                  </a:lnTo>
                  <a:lnTo>
                    <a:pt x="777938" y="50050"/>
                  </a:lnTo>
                  <a:lnTo>
                    <a:pt x="780605" y="41414"/>
                  </a:lnTo>
                  <a:lnTo>
                    <a:pt x="781240" y="40767"/>
                  </a:lnTo>
                  <a:lnTo>
                    <a:pt x="807275" y="26301"/>
                  </a:lnTo>
                  <a:lnTo>
                    <a:pt x="807910" y="26416"/>
                  </a:lnTo>
                  <a:lnTo>
                    <a:pt x="808799" y="26543"/>
                  </a:lnTo>
                  <a:lnTo>
                    <a:pt x="810323" y="30099"/>
                  </a:lnTo>
                  <a:lnTo>
                    <a:pt x="813625" y="30480"/>
                  </a:lnTo>
                  <a:lnTo>
                    <a:pt x="814044" y="26301"/>
                  </a:lnTo>
                  <a:lnTo>
                    <a:pt x="816292" y="4318"/>
                  </a:lnTo>
                  <a:close/>
                </a:path>
                <a:path w="1275079" h="377189">
                  <a:moveTo>
                    <a:pt x="1012507" y="340614"/>
                  </a:moveTo>
                  <a:lnTo>
                    <a:pt x="1012431" y="326009"/>
                  </a:lnTo>
                  <a:lnTo>
                    <a:pt x="1011999" y="322199"/>
                  </a:lnTo>
                  <a:lnTo>
                    <a:pt x="1011364" y="317754"/>
                  </a:lnTo>
                  <a:lnTo>
                    <a:pt x="991806" y="315849"/>
                  </a:lnTo>
                  <a:lnTo>
                    <a:pt x="991171" y="322580"/>
                  </a:lnTo>
                  <a:lnTo>
                    <a:pt x="995489" y="324485"/>
                  </a:lnTo>
                  <a:lnTo>
                    <a:pt x="998791" y="326390"/>
                  </a:lnTo>
                  <a:lnTo>
                    <a:pt x="1000950" y="328168"/>
                  </a:lnTo>
                  <a:lnTo>
                    <a:pt x="1003109" y="330073"/>
                  </a:lnTo>
                  <a:lnTo>
                    <a:pt x="1004633" y="332232"/>
                  </a:lnTo>
                  <a:lnTo>
                    <a:pt x="1005395" y="334645"/>
                  </a:lnTo>
                  <a:lnTo>
                    <a:pt x="1006284" y="337185"/>
                  </a:lnTo>
                  <a:lnTo>
                    <a:pt x="1006360" y="340614"/>
                  </a:lnTo>
                  <a:lnTo>
                    <a:pt x="1006030" y="343916"/>
                  </a:lnTo>
                  <a:lnTo>
                    <a:pt x="1005649" y="348869"/>
                  </a:lnTo>
                  <a:lnTo>
                    <a:pt x="1003617" y="352806"/>
                  </a:lnTo>
                  <a:lnTo>
                    <a:pt x="996505" y="358902"/>
                  </a:lnTo>
                  <a:lnTo>
                    <a:pt x="991425" y="360934"/>
                  </a:lnTo>
                  <a:lnTo>
                    <a:pt x="978598" y="363220"/>
                  </a:lnTo>
                  <a:lnTo>
                    <a:pt x="970851" y="363220"/>
                  </a:lnTo>
                  <a:lnTo>
                    <a:pt x="933640" y="354203"/>
                  </a:lnTo>
                  <a:lnTo>
                    <a:pt x="926528" y="346964"/>
                  </a:lnTo>
                  <a:lnTo>
                    <a:pt x="923734" y="342900"/>
                  </a:lnTo>
                  <a:lnTo>
                    <a:pt x="922591" y="338582"/>
                  </a:lnTo>
                  <a:lnTo>
                    <a:pt x="923099" y="333883"/>
                  </a:lnTo>
                  <a:lnTo>
                    <a:pt x="923353" y="330835"/>
                  </a:lnTo>
                  <a:lnTo>
                    <a:pt x="940879" y="317500"/>
                  </a:lnTo>
                  <a:lnTo>
                    <a:pt x="941514" y="310769"/>
                  </a:lnTo>
                  <a:lnTo>
                    <a:pt x="917219" y="332232"/>
                  </a:lnTo>
                  <a:lnTo>
                    <a:pt x="916546" y="338582"/>
                  </a:lnTo>
                  <a:lnTo>
                    <a:pt x="942174" y="371665"/>
                  </a:lnTo>
                  <a:lnTo>
                    <a:pt x="972654" y="376834"/>
                  </a:lnTo>
                  <a:lnTo>
                    <a:pt x="982268" y="376110"/>
                  </a:lnTo>
                  <a:lnTo>
                    <a:pt x="990561" y="374167"/>
                  </a:lnTo>
                  <a:lnTo>
                    <a:pt x="997521" y="370967"/>
                  </a:lnTo>
                  <a:lnTo>
                    <a:pt x="1003185" y="366547"/>
                  </a:lnTo>
                  <a:lnTo>
                    <a:pt x="1005687" y="363220"/>
                  </a:lnTo>
                  <a:lnTo>
                    <a:pt x="1007452" y="360895"/>
                  </a:lnTo>
                  <a:lnTo>
                    <a:pt x="1010335" y="354025"/>
                  </a:lnTo>
                  <a:lnTo>
                    <a:pt x="1011872" y="345948"/>
                  </a:lnTo>
                  <a:lnTo>
                    <a:pt x="1012507" y="340614"/>
                  </a:lnTo>
                  <a:close/>
                </a:path>
                <a:path w="1275079" h="377189">
                  <a:moveTo>
                    <a:pt x="1021778" y="238125"/>
                  </a:moveTo>
                  <a:lnTo>
                    <a:pt x="1018349" y="237744"/>
                  </a:lnTo>
                  <a:lnTo>
                    <a:pt x="1017460" y="240411"/>
                  </a:lnTo>
                  <a:lnTo>
                    <a:pt x="1016444" y="242062"/>
                  </a:lnTo>
                  <a:lnTo>
                    <a:pt x="1015555" y="242824"/>
                  </a:lnTo>
                  <a:lnTo>
                    <a:pt x="1014666" y="243713"/>
                  </a:lnTo>
                  <a:lnTo>
                    <a:pt x="1013523" y="244221"/>
                  </a:lnTo>
                  <a:lnTo>
                    <a:pt x="1011999" y="244348"/>
                  </a:lnTo>
                  <a:lnTo>
                    <a:pt x="1010602" y="244602"/>
                  </a:lnTo>
                  <a:lnTo>
                    <a:pt x="1007935" y="244475"/>
                  </a:lnTo>
                  <a:lnTo>
                    <a:pt x="1003871" y="244094"/>
                  </a:lnTo>
                  <a:lnTo>
                    <a:pt x="974534" y="241046"/>
                  </a:lnTo>
                  <a:lnTo>
                    <a:pt x="971486" y="241046"/>
                  </a:lnTo>
                  <a:lnTo>
                    <a:pt x="952703" y="259842"/>
                  </a:lnTo>
                  <a:lnTo>
                    <a:pt x="952817" y="261874"/>
                  </a:lnTo>
                  <a:lnTo>
                    <a:pt x="953833" y="266065"/>
                  </a:lnTo>
                  <a:lnTo>
                    <a:pt x="954722" y="268097"/>
                  </a:lnTo>
                  <a:lnTo>
                    <a:pt x="955992" y="270383"/>
                  </a:lnTo>
                  <a:lnTo>
                    <a:pt x="957135" y="272542"/>
                  </a:lnTo>
                  <a:lnTo>
                    <a:pt x="959421" y="275590"/>
                  </a:lnTo>
                  <a:lnTo>
                    <a:pt x="962596" y="279527"/>
                  </a:lnTo>
                  <a:lnTo>
                    <a:pt x="962596" y="279781"/>
                  </a:lnTo>
                  <a:lnTo>
                    <a:pt x="919543" y="275463"/>
                  </a:lnTo>
                  <a:lnTo>
                    <a:pt x="919060" y="279273"/>
                  </a:lnTo>
                  <a:lnTo>
                    <a:pt x="918146" y="296037"/>
                  </a:lnTo>
                  <a:lnTo>
                    <a:pt x="921702" y="296418"/>
                  </a:lnTo>
                  <a:lnTo>
                    <a:pt x="922337" y="294132"/>
                  </a:lnTo>
                  <a:lnTo>
                    <a:pt x="922845" y="292608"/>
                  </a:lnTo>
                  <a:lnTo>
                    <a:pt x="923861" y="290830"/>
                  </a:lnTo>
                  <a:lnTo>
                    <a:pt x="924496" y="290195"/>
                  </a:lnTo>
                  <a:lnTo>
                    <a:pt x="925258" y="289814"/>
                  </a:lnTo>
                  <a:lnTo>
                    <a:pt x="925893" y="289306"/>
                  </a:lnTo>
                  <a:lnTo>
                    <a:pt x="926909" y="289052"/>
                  </a:lnTo>
                  <a:lnTo>
                    <a:pt x="928179" y="288798"/>
                  </a:lnTo>
                  <a:lnTo>
                    <a:pt x="929449" y="288671"/>
                  </a:lnTo>
                  <a:lnTo>
                    <a:pt x="932624" y="288671"/>
                  </a:lnTo>
                  <a:lnTo>
                    <a:pt x="937323" y="289052"/>
                  </a:lnTo>
                  <a:lnTo>
                    <a:pt x="941768" y="289560"/>
                  </a:lnTo>
                  <a:lnTo>
                    <a:pt x="998791" y="295275"/>
                  </a:lnTo>
                  <a:lnTo>
                    <a:pt x="1001839" y="295656"/>
                  </a:lnTo>
                  <a:lnTo>
                    <a:pt x="1004125" y="295910"/>
                  </a:lnTo>
                  <a:lnTo>
                    <a:pt x="1005649" y="296291"/>
                  </a:lnTo>
                  <a:lnTo>
                    <a:pt x="1010475" y="299974"/>
                  </a:lnTo>
                  <a:lnTo>
                    <a:pt x="1010983" y="300863"/>
                  </a:lnTo>
                  <a:lnTo>
                    <a:pt x="1011364" y="302387"/>
                  </a:lnTo>
                  <a:lnTo>
                    <a:pt x="1011618" y="304419"/>
                  </a:lnTo>
                  <a:lnTo>
                    <a:pt x="1015047" y="304673"/>
                  </a:lnTo>
                  <a:lnTo>
                    <a:pt x="1016622" y="288671"/>
                  </a:lnTo>
                  <a:lnTo>
                    <a:pt x="1017079" y="284099"/>
                  </a:lnTo>
                  <a:lnTo>
                    <a:pt x="1017714" y="277749"/>
                  </a:lnTo>
                  <a:lnTo>
                    <a:pt x="1014412" y="277368"/>
                  </a:lnTo>
                  <a:lnTo>
                    <a:pt x="1013294" y="280035"/>
                  </a:lnTo>
                  <a:lnTo>
                    <a:pt x="1013015" y="280670"/>
                  </a:lnTo>
                  <a:lnTo>
                    <a:pt x="1011745" y="282448"/>
                  </a:lnTo>
                  <a:lnTo>
                    <a:pt x="1010856" y="283083"/>
                  </a:lnTo>
                  <a:lnTo>
                    <a:pt x="1009078" y="283845"/>
                  </a:lnTo>
                  <a:lnTo>
                    <a:pt x="1007935" y="283972"/>
                  </a:lnTo>
                  <a:lnTo>
                    <a:pt x="1006538" y="283972"/>
                  </a:lnTo>
                  <a:lnTo>
                    <a:pt x="1005268" y="284099"/>
                  </a:lnTo>
                  <a:lnTo>
                    <a:pt x="1002982" y="283845"/>
                  </a:lnTo>
                  <a:lnTo>
                    <a:pt x="999934" y="283591"/>
                  </a:lnTo>
                  <a:lnTo>
                    <a:pt x="973899" y="280924"/>
                  </a:lnTo>
                  <a:lnTo>
                    <a:pt x="963866" y="274066"/>
                  </a:lnTo>
                  <a:lnTo>
                    <a:pt x="962469" y="272034"/>
                  </a:lnTo>
                  <a:lnTo>
                    <a:pt x="961453" y="270256"/>
                  </a:lnTo>
                  <a:lnTo>
                    <a:pt x="960437" y="267208"/>
                  </a:lnTo>
                  <a:lnTo>
                    <a:pt x="960564" y="263652"/>
                  </a:lnTo>
                  <a:lnTo>
                    <a:pt x="974534" y="253238"/>
                  </a:lnTo>
                  <a:lnTo>
                    <a:pt x="979106" y="253365"/>
                  </a:lnTo>
                  <a:lnTo>
                    <a:pt x="1013142" y="258572"/>
                  </a:lnTo>
                  <a:lnTo>
                    <a:pt x="1013777" y="259080"/>
                  </a:lnTo>
                  <a:lnTo>
                    <a:pt x="1014285" y="259842"/>
                  </a:lnTo>
                  <a:lnTo>
                    <a:pt x="1014666" y="260604"/>
                  </a:lnTo>
                  <a:lnTo>
                    <a:pt x="1015301" y="262763"/>
                  </a:lnTo>
                  <a:lnTo>
                    <a:pt x="1015682" y="264541"/>
                  </a:lnTo>
                  <a:lnTo>
                    <a:pt x="1018984" y="264922"/>
                  </a:lnTo>
                  <a:lnTo>
                    <a:pt x="1020191" y="253238"/>
                  </a:lnTo>
                  <a:lnTo>
                    <a:pt x="1021092" y="244602"/>
                  </a:lnTo>
                  <a:lnTo>
                    <a:pt x="1021778" y="238125"/>
                  </a:lnTo>
                  <a:close/>
                </a:path>
                <a:path w="1275079" h="377189">
                  <a:moveTo>
                    <a:pt x="1029525" y="160528"/>
                  </a:moveTo>
                  <a:lnTo>
                    <a:pt x="1025969" y="160147"/>
                  </a:lnTo>
                  <a:lnTo>
                    <a:pt x="1025334" y="162560"/>
                  </a:lnTo>
                  <a:lnTo>
                    <a:pt x="1024572" y="164211"/>
                  </a:lnTo>
                  <a:lnTo>
                    <a:pt x="1019238" y="167640"/>
                  </a:lnTo>
                  <a:lnTo>
                    <a:pt x="1017714" y="167513"/>
                  </a:lnTo>
                  <a:lnTo>
                    <a:pt x="1016190" y="167513"/>
                  </a:lnTo>
                  <a:lnTo>
                    <a:pt x="1013650" y="167386"/>
                  </a:lnTo>
                  <a:lnTo>
                    <a:pt x="963612" y="162306"/>
                  </a:lnTo>
                  <a:lnTo>
                    <a:pt x="961707" y="181737"/>
                  </a:lnTo>
                  <a:lnTo>
                    <a:pt x="965009" y="181991"/>
                  </a:lnTo>
                  <a:lnTo>
                    <a:pt x="966152" y="179070"/>
                  </a:lnTo>
                  <a:lnTo>
                    <a:pt x="967168" y="177546"/>
                  </a:lnTo>
                  <a:lnTo>
                    <a:pt x="972121" y="175387"/>
                  </a:lnTo>
                  <a:lnTo>
                    <a:pt x="974788" y="175387"/>
                  </a:lnTo>
                  <a:lnTo>
                    <a:pt x="1010602" y="180213"/>
                  </a:lnTo>
                  <a:lnTo>
                    <a:pt x="1012253" y="181229"/>
                  </a:lnTo>
                  <a:lnTo>
                    <a:pt x="1013777" y="182753"/>
                  </a:lnTo>
                  <a:lnTo>
                    <a:pt x="1015301" y="184912"/>
                  </a:lnTo>
                  <a:lnTo>
                    <a:pt x="1016825" y="186944"/>
                  </a:lnTo>
                  <a:lnTo>
                    <a:pt x="1017841" y="188849"/>
                  </a:lnTo>
                  <a:lnTo>
                    <a:pt x="1018857" y="192151"/>
                  </a:lnTo>
                  <a:lnTo>
                    <a:pt x="1018857" y="195580"/>
                  </a:lnTo>
                  <a:lnTo>
                    <a:pt x="1012888" y="204724"/>
                  </a:lnTo>
                  <a:lnTo>
                    <a:pt x="1011491" y="205486"/>
                  </a:lnTo>
                  <a:lnTo>
                    <a:pt x="1009332" y="205867"/>
                  </a:lnTo>
                  <a:lnTo>
                    <a:pt x="1003617" y="206121"/>
                  </a:lnTo>
                  <a:lnTo>
                    <a:pt x="999553" y="205867"/>
                  </a:lnTo>
                  <a:lnTo>
                    <a:pt x="959675" y="201930"/>
                  </a:lnTo>
                  <a:lnTo>
                    <a:pt x="957643" y="221234"/>
                  </a:lnTo>
                  <a:lnTo>
                    <a:pt x="960945" y="221615"/>
                  </a:lnTo>
                  <a:lnTo>
                    <a:pt x="961961" y="218821"/>
                  </a:lnTo>
                  <a:lnTo>
                    <a:pt x="962977" y="217170"/>
                  </a:lnTo>
                  <a:lnTo>
                    <a:pt x="964755" y="215646"/>
                  </a:lnTo>
                  <a:lnTo>
                    <a:pt x="966025" y="215138"/>
                  </a:lnTo>
                  <a:lnTo>
                    <a:pt x="968946" y="214884"/>
                  </a:lnTo>
                  <a:lnTo>
                    <a:pt x="971613" y="215011"/>
                  </a:lnTo>
                  <a:lnTo>
                    <a:pt x="1007046" y="218567"/>
                  </a:lnTo>
                  <a:lnTo>
                    <a:pt x="1011618" y="218313"/>
                  </a:lnTo>
                  <a:lnTo>
                    <a:pt x="1015047" y="217424"/>
                  </a:lnTo>
                  <a:lnTo>
                    <a:pt x="1018476" y="216408"/>
                  </a:lnTo>
                  <a:lnTo>
                    <a:pt x="1020648" y="214884"/>
                  </a:lnTo>
                  <a:lnTo>
                    <a:pt x="1021016" y="214630"/>
                  </a:lnTo>
                  <a:lnTo>
                    <a:pt x="1024826" y="209550"/>
                  </a:lnTo>
                  <a:lnTo>
                    <a:pt x="1026096" y="206248"/>
                  </a:lnTo>
                  <a:lnTo>
                    <a:pt x="1026096" y="206121"/>
                  </a:lnTo>
                  <a:lnTo>
                    <a:pt x="1026502" y="201930"/>
                  </a:lnTo>
                  <a:lnTo>
                    <a:pt x="1016698" y="179832"/>
                  </a:lnTo>
                  <a:lnTo>
                    <a:pt x="1017079" y="178816"/>
                  </a:lnTo>
                  <a:lnTo>
                    <a:pt x="1028255" y="180340"/>
                  </a:lnTo>
                  <a:lnTo>
                    <a:pt x="1028395" y="178816"/>
                  </a:lnTo>
                  <a:lnTo>
                    <a:pt x="1028636" y="176276"/>
                  </a:lnTo>
                  <a:lnTo>
                    <a:pt x="1028674" y="175387"/>
                  </a:lnTo>
                  <a:lnTo>
                    <a:pt x="1029119" y="167640"/>
                  </a:lnTo>
                  <a:lnTo>
                    <a:pt x="1029525" y="160528"/>
                  </a:lnTo>
                  <a:close/>
                </a:path>
                <a:path w="1275079" h="377189">
                  <a:moveTo>
                    <a:pt x="1037399" y="82550"/>
                  </a:moveTo>
                  <a:lnTo>
                    <a:pt x="1034097" y="82169"/>
                  </a:lnTo>
                  <a:lnTo>
                    <a:pt x="1033335" y="84328"/>
                  </a:lnTo>
                  <a:lnTo>
                    <a:pt x="1032573" y="85725"/>
                  </a:lnTo>
                  <a:lnTo>
                    <a:pt x="1031938" y="86487"/>
                  </a:lnTo>
                  <a:lnTo>
                    <a:pt x="1031430" y="87376"/>
                  </a:lnTo>
                  <a:lnTo>
                    <a:pt x="1030668" y="88011"/>
                  </a:lnTo>
                  <a:lnTo>
                    <a:pt x="1029906" y="88265"/>
                  </a:lnTo>
                  <a:lnTo>
                    <a:pt x="1029017" y="88646"/>
                  </a:lnTo>
                  <a:lnTo>
                    <a:pt x="1027874" y="88900"/>
                  </a:lnTo>
                  <a:lnTo>
                    <a:pt x="1026477" y="88900"/>
                  </a:lnTo>
                  <a:lnTo>
                    <a:pt x="1025080" y="89027"/>
                  </a:lnTo>
                  <a:lnTo>
                    <a:pt x="1022794" y="88900"/>
                  </a:lnTo>
                  <a:lnTo>
                    <a:pt x="1019619" y="88519"/>
                  </a:lnTo>
                  <a:lnTo>
                    <a:pt x="990155" y="85598"/>
                  </a:lnTo>
                  <a:lnTo>
                    <a:pt x="987107" y="85471"/>
                  </a:lnTo>
                  <a:lnTo>
                    <a:pt x="982027" y="85979"/>
                  </a:lnTo>
                  <a:lnTo>
                    <a:pt x="979868" y="86487"/>
                  </a:lnTo>
                  <a:lnTo>
                    <a:pt x="978090" y="87249"/>
                  </a:lnTo>
                  <a:lnTo>
                    <a:pt x="976185" y="88011"/>
                  </a:lnTo>
                  <a:lnTo>
                    <a:pt x="968565" y="106426"/>
                  </a:lnTo>
                  <a:lnTo>
                    <a:pt x="969200" y="108585"/>
                  </a:lnTo>
                  <a:lnTo>
                    <a:pt x="969708" y="110744"/>
                  </a:lnTo>
                  <a:lnTo>
                    <a:pt x="970597" y="113030"/>
                  </a:lnTo>
                  <a:lnTo>
                    <a:pt x="973137" y="117348"/>
                  </a:lnTo>
                  <a:lnTo>
                    <a:pt x="975296" y="120396"/>
                  </a:lnTo>
                  <a:lnTo>
                    <a:pt x="978344" y="124079"/>
                  </a:lnTo>
                  <a:lnTo>
                    <a:pt x="977963" y="124968"/>
                  </a:lnTo>
                  <a:lnTo>
                    <a:pt x="966914" y="123063"/>
                  </a:lnTo>
                  <a:lnTo>
                    <a:pt x="966533" y="127254"/>
                  </a:lnTo>
                  <a:lnTo>
                    <a:pt x="965517" y="143256"/>
                  </a:lnTo>
                  <a:lnTo>
                    <a:pt x="969200" y="143637"/>
                  </a:lnTo>
                  <a:lnTo>
                    <a:pt x="969708" y="141605"/>
                  </a:lnTo>
                  <a:lnTo>
                    <a:pt x="970343" y="140081"/>
                  </a:lnTo>
                  <a:lnTo>
                    <a:pt x="970978" y="139065"/>
                  </a:lnTo>
                  <a:lnTo>
                    <a:pt x="971613" y="137922"/>
                  </a:lnTo>
                  <a:lnTo>
                    <a:pt x="972502" y="137287"/>
                  </a:lnTo>
                  <a:lnTo>
                    <a:pt x="973645" y="136779"/>
                  </a:lnTo>
                  <a:lnTo>
                    <a:pt x="974661" y="136398"/>
                  </a:lnTo>
                  <a:lnTo>
                    <a:pt x="976185" y="136144"/>
                  </a:lnTo>
                  <a:lnTo>
                    <a:pt x="979741" y="136398"/>
                  </a:lnTo>
                  <a:lnTo>
                    <a:pt x="982027" y="136525"/>
                  </a:lnTo>
                  <a:lnTo>
                    <a:pt x="1020127" y="140589"/>
                  </a:lnTo>
                  <a:lnTo>
                    <a:pt x="1027366" y="148590"/>
                  </a:lnTo>
                  <a:lnTo>
                    <a:pt x="1030795" y="148844"/>
                  </a:lnTo>
                  <a:lnTo>
                    <a:pt x="1032065" y="136144"/>
                  </a:lnTo>
                  <a:lnTo>
                    <a:pt x="1032814" y="128651"/>
                  </a:lnTo>
                  <a:lnTo>
                    <a:pt x="1033462" y="122174"/>
                  </a:lnTo>
                  <a:lnTo>
                    <a:pt x="1030160" y="121920"/>
                  </a:lnTo>
                  <a:lnTo>
                    <a:pt x="1029271" y="124079"/>
                  </a:lnTo>
                  <a:lnTo>
                    <a:pt x="1028382" y="125730"/>
                  </a:lnTo>
                  <a:lnTo>
                    <a:pt x="1027493" y="126619"/>
                  </a:lnTo>
                  <a:lnTo>
                    <a:pt x="1026604" y="127635"/>
                  </a:lnTo>
                  <a:lnTo>
                    <a:pt x="1025461" y="128143"/>
                  </a:lnTo>
                  <a:lnTo>
                    <a:pt x="1022286" y="128651"/>
                  </a:lnTo>
                  <a:lnTo>
                    <a:pt x="1019492" y="128524"/>
                  </a:lnTo>
                  <a:lnTo>
                    <a:pt x="990282" y="125476"/>
                  </a:lnTo>
                  <a:lnTo>
                    <a:pt x="988123" y="125349"/>
                  </a:lnTo>
                  <a:lnTo>
                    <a:pt x="986980" y="124968"/>
                  </a:lnTo>
                  <a:lnTo>
                    <a:pt x="986218" y="124714"/>
                  </a:lnTo>
                  <a:lnTo>
                    <a:pt x="984567" y="123698"/>
                  </a:lnTo>
                  <a:lnTo>
                    <a:pt x="976820" y="113411"/>
                  </a:lnTo>
                  <a:lnTo>
                    <a:pt x="976185" y="111760"/>
                  </a:lnTo>
                  <a:lnTo>
                    <a:pt x="976185" y="108204"/>
                  </a:lnTo>
                  <a:lnTo>
                    <a:pt x="976439" y="106426"/>
                  </a:lnTo>
                  <a:lnTo>
                    <a:pt x="989647" y="97790"/>
                  </a:lnTo>
                  <a:lnTo>
                    <a:pt x="992187" y="97917"/>
                  </a:lnTo>
                  <a:lnTo>
                    <a:pt x="994854" y="97917"/>
                  </a:lnTo>
                  <a:lnTo>
                    <a:pt x="997648" y="98171"/>
                  </a:lnTo>
                  <a:lnTo>
                    <a:pt x="1000950" y="98425"/>
                  </a:lnTo>
                  <a:lnTo>
                    <a:pt x="1018730" y="100330"/>
                  </a:lnTo>
                  <a:lnTo>
                    <a:pt x="1021778" y="100584"/>
                  </a:lnTo>
                  <a:lnTo>
                    <a:pt x="1024064" y="100965"/>
                  </a:lnTo>
                  <a:lnTo>
                    <a:pt x="1025588" y="101473"/>
                  </a:lnTo>
                  <a:lnTo>
                    <a:pt x="1027112" y="101854"/>
                  </a:lnTo>
                  <a:lnTo>
                    <a:pt x="1031430" y="109093"/>
                  </a:lnTo>
                  <a:lnTo>
                    <a:pt x="1034732" y="109347"/>
                  </a:lnTo>
                  <a:lnTo>
                    <a:pt x="1035875" y="97790"/>
                  </a:lnTo>
                  <a:lnTo>
                    <a:pt x="1036751" y="89027"/>
                  </a:lnTo>
                  <a:lnTo>
                    <a:pt x="1037399" y="82550"/>
                  </a:lnTo>
                  <a:close/>
                </a:path>
                <a:path w="1275079" h="377189">
                  <a:moveTo>
                    <a:pt x="1045400" y="4318"/>
                  </a:moveTo>
                  <a:lnTo>
                    <a:pt x="1041971" y="4076"/>
                  </a:lnTo>
                  <a:lnTo>
                    <a:pt x="1041336" y="6096"/>
                  </a:lnTo>
                  <a:lnTo>
                    <a:pt x="1040193" y="8013"/>
                  </a:lnTo>
                  <a:lnTo>
                    <a:pt x="1037018" y="11430"/>
                  </a:lnTo>
                  <a:lnTo>
                    <a:pt x="1034605" y="13208"/>
                  </a:lnTo>
                  <a:lnTo>
                    <a:pt x="1003744" y="32258"/>
                  </a:lnTo>
                  <a:lnTo>
                    <a:pt x="997813" y="24650"/>
                  </a:lnTo>
                  <a:lnTo>
                    <a:pt x="983297" y="254"/>
                  </a:lnTo>
                  <a:lnTo>
                    <a:pt x="979995" y="0"/>
                  </a:lnTo>
                  <a:lnTo>
                    <a:pt x="977074" y="29337"/>
                  </a:lnTo>
                  <a:lnTo>
                    <a:pt x="980376" y="29591"/>
                  </a:lnTo>
                  <a:lnTo>
                    <a:pt x="980884" y="27825"/>
                  </a:lnTo>
                  <a:lnTo>
                    <a:pt x="981519" y="26416"/>
                  </a:lnTo>
                  <a:lnTo>
                    <a:pt x="982408" y="25654"/>
                  </a:lnTo>
                  <a:lnTo>
                    <a:pt x="983170" y="24892"/>
                  </a:lnTo>
                  <a:lnTo>
                    <a:pt x="984313" y="24650"/>
                  </a:lnTo>
                  <a:lnTo>
                    <a:pt x="992060" y="28194"/>
                  </a:lnTo>
                  <a:lnTo>
                    <a:pt x="993330" y="29337"/>
                  </a:lnTo>
                  <a:lnTo>
                    <a:pt x="996505" y="33413"/>
                  </a:lnTo>
                  <a:lnTo>
                    <a:pt x="998537" y="36068"/>
                  </a:lnTo>
                  <a:lnTo>
                    <a:pt x="1000061" y="38239"/>
                  </a:lnTo>
                  <a:lnTo>
                    <a:pt x="1000887" y="39763"/>
                  </a:lnTo>
                  <a:lnTo>
                    <a:pt x="1001712" y="41148"/>
                  </a:lnTo>
                  <a:lnTo>
                    <a:pt x="1002245" y="42545"/>
                  </a:lnTo>
                  <a:lnTo>
                    <a:pt x="1002855" y="44589"/>
                  </a:lnTo>
                  <a:lnTo>
                    <a:pt x="1002855" y="45847"/>
                  </a:lnTo>
                  <a:lnTo>
                    <a:pt x="1002690" y="47637"/>
                  </a:lnTo>
                  <a:lnTo>
                    <a:pt x="1002474" y="49530"/>
                  </a:lnTo>
                  <a:lnTo>
                    <a:pt x="942911" y="43561"/>
                  </a:lnTo>
                  <a:lnTo>
                    <a:pt x="942543" y="47371"/>
                  </a:lnTo>
                  <a:lnTo>
                    <a:pt x="941514" y="64135"/>
                  </a:lnTo>
                  <a:lnTo>
                    <a:pt x="945070" y="64516"/>
                  </a:lnTo>
                  <a:lnTo>
                    <a:pt x="945705" y="62230"/>
                  </a:lnTo>
                  <a:lnTo>
                    <a:pt x="946340" y="60579"/>
                  </a:lnTo>
                  <a:lnTo>
                    <a:pt x="946848" y="59817"/>
                  </a:lnTo>
                  <a:lnTo>
                    <a:pt x="947229" y="58928"/>
                  </a:lnTo>
                  <a:lnTo>
                    <a:pt x="947864" y="58293"/>
                  </a:lnTo>
                  <a:lnTo>
                    <a:pt x="954341" y="56642"/>
                  </a:lnTo>
                  <a:lnTo>
                    <a:pt x="960818" y="57162"/>
                  </a:lnTo>
                  <a:lnTo>
                    <a:pt x="965136" y="57658"/>
                  </a:lnTo>
                  <a:lnTo>
                    <a:pt x="1024699" y="63639"/>
                  </a:lnTo>
                  <a:lnTo>
                    <a:pt x="1026604" y="63881"/>
                  </a:lnTo>
                  <a:lnTo>
                    <a:pt x="1028128" y="64262"/>
                  </a:lnTo>
                  <a:lnTo>
                    <a:pt x="1029652" y="64516"/>
                  </a:lnTo>
                  <a:lnTo>
                    <a:pt x="1033716" y="67576"/>
                  </a:lnTo>
                  <a:lnTo>
                    <a:pt x="1034224" y="68453"/>
                  </a:lnTo>
                  <a:lnTo>
                    <a:pt x="1034732" y="70104"/>
                  </a:lnTo>
                  <a:lnTo>
                    <a:pt x="1035113" y="72517"/>
                  </a:lnTo>
                  <a:lnTo>
                    <a:pt x="1038415" y="72771"/>
                  </a:lnTo>
                  <a:lnTo>
                    <a:pt x="1040079" y="56642"/>
                  </a:lnTo>
                  <a:lnTo>
                    <a:pt x="1040536" y="52197"/>
                  </a:lnTo>
                  <a:lnTo>
                    <a:pt x="1041209" y="45720"/>
                  </a:lnTo>
                  <a:lnTo>
                    <a:pt x="1037780" y="45466"/>
                  </a:lnTo>
                  <a:lnTo>
                    <a:pt x="1037018" y="47637"/>
                  </a:lnTo>
                  <a:lnTo>
                    <a:pt x="1036129" y="49288"/>
                  </a:lnTo>
                  <a:lnTo>
                    <a:pt x="1035240" y="50177"/>
                  </a:lnTo>
                  <a:lnTo>
                    <a:pt x="1034351" y="51181"/>
                  </a:lnTo>
                  <a:lnTo>
                    <a:pt x="1033081" y="51701"/>
                  </a:lnTo>
                  <a:lnTo>
                    <a:pt x="1030033" y="52197"/>
                  </a:lnTo>
                  <a:lnTo>
                    <a:pt x="1027239" y="52070"/>
                  </a:lnTo>
                  <a:lnTo>
                    <a:pt x="1007046" y="50050"/>
                  </a:lnTo>
                  <a:lnTo>
                    <a:pt x="1009713" y="41414"/>
                  </a:lnTo>
                  <a:lnTo>
                    <a:pt x="1010348" y="40767"/>
                  </a:lnTo>
                  <a:lnTo>
                    <a:pt x="1036383" y="26301"/>
                  </a:lnTo>
                  <a:lnTo>
                    <a:pt x="1037018" y="26416"/>
                  </a:lnTo>
                  <a:lnTo>
                    <a:pt x="1037907" y="26543"/>
                  </a:lnTo>
                  <a:lnTo>
                    <a:pt x="1038542" y="26797"/>
                  </a:lnTo>
                  <a:lnTo>
                    <a:pt x="1038796" y="27432"/>
                  </a:lnTo>
                  <a:lnTo>
                    <a:pt x="1039177" y="28067"/>
                  </a:lnTo>
                  <a:lnTo>
                    <a:pt x="1039304" y="28956"/>
                  </a:lnTo>
                  <a:lnTo>
                    <a:pt x="1039431" y="30099"/>
                  </a:lnTo>
                  <a:lnTo>
                    <a:pt x="1042733" y="30480"/>
                  </a:lnTo>
                  <a:lnTo>
                    <a:pt x="1043152" y="26301"/>
                  </a:lnTo>
                  <a:lnTo>
                    <a:pt x="1045400" y="4318"/>
                  </a:lnTo>
                  <a:close/>
                </a:path>
                <a:path w="1275079" h="377189">
                  <a:moveTo>
                    <a:pt x="1241691" y="337185"/>
                  </a:moveTo>
                  <a:lnTo>
                    <a:pt x="1241577" y="326390"/>
                  </a:lnTo>
                  <a:lnTo>
                    <a:pt x="1241107" y="322199"/>
                  </a:lnTo>
                  <a:lnTo>
                    <a:pt x="1240472" y="317754"/>
                  </a:lnTo>
                  <a:lnTo>
                    <a:pt x="1220914" y="315849"/>
                  </a:lnTo>
                  <a:lnTo>
                    <a:pt x="1220279" y="322580"/>
                  </a:lnTo>
                  <a:lnTo>
                    <a:pt x="1224597" y="324485"/>
                  </a:lnTo>
                  <a:lnTo>
                    <a:pt x="1227899" y="326390"/>
                  </a:lnTo>
                  <a:lnTo>
                    <a:pt x="1230058" y="328168"/>
                  </a:lnTo>
                  <a:lnTo>
                    <a:pt x="1232217" y="330073"/>
                  </a:lnTo>
                  <a:lnTo>
                    <a:pt x="1233741" y="332232"/>
                  </a:lnTo>
                  <a:lnTo>
                    <a:pt x="1234503" y="334645"/>
                  </a:lnTo>
                  <a:lnTo>
                    <a:pt x="1235392" y="337185"/>
                  </a:lnTo>
                  <a:lnTo>
                    <a:pt x="1207706" y="363220"/>
                  </a:lnTo>
                  <a:lnTo>
                    <a:pt x="1199959" y="363220"/>
                  </a:lnTo>
                  <a:lnTo>
                    <a:pt x="1162748" y="354203"/>
                  </a:lnTo>
                  <a:lnTo>
                    <a:pt x="1155636" y="346964"/>
                  </a:lnTo>
                  <a:lnTo>
                    <a:pt x="1152842" y="342900"/>
                  </a:lnTo>
                  <a:lnTo>
                    <a:pt x="1151699" y="338582"/>
                  </a:lnTo>
                  <a:lnTo>
                    <a:pt x="1152207" y="333883"/>
                  </a:lnTo>
                  <a:lnTo>
                    <a:pt x="1152461" y="330835"/>
                  </a:lnTo>
                  <a:lnTo>
                    <a:pt x="1169987" y="317500"/>
                  </a:lnTo>
                  <a:lnTo>
                    <a:pt x="1170622" y="310769"/>
                  </a:lnTo>
                  <a:lnTo>
                    <a:pt x="1146327" y="332232"/>
                  </a:lnTo>
                  <a:lnTo>
                    <a:pt x="1145654" y="338582"/>
                  </a:lnTo>
                  <a:lnTo>
                    <a:pt x="1171282" y="371665"/>
                  </a:lnTo>
                  <a:lnTo>
                    <a:pt x="1201762" y="376834"/>
                  </a:lnTo>
                  <a:lnTo>
                    <a:pt x="1211389" y="376110"/>
                  </a:lnTo>
                  <a:lnTo>
                    <a:pt x="1219669" y="374167"/>
                  </a:lnTo>
                  <a:lnTo>
                    <a:pt x="1226629" y="370967"/>
                  </a:lnTo>
                  <a:lnTo>
                    <a:pt x="1232293" y="366547"/>
                  </a:lnTo>
                  <a:lnTo>
                    <a:pt x="1234795" y="363220"/>
                  </a:lnTo>
                  <a:lnTo>
                    <a:pt x="1236560" y="360895"/>
                  </a:lnTo>
                  <a:lnTo>
                    <a:pt x="1239443" y="354025"/>
                  </a:lnTo>
                  <a:lnTo>
                    <a:pt x="1240980" y="345948"/>
                  </a:lnTo>
                  <a:lnTo>
                    <a:pt x="1241615" y="340614"/>
                  </a:lnTo>
                  <a:lnTo>
                    <a:pt x="1241691" y="337185"/>
                  </a:lnTo>
                  <a:close/>
                </a:path>
                <a:path w="1275079" h="377189">
                  <a:moveTo>
                    <a:pt x="1250886" y="238125"/>
                  </a:moveTo>
                  <a:lnTo>
                    <a:pt x="1247457" y="237744"/>
                  </a:lnTo>
                  <a:lnTo>
                    <a:pt x="1246568" y="240411"/>
                  </a:lnTo>
                  <a:lnTo>
                    <a:pt x="1245552" y="242062"/>
                  </a:lnTo>
                  <a:lnTo>
                    <a:pt x="1244663" y="242824"/>
                  </a:lnTo>
                  <a:lnTo>
                    <a:pt x="1243774" y="243713"/>
                  </a:lnTo>
                  <a:lnTo>
                    <a:pt x="1242631" y="244221"/>
                  </a:lnTo>
                  <a:lnTo>
                    <a:pt x="1241107" y="244348"/>
                  </a:lnTo>
                  <a:lnTo>
                    <a:pt x="1239710" y="244602"/>
                  </a:lnTo>
                  <a:lnTo>
                    <a:pt x="1237043" y="244475"/>
                  </a:lnTo>
                  <a:lnTo>
                    <a:pt x="1232979" y="244094"/>
                  </a:lnTo>
                  <a:lnTo>
                    <a:pt x="1203642" y="241046"/>
                  </a:lnTo>
                  <a:lnTo>
                    <a:pt x="1200594" y="241046"/>
                  </a:lnTo>
                  <a:lnTo>
                    <a:pt x="1181925" y="261874"/>
                  </a:lnTo>
                  <a:lnTo>
                    <a:pt x="1182941" y="266065"/>
                  </a:lnTo>
                  <a:lnTo>
                    <a:pt x="1183830" y="268097"/>
                  </a:lnTo>
                  <a:lnTo>
                    <a:pt x="1185100" y="270383"/>
                  </a:lnTo>
                  <a:lnTo>
                    <a:pt x="1186243" y="272542"/>
                  </a:lnTo>
                  <a:lnTo>
                    <a:pt x="1188529" y="275590"/>
                  </a:lnTo>
                  <a:lnTo>
                    <a:pt x="1191704" y="279527"/>
                  </a:lnTo>
                  <a:lnTo>
                    <a:pt x="1191704" y="279781"/>
                  </a:lnTo>
                  <a:lnTo>
                    <a:pt x="1148651" y="275463"/>
                  </a:lnTo>
                  <a:lnTo>
                    <a:pt x="1148168" y="279273"/>
                  </a:lnTo>
                  <a:lnTo>
                    <a:pt x="1147254" y="296037"/>
                  </a:lnTo>
                  <a:lnTo>
                    <a:pt x="1150810" y="296418"/>
                  </a:lnTo>
                  <a:lnTo>
                    <a:pt x="1151445" y="294132"/>
                  </a:lnTo>
                  <a:lnTo>
                    <a:pt x="1151953" y="292608"/>
                  </a:lnTo>
                  <a:lnTo>
                    <a:pt x="1152969" y="290830"/>
                  </a:lnTo>
                  <a:lnTo>
                    <a:pt x="1153604" y="290195"/>
                  </a:lnTo>
                  <a:lnTo>
                    <a:pt x="1154366" y="289814"/>
                  </a:lnTo>
                  <a:lnTo>
                    <a:pt x="1155001" y="289306"/>
                  </a:lnTo>
                  <a:lnTo>
                    <a:pt x="1156017" y="289052"/>
                  </a:lnTo>
                  <a:lnTo>
                    <a:pt x="1157287" y="288798"/>
                  </a:lnTo>
                  <a:lnTo>
                    <a:pt x="1158557" y="288671"/>
                  </a:lnTo>
                  <a:lnTo>
                    <a:pt x="1161732" y="288671"/>
                  </a:lnTo>
                  <a:lnTo>
                    <a:pt x="1166431" y="289052"/>
                  </a:lnTo>
                  <a:lnTo>
                    <a:pt x="1170876" y="289560"/>
                  </a:lnTo>
                  <a:lnTo>
                    <a:pt x="1227899" y="295275"/>
                  </a:lnTo>
                  <a:lnTo>
                    <a:pt x="1230947" y="295656"/>
                  </a:lnTo>
                  <a:lnTo>
                    <a:pt x="1233233" y="295910"/>
                  </a:lnTo>
                  <a:lnTo>
                    <a:pt x="1234757" y="296291"/>
                  </a:lnTo>
                  <a:lnTo>
                    <a:pt x="1239583" y="299974"/>
                  </a:lnTo>
                  <a:lnTo>
                    <a:pt x="1240091" y="300863"/>
                  </a:lnTo>
                  <a:lnTo>
                    <a:pt x="1240472" y="302387"/>
                  </a:lnTo>
                  <a:lnTo>
                    <a:pt x="1240726" y="304419"/>
                  </a:lnTo>
                  <a:lnTo>
                    <a:pt x="1244155" y="304673"/>
                  </a:lnTo>
                  <a:lnTo>
                    <a:pt x="1245730" y="288671"/>
                  </a:lnTo>
                  <a:lnTo>
                    <a:pt x="1246187" y="284099"/>
                  </a:lnTo>
                  <a:lnTo>
                    <a:pt x="1246822" y="277749"/>
                  </a:lnTo>
                  <a:lnTo>
                    <a:pt x="1243520" y="277368"/>
                  </a:lnTo>
                  <a:lnTo>
                    <a:pt x="1242402" y="280035"/>
                  </a:lnTo>
                  <a:lnTo>
                    <a:pt x="1242123" y="280670"/>
                  </a:lnTo>
                  <a:lnTo>
                    <a:pt x="1240853" y="282448"/>
                  </a:lnTo>
                  <a:lnTo>
                    <a:pt x="1239964" y="283083"/>
                  </a:lnTo>
                  <a:lnTo>
                    <a:pt x="1238186" y="283845"/>
                  </a:lnTo>
                  <a:lnTo>
                    <a:pt x="1237043" y="283972"/>
                  </a:lnTo>
                  <a:lnTo>
                    <a:pt x="1235646" y="283972"/>
                  </a:lnTo>
                  <a:lnTo>
                    <a:pt x="1234376" y="284099"/>
                  </a:lnTo>
                  <a:lnTo>
                    <a:pt x="1232090" y="283845"/>
                  </a:lnTo>
                  <a:lnTo>
                    <a:pt x="1229042" y="283591"/>
                  </a:lnTo>
                  <a:lnTo>
                    <a:pt x="1203007" y="280924"/>
                  </a:lnTo>
                  <a:lnTo>
                    <a:pt x="1192974" y="274066"/>
                  </a:lnTo>
                  <a:lnTo>
                    <a:pt x="1191577" y="272034"/>
                  </a:lnTo>
                  <a:lnTo>
                    <a:pt x="1190561" y="270256"/>
                  </a:lnTo>
                  <a:lnTo>
                    <a:pt x="1189545" y="267208"/>
                  </a:lnTo>
                  <a:lnTo>
                    <a:pt x="1189672" y="263652"/>
                  </a:lnTo>
                  <a:lnTo>
                    <a:pt x="1203642" y="253238"/>
                  </a:lnTo>
                  <a:lnTo>
                    <a:pt x="1208214" y="253365"/>
                  </a:lnTo>
                  <a:lnTo>
                    <a:pt x="1242250" y="258572"/>
                  </a:lnTo>
                  <a:lnTo>
                    <a:pt x="1242885" y="259080"/>
                  </a:lnTo>
                  <a:lnTo>
                    <a:pt x="1243393" y="259842"/>
                  </a:lnTo>
                  <a:lnTo>
                    <a:pt x="1243774" y="260604"/>
                  </a:lnTo>
                  <a:lnTo>
                    <a:pt x="1244409" y="262763"/>
                  </a:lnTo>
                  <a:lnTo>
                    <a:pt x="1244790" y="264541"/>
                  </a:lnTo>
                  <a:lnTo>
                    <a:pt x="1248092" y="264922"/>
                  </a:lnTo>
                  <a:lnTo>
                    <a:pt x="1249299" y="253238"/>
                  </a:lnTo>
                  <a:lnTo>
                    <a:pt x="1250200" y="244602"/>
                  </a:lnTo>
                  <a:lnTo>
                    <a:pt x="1250886" y="238125"/>
                  </a:lnTo>
                  <a:close/>
                </a:path>
                <a:path w="1275079" h="377189">
                  <a:moveTo>
                    <a:pt x="1258633" y="160528"/>
                  </a:moveTo>
                  <a:lnTo>
                    <a:pt x="1255077" y="160147"/>
                  </a:lnTo>
                  <a:lnTo>
                    <a:pt x="1254442" y="162560"/>
                  </a:lnTo>
                  <a:lnTo>
                    <a:pt x="1253680" y="164211"/>
                  </a:lnTo>
                  <a:lnTo>
                    <a:pt x="1248346" y="167640"/>
                  </a:lnTo>
                  <a:lnTo>
                    <a:pt x="1246822" y="167513"/>
                  </a:lnTo>
                  <a:lnTo>
                    <a:pt x="1245298" y="167513"/>
                  </a:lnTo>
                  <a:lnTo>
                    <a:pt x="1242758" y="167386"/>
                  </a:lnTo>
                  <a:lnTo>
                    <a:pt x="1192720" y="162306"/>
                  </a:lnTo>
                  <a:lnTo>
                    <a:pt x="1190815" y="181737"/>
                  </a:lnTo>
                  <a:lnTo>
                    <a:pt x="1194117" y="181991"/>
                  </a:lnTo>
                  <a:lnTo>
                    <a:pt x="1195260" y="179070"/>
                  </a:lnTo>
                  <a:lnTo>
                    <a:pt x="1196276" y="177546"/>
                  </a:lnTo>
                  <a:lnTo>
                    <a:pt x="1201229" y="175387"/>
                  </a:lnTo>
                  <a:lnTo>
                    <a:pt x="1203896" y="175387"/>
                  </a:lnTo>
                  <a:lnTo>
                    <a:pt x="1239710" y="180213"/>
                  </a:lnTo>
                  <a:lnTo>
                    <a:pt x="1241361" y="181229"/>
                  </a:lnTo>
                  <a:lnTo>
                    <a:pt x="1242885" y="182753"/>
                  </a:lnTo>
                  <a:lnTo>
                    <a:pt x="1244409" y="184912"/>
                  </a:lnTo>
                  <a:lnTo>
                    <a:pt x="1245933" y="186944"/>
                  </a:lnTo>
                  <a:lnTo>
                    <a:pt x="1246949" y="188849"/>
                  </a:lnTo>
                  <a:lnTo>
                    <a:pt x="1247965" y="192151"/>
                  </a:lnTo>
                  <a:lnTo>
                    <a:pt x="1247990" y="195199"/>
                  </a:lnTo>
                  <a:lnTo>
                    <a:pt x="1247711" y="198247"/>
                  </a:lnTo>
                  <a:lnTo>
                    <a:pt x="1247076" y="200279"/>
                  </a:lnTo>
                  <a:lnTo>
                    <a:pt x="1244790" y="203073"/>
                  </a:lnTo>
                  <a:lnTo>
                    <a:pt x="1243520" y="204089"/>
                  </a:lnTo>
                  <a:lnTo>
                    <a:pt x="1241996" y="204724"/>
                  </a:lnTo>
                  <a:lnTo>
                    <a:pt x="1240599" y="205486"/>
                  </a:lnTo>
                  <a:lnTo>
                    <a:pt x="1238440" y="205867"/>
                  </a:lnTo>
                  <a:lnTo>
                    <a:pt x="1232725" y="206121"/>
                  </a:lnTo>
                  <a:lnTo>
                    <a:pt x="1228661" y="205867"/>
                  </a:lnTo>
                  <a:lnTo>
                    <a:pt x="1188656" y="201930"/>
                  </a:lnTo>
                  <a:lnTo>
                    <a:pt x="1186751" y="221234"/>
                  </a:lnTo>
                  <a:lnTo>
                    <a:pt x="1190053" y="221615"/>
                  </a:lnTo>
                  <a:lnTo>
                    <a:pt x="1191069" y="218821"/>
                  </a:lnTo>
                  <a:lnTo>
                    <a:pt x="1192085" y="217170"/>
                  </a:lnTo>
                  <a:lnTo>
                    <a:pt x="1193863" y="215646"/>
                  </a:lnTo>
                  <a:lnTo>
                    <a:pt x="1195133" y="215138"/>
                  </a:lnTo>
                  <a:lnTo>
                    <a:pt x="1198054" y="214884"/>
                  </a:lnTo>
                  <a:lnTo>
                    <a:pt x="1200721" y="215011"/>
                  </a:lnTo>
                  <a:lnTo>
                    <a:pt x="1236154" y="218567"/>
                  </a:lnTo>
                  <a:lnTo>
                    <a:pt x="1240726" y="218313"/>
                  </a:lnTo>
                  <a:lnTo>
                    <a:pt x="1244155" y="217424"/>
                  </a:lnTo>
                  <a:lnTo>
                    <a:pt x="1247584" y="216408"/>
                  </a:lnTo>
                  <a:lnTo>
                    <a:pt x="1249756" y="214884"/>
                  </a:lnTo>
                  <a:lnTo>
                    <a:pt x="1250124" y="214630"/>
                  </a:lnTo>
                  <a:lnTo>
                    <a:pt x="1253934" y="209550"/>
                  </a:lnTo>
                  <a:lnTo>
                    <a:pt x="1255204" y="206248"/>
                  </a:lnTo>
                  <a:lnTo>
                    <a:pt x="1255204" y="206121"/>
                  </a:lnTo>
                  <a:lnTo>
                    <a:pt x="1255610" y="201930"/>
                  </a:lnTo>
                  <a:lnTo>
                    <a:pt x="1245806" y="179832"/>
                  </a:lnTo>
                  <a:lnTo>
                    <a:pt x="1246187" y="178816"/>
                  </a:lnTo>
                  <a:lnTo>
                    <a:pt x="1257363" y="180340"/>
                  </a:lnTo>
                  <a:lnTo>
                    <a:pt x="1257503" y="178816"/>
                  </a:lnTo>
                  <a:lnTo>
                    <a:pt x="1257744" y="176276"/>
                  </a:lnTo>
                  <a:lnTo>
                    <a:pt x="1257782" y="175387"/>
                  </a:lnTo>
                  <a:lnTo>
                    <a:pt x="1258227" y="167640"/>
                  </a:lnTo>
                  <a:lnTo>
                    <a:pt x="1258633" y="160528"/>
                  </a:lnTo>
                  <a:close/>
                </a:path>
                <a:path w="1275079" h="377189">
                  <a:moveTo>
                    <a:pt x="1266507" y="82550"/>
                  </a:moveTo>
                  <a:lnTo>
                    <a:pt x="1263205" y="82169"/>
                  </a:lnTo>
                  <a:lnTo>
                    <a:pt x="1262443" y="84328"/>
                  </a:lnTo>
                  <a:lnTo>
                    <a:pt x="1261681" y="85725"/>
                  </a:lnTo>
                  <a:lnTo>
                    <a:pt x="1261046" y="86487"/>
                  </a:lnTo>
                  <a:lnTo>
                    <a:pt x="1260538" y="87376"/>
                  </a:lnTo>
                  <a:lnTo>
                    <a:pt x="1259776" y="88011"/>
                  </a:lnTo>
                  <a:lnTo>
                    <a:pt x="1259014" y="88265"/>
                  </a:lnTo>
                  <a:lnTo>
                    <a:pt x="1258125" y="88646"/>
                  </a:lnTo>
                  <a:lnTo>
                    <a:pt x="1256982" y="88900"/>
                  </a:lnTo>
                  <a:lnTo>
                    <a:pt x="1255585" y="88900"/>
                  </a:lnTo>
                  <a:lnTo>
                    <a:pt x="1254188" y="89027"/>
                  </a:lnTo>
                  <a:lnTo>
                    <a:pt x="1251902" y="88900"/>
                  </a:lnTo>
                  <a:lnTo>
                    <a:pt x="1248727" y="88519"/>
                  </a:lnTo>
                  <a:lnTo>
                    <a:pt x="1219263" y="85598"/>
                  </a:lnTo>
                  <a:lnTo>
                    <a:pt x="1216215" y="85471"/>
                  </a:lnTo>
                  <a:lnTo>
                    <a:pt x="1211135" y="85979"/>
                  </a:lnTo>
                  <a:lnTo>
                    <a:pt x="1208976" y="86487"/>
                  </a:lnTo>
                  <a:lnTo>
                    <a:pt x="1207198" y="87249"/>
                  </a:lnTo>
                  <a:lnTo>
                    <a:pt x="1205293" y="88011"/>
                  </a:lnTo>
                  <a:lnTo>
                    <a:pt x="1197673" y="106426"/>
                  </a:lnTo>
                  <a:lnTo>
                    <a:pt x="1198308" y="108585"/>
                  </a:lnTo>
                  <a:lnTo>
                    <a:pt x="1198816" y="110744"/>
                  </a:lnTo>
                  <a:lnTo>
                    <a:pt x="1199705" y="113030"/>
                  </a:lnTo>
                  <a:lnTo>
                    <a:pt x="1202245" y="117348"/>
                  </a:lnTo>
                  <a:lnTo>
                    <a:pt x="1204404" y="120396"/>
                  </a:lnTo>
                  <a:lnTo>
                    <a:pt x="1207452" y="124079"/>
                  </a:lnTo>
                  <a:lnTo>
                    <a:pt x="1207071" y="124968"/>
                  </a:lnTo>
                  <a:lnTo>
                    <a:pt x="1196022" y="123063"/>
                  </a:lnTo>
                  <a:lnTo>
                    <a:pt x="1195641" y="127254"/>
                  </a:lnTo>
                  <a:lnTo>
                    <a:pt x="1194625" y="143256"/>
                  </a:lnTo>
                  <a:lnTo>
                    <a:pt x="1198308" y="143637"/>
                  </a:lnTo>
                  <a:lnTo>
                    <a:pt x="1198816" y="141605"/>
                  </a:lnTo>
                  <a:lnTo>
                    <a:pt x="1199451" y="140081"/>
                  </a:lnTo>
                  <a:lnTo>
                    <a:pt x="1200086" y="139065"/>
                  </a:lnTo>
                  <a:lnTo>
                    <a:pt x="1200721" y="137922"/>
                  </a:lnTo>
                  <a:lnTo>
                    <a:pt x="1201610" y="137287"/>
                  </a:lnTo>
                  <a:lnTo>
                    <a:pt x="1202753" y="136779"/>
                  </a:lnTo>
                  <a:lnTo>
                    <a:pt x="1203769" y="136398"/>
                  </a:lnTo>
                  <a:lnTo>
                    <a:pt x="1205293" y="136144"/>
                  </a:lnTo>
                  <a:lnTo>
                    <a:pt x="1208849" y="136398"/>
                  </a:lnTo>
                  <a:lnTo>
                    <a:pt x="1211135" y="136525"/>
                  </a:lnTo>
                  <a:lnTo>
                    <a:pt x="1249235" y="140589"/>
                  </a:lnTo>
                  <a:lnTo>
                    <a:pt x="1256474" y="148590"/>
                  </a:lnTo>
                  <a:lnTo>
                    <a:pt x="1259903" y="148844"/>
                  </a:lnTo>
                  <a:lnTo>
                    <a:pt x="1261173" y="136144"/>
                  </a:lnTo>
                  <a:lnTo>
                    <a:pt x="1261922" y="128651"/>
                  </a:lnTo>
                  <a:lnTo>
                    <a:pt x="1262570" y="122174"/>
                  </a:lnTo>
                  <a:lnTo>
                    <a:pt x="1259268" y="121920"/>
                  </a:lnTo>
                  <a:lnTo>
                    <a:pt x="1258379" y="124079"/>
                  </a:lnTo>
                  <a:lnTo>
                    <a:pt x="1257490" y="125730"/>
                  </a:lnTo>
                  <a:lnTo>
                    <a:pt x="1256601" y="126619"/>
                  </a:lnTo>
                  <a:lnTo>
                    <a:pt x="1255712" y="127635"/>
                  </a:lnTo>
                  <a:lnTo>
                    <a:pt x="1254442" y="128143"/>
                  </a:lnTo>
                  <a:lnTo>
                    <a:pt x="1251394" y="128651"/>
                  </a:lnTo>
                  <a:lnTo>
                    <a:pt x="1248600" y="128524"/>
                  </a:lnTo>
                  <a:lnTo>
                    <a:pt x="1219390" y="125476"/>
                  </a:lnTo>
                  <a:lnTo>
                    <a:pt x="1217104" y="125349"/>
                  </a:lnTo>
                  <a:lnTo>
                    <a:pt x="1216037" y="124968"/>
                  </a:lnTo>
                  <a:lnTo>
                    <a:pt x="1215326" y="124714"/>
                  </a:lnTo>
                  <a:lnTo>
                    <a:pt x="1213675" y="123698"/>
                  </a:lnTo>
                  <a:lnTo>
                    <a:pt x="1205928" y="113411"/>
                  </a:lnTo>
                  <a:lnTo>
                    <a:pt x="1205293" y="111760"/>
                  </a:lnTo>
                  <a:lnTo>
                    <a:pt x="1205293" y="108204"/>
                  </a:lnTo>
                  <a:lnTo>
                    <a:pt x="1205547" y="106426"/>
                  </a:lnTo>
                  <a:lnTo>
                    <a:pt x="1218755" y="97790"/>
                  </a:lnTo>
                  <a:lnTo>
                    <a:pt x="1221295" y="97917"/>
                  </a:lnTo>
                  <a:lnTo>
                    <a:pt x="1223962" y="97917"/>
                  </a:lnTo>
                  <a:lnTo>
                    <a:pt x="1226756" y="98171"/>
                  </a:lnTo>
                  <a:lnTo>
                    <a:pt x="1229931" y="98425"/>
                  </a:lnTo>
                  <a:lnTo>
                    <a:pt x="1247838" y="100330"/>
                  </a:lnTo>
                  <a:lnTo>
                    <a:pt x="1250886" y="100584"/>
                  </a:lnTo>
                  <a:lnTo>
                    <a:pt x="1253172" y="100965"/>
                  </a:lnTo>
                  <a:lnTo>
                    <a:pt x="1254696" y="101473"/>
                  </a:lnTo>
                  <a:lnTo>
                    <a:pt x="1256220" y="101854"/>
                  </a:lnTo>
                  <a:lnTo>
                    <a:pt x="1260538" y="109093"/>
                  </a:lnTo>
                  <a:lnTo>
                    <a:pt x="1263840" y="109347"/>
                  </a:lnTo>
                  <a:lnTo>
                    <a:pt x="1264983" y="97790"/>
                  </a:lnTo>
                  <a:lnTo>
                    <a:pt x="1265859" y="89027"/>
                  </a:lnTo>
                  <a:lnTo>
                    <a:pt x="1266507" y="82550"/>
                  </a:lnTo>
                  <a:close/>
                </a:path>
                <a:path w="1275079" h="377189">
                  <a:moveTo>
                    <a:pt x="1274508" y="4318"/>
                  </a:moveTo>
                  <a:lnTo>
                    <a:pt x="1271079" y="4076"/>
                  </a:lnTo>
                  <a:lnTo>
                    <a:pt x="1270444" y="6096"/>
                  </a:lnTo>
                  <a:lnTo>
                    <a:pt x="1269301" y="8013"/>
                  </a:lnTo>
                  <a:lnTo>
                    <a:pt x="1266126" y="11430"/>
                  </a:lnTo>
                  <a:lnTo>
                    <a:pt x="1263713" y="13208"/>
                  </a:lnTo>
                  <a:lnTo>
                    <a:pt x="1232852" y="32258"/>
                  </a:lnTo>
                  <a:lnTo>
                    <a:pt x="1226921" y="24650"/>
                  </a:lnTo>
                  <a:lnTo>
                    <a:pt x="1212405" y="254"/>
                  </a:lnTo>
                  <a:lnTo>
                    <a:pt x="1209103" y="0"/>
                  </a:lnTo>
                  <a:lnTo>
                    <a:pt x="1206182" y="29337"/>
                  </a:lnTo>
                  <a:lnTo>
                    <a:pt x="1209484" y="29591"/>
                  </a:lnTo>
                  <a:lnTo>
                    <a:pt x="1209992" y="27825"/>
                  </a:lnTo>
                  <a:lnTo>
                    <a:pt x="1210627" y="26416"/>
                  </a:lnTo>
                  <a:lnTo>
                    <a:pt x="1211516" y="25654"/>
                  </a:lnTo>
                  <a:lnTo>
                    <a:pt x="1212278" y="24892"/>
                  </a:lnTo>
                  <a:lnTo>
                    <a:pt x="1213421" y="24650"/>
                  </a:lnTo>
                  <a:lnTo>
                    <a:pt x="1221168" y="28194"/>
                  </a:lnTo>
                  <a:lnTo>
                    <a:pt x="1222438" y="29337"/>
                  </a:lnTo>
                  <a:lnTo>
                    <a:pt x="1225613" y="33413"/>
                  </a:lnTo>
                  <a:lnTo>
                    <a:pt x="1227645" y="36068"/>
                  </a:lnTo>
                  <a:lnTo>
                    <a:pt x="1229169" y="38239"/>
                  </a:lnTo>
                  <a:lnTo>
                    <a:pt x="1229995" y="39763"/>
                  </a:lnTo>
                  <a:lnTo>
                    <a:pt x="1230820" y="41148"/>
                  </a:lnTo>
                  <a:lnTo>
                    <a:pt x="1231353" y="42545"/>
                  </a:lnTo>
                  <a:lnTo>
                    <a:pt x="1231811" y="44069"/>
                  </a:lnTo>
                  <a:lnTo>
                    <a:pt x="1231836" y="47371"/>
                  </a:lnTo>
                  <a:lnTo>
                    <a:pt x="1231582" y="49530"/>
                  </a:lnTo>
                  <a:lnTo>
                    <a:pt x="1172019" y="43561"/>
                  </a:lnTo>
                  <a:lnTo>
                    <a:pt x="1171651" y="47371"/>
                  </a:lnTo>
                  <a:lnTo>
                    <a:pt x="1170622" y="64135"/>
                  </a:lnTo>
                  <a:lnTo>
                    <a:pt x="1174178" y="64516"/>
                  </a:lnTo>
                  <a:lnTo>
                    <a:pt x="1174813" y="62230"/>
                  </a:lnTo>
                  <a:lnTo>
                    <a:pt x="1175448" y="60579"/>
                  </a:lnTo>
                  <a:lnTo>
                    <a:pt x="1175956" y="59817"/>
                  </a:lnTo>
                  <a:lnTo>
                    <a:pt x="1176337" y="58928"/>
                  </a:lnTo>
                  <a:lnTo>
                    <a:pt x="1176972" y="58293"/>
                  </a:lnTo>
                  <a:lnTo>
                    <a:pt x="1183449" y="56642"/>
                  </a:lnTo>
                  <a:lnTo>
                    <a:pt x="1189926" y="57162"/>
                  </a:lnTo>
                  <a:lnTo>
                    <a:pt x="1194244" y="57658"/>
                  </a:lnTo>
                  <a:lnTo>
                    <a:pt x="1253807" y="63639"/>
                  </a:lnTo>
                  <a:lnTo>
                    <a:pt x="1255712" y="63881"/>
                  </a:lnTo>
                  <a:lnTo>
                    <a:pt x="1257236" y="64262"/>
                  </a:lnTo>
                  <a:lnTo>
                    <a:pt x="1258760" y="64516"/>
                  </a:lnTo>
                  <a:lnTo>
                    <a:pt x="1262824" y="67576"/>
                  </a:lnTo>
                  <a:lnTo>
                    <a:pt x="1263332" y="68453"/>
                  </a:lnTo>
                  <a:lnTo>
                    <a:pt x="1263840" y="70104"/>
                  </a:lnTo>
                  <a:lnTo>
                    <a:pt x="1264221" y="72517"/>
                  </a:lnTo>
                  <a:lnTo>
                    <a:pt x="1267523" y="72771"/>
                  </a:lnTo>
                  <a:lnTo>
                    <a:pt x="1269187" y="56642"/>
                  </a:lnTo>
                  <a:lnTo>
                    <a:pt x="1269644" y="52197"/>
                  </a:lnTo>
                  <a:lnTo>
                    <a:pt x="1270317" y="45720"/>
                  </a:lnTo>
                  <a:lnTo>
                    <a:pt x="1266888" y="45466"/>
                  </a:lnTo>
                  <a:lnTo>
                    <a:pt x="1266126" y="47637"/>
                  </a:lnTo>
                  <a:lnTo>
                    <a:pt x="1265237" y="49288"/>
                  </a:lnTo>
                  <a:lnTo>
                    <a:pt x="1264348" y="50177"/>
                  </a:lnTo>
                  <a:lnTo>
                    <a:pt x="1263459" y="51181"/>
                  </a:lnTo>
                  <a:lnTo>
                    <a:pt x="1262189" y="51701"/>
                  </a:lnTo>
                  <a:lnTo>
                    <a:pt x="1259141" y="52197"/>
                  </a:lnTo>
                  <a:lnTo>
                    <a:pt x="1256347" y="52070"/>
                  </a:lnTo>
                  <a:lnTo>
                    <a:pt x="1236154" y="50050"/>
                  </a:lnTo>
                  <a:lnTo>
                    <a:pt x="1238821" y="41414"/>
                  </a:lnTo>
                  <a:lnTo>
                    <a:pt x="1239456" y="40767"/>
                  </a:lnTo>
                  <a:lnTo>
                    <a:pt x="1265364" y="26301"/>
                  </a:lnTo>
                  <a:lnTo>
                    <a:pt x="1267015" y="26543"/>
                  </a:lnTo>
                  <a:lnTo>
                    <a:pt x="1267650" y="26797"/>
                  </a:lnTo>
                  <a:lnTo>
                    <a:pt x="1267904" y="27432"/>
                  </a:lnTo>
                  <a:lnTo>
                    <a:pt x="1268285" y="28067"/>
                  </a:lnTo>
                  <a:lnTo>
                    <a:pt x="1268412" y="28956"/>
                  </a:lnTo>
                  <a:lnTo>
                    <a:pt x="1268539" y="30099"/>
                  </a:lnTo>
                  <a:lnTo>
                    <a:pt x="1271841" y="30480"/>
                  </a:lnTo>
                  <a:lnTo>
                    <a:pt x="1272260" y="26301"/>
                  </a:lnTo>
                  <a:lnTo>
                    <a:pt x="1274508" y="4318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126486" y="3970781"/>
              <a:ext cx="1826260" cy="173990"/>
            </a:xfrm>
            <a:custGeom>
              <a:avLst/>
              <a:gdLst/>
              <a:ahLst/>
              <a:cxnLst/>
              <a:rect l="l" t="t" r="r" b="b"/>
              <a:pathLst>
                <a:path w="1826260" h="173989">
                  <a:moveTo>
                    <a:pt x="1825752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1825752" y="173736"/>
                  </a:lnTo>
                  <a:lnTo>
                    <a:pt x="182575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126486" y="3970781"/>
              <a:ext cx="1826260" cy="173990"/>
            </a:xfrm>
            <a:custGeom>
              <a:avLst/>
              <a:gdLst/>
              <a:ahLst/>
              <a:cxnLst/>
              <a:rect l="l" t="t" r="r" b="b"/>
              <a:pathLst>
                <a:path w="1826260" h="173989">
                  <a:moveTo>
                    <a:pt x="0" y="173736"/>
                  </a:moveTo>
                  <a:lnTo>
                    <a:pt x="1825752" y="173736"/>
                  </a:lnTo>
                  <a:lnTo>
                    <a:pt x="1825752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355086" y="3986022"/>
              <a:ext cx="457200" cy="170815"/>
            </a:xfrm>
            <a:custGeom>
              <a:avLst/>
              <a:gdLst/>
              <a:ahLst/>
              <a:cxnLst/>
              <a:rect l="l" t="t" r="r" b="b"/>
              <a:pathLst>
                <a:path w="457200" h="170814">
                  <a:moveTo>
                    <a:pt x="0" y="0"/>
                  </a:moveTo>
                  <a:lnTo>
                    <a:pt x="0" y="157860"/>
                  </a:lnTo>
                </a:path>
                <a:path w="457200" h="170814">
                  <a:moveTo>
                    <a:pt x="228600" y="0"/>
                  </a:moveTo>
                  <a:lnTo>
                    <a:pt x="228600" y="170687"/>
                  </a:lnTo>
                </a:path>
                <a:path w="457200" h="170814">
                  <a:moveTo>
                    <a:pt x="457200" y="0"/>
                  </a:moveTo>
                  <a:lnTo>
                    <a:pt x="457200" y="170687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039362" y="3986022"/>
              <a:ext cx="1270" cy="158115"/>
            </a:xfrm>
            <a:custGeom>
              <a:avLst/>
              <a:gdLst/>
              <a:ahLst/>
              <a:cxnLst/>
              <a:rect l="l" t="t" r="r" b="b"/>
              <a:pathLst>
                <a:path w="1270" h="158114">
                  <a:moveTo>
                    <a:pt x="571" y="-9906"/>
                  </a:moveTo>
                  <a:lnTo>
                    <a:pt x="571" y="167766"/>
                  </a:lnTo>
                </a:path>
              </a:pathLst>
            </a:custGeom>
            <a:ln w="2095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269486" y="3986022"/>
              <a:ext cx="228600" cy="170815"/>
            </a:xfrm>
            <a:custGeom>
              <a:avLst/>
              <a:gdLst/>
              <a:ahLst/>
              <a:cxnLst/>
              <a:rect l="l" t="t" r="r" b="b"/>
              <a:pathLst>
                <a:path w="228600" h="170814">
                  <a:moveTo>
                    <a:pt x="0" y="0"/>
                  </a:moveTo>
                  <a:lnTo>
                    <a:pt x="0" y="170687"/>
                  </a:lnTo>
                </a:path>
                <a:path w="228600" h="170814">
                  <a:moveTo>
                    <a:pt x="228600" y="0"/>
                  </a:moveTo>
                  <a:lnTo>
                    <a:pt x="228600" y="157860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193034" y="4003547"/>
              <a:ext cx="99568" cy="11150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411093" y="4003547"/>
              <a:ext cx="99441" cy="11150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49980" y="4003547"/>
              <a:ext cx="99568" cy="11150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885946" y="4003547"/>
              <a:ext cx="99567" cy="1115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099560" y="4003547"/>
              <a:ext cx="99440" cy="1115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323842" y="4003547"/>
              <a:ext cx="99568" cy="11150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650486" y="4057650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104521" y="0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FFFFF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89813" y="1758203"/>
              <a:ext cx="1343660" cy="1213485"/>
            </a:xfrm>
            <a:custGeom>
              <a:avLst/>
              <a:gdLst/>
              <a:ahLst/>
              <a:cxnLst/>
              <a:rect l="l" t="t" r="r" b="b"/>
              <a:pathLst>
                <a:path w="1343660" h="1213485">
                  <a:moveTo>
                    <a:pt x="1030374" y="0"/>
                  </a:moveTo>
                  <a:lnTo>
                    <a:pt x="992623" y="9871"/>
                  </a:lnTo>
                  <a:lnTo>
                    <a:pt x="957715" y="31567"/>
                  </a:lnTo>
                  <a:lnTo>
                    <a:pt x="927679" y="64881"/>
                  </a:lnTo>
                  <a:lnTo>
                    <a:pt x="917580" y="50377"/>
                  </a:lnTo>
                  <a:lnTo>
                    <a:pt x="906231" y="37433"/>
                  </a:lnTo>
                  <a:lnTo>
                    <a:pt x="893764" y="26179"/>
                  </a:lnTo>
                  <a:lnTo>
                    <a:pt x="880308" y="16748"/>
                  </a:lnTo>
                  <a:lnTo>
                    <a:pt x="838850" y="754"/>
                  </a:lnTo>
                  <a:lnTo>
                    <a:pt x="796935" y="1481"/>
                  </a:lnTo>
                  <a:lnTo>
                    <a:pt x="757549" y="17699"/>
                  </a:lnTo>
                  <a:lnTo>
                    <a:pt x="723681" y="48175"/>
                  </a:lnTo>
                  <a:lnTo>
                    <a:pt x="698317" y="91678"/>
                  </a:lnTo>
                  <a:lnTo>
                    <a:pt x="689518" y="81686"/>
                  </a:lnTo>
                  <a:lnTo>
                    <a:pt x="659836" y="56880"/>
                  </a:lnTo>
                  <a:lnTo>
                    <a:pt x="618167" y="37833"/>
                  </a:lnTo>
                  <a:lnTo>
                    <a:pt x="575362" y="33117"/>
                  </a:lnTo>
                  <a:lnTo>
                    <a:pt x="533566" y="41925"/>
                  </a:lnTo>
                  <a:lnTo>
                    <a:pt x="494924" y="63455"/>
                  </a:lnTo>
                  <a:lnTo>
                    <a:pt x="461580" y="96902"/>
                  </a:lnTo>
                  <a:lnTo>
                    <a:pt x="435681" y="141462"/>
                  </a:lnTo>
                  <a:lnTo>
                    <a:pt x="404149" y="122870"/>
                  </a:lnTo>
                  <a:lnTo>
                    <a:pt x="370784" y="111029"/>
                  </a:lnTo>
                  <a:lnTo>
                    <a:pt x="336275" y="106118"/>
                  </a:lnTo>
                  <a:lnTo>
                    <a:pt x="301315" y="108315"/>
                  </a:lnTo>
                  <a:lnTo>
                    <a:pt x="259990" y="120556"/>
                  </a:lnTo>
                  <a:lnTo>
                    <a:pt x="222604" y="142023"/>
                  </a:lnTo>
                  <a:lnTo>
                    <a:pt x="189883" y="171548"/>
                  </a:lnTo>
                  <a:lnTo>
                    <a:pt x="162551" y="207962"/>
                  </a:lnTo>
                  <a:lnTo>
                    <a:pt x="141333" y="250097"/>
                  </a:lnTo>
                  <a:lnTo>
                    <a:pt x="126954" y="296785"/>
                  </a:lnTo>
                  <a:lnTo>
                    <a:pt x="120137" y="346857"/>
                  </a:lnTo>
                  <a:lnTo>
                    <a:pt x="121610" y="399145"/>
                  </a:lnTo>
                  <a:lnTo>
                    <a:pt x="120594" y="402955"/>
                  </a:lnTo>
                  <a:lnTo>
                    <a:pt x="61316" y="428656"/>
                  </a:lnTo>
                  <a:lnTo>
                    <a:pt x="17851" y="484743"/>
                  </a:lnTo>
                  <a:lnTo>
                    <a:pt x="2204" y="534633"/>
                  </a:lnTo>
                  <a:lnTo>
                    <a:pt x="0" y="586231"/>
                  </a:lnTo>
                  <a:lnTo>
                    <a:pt x="10444" y="635756"/>
                  </a:lnTo>
                  <a:lnTo>
                    <a:pt x="32745" y="679429"/>
                  </a:lnTo>
                  <a:lnTo>
                    <a:pt x="66111" y="713470"/>
                  </a:lnTo>
                  <a:lnTo>
                    <a:pt x="48428" y="742535"/>
                  </a:lnTo>
                  <a:lnTo>
                    <a:pt x="36377" y="775207"/>
                  </a:lnTo>
                  <a:lnTo>
                    <a:pt x="30303" y="810285"/>
                  </a:lnTo>
                  <a:lnTo>
                    <a:pt x="30551" y="846566"/>
                  </a:lnTo>
                  <a:lnTo>
                    <a:pt x="42361" y="897830"/>
                  </a:lnTo>
                  <a:lnTo>
                    <a:pt x="65777" y="940450"/>
                  </a:lnTo>
                  <a:lnTo>
                    <a:pt x="98326" y="972030"/>
                  </a:lnTo>
                  <a:lnTo>
                    <a:pt x="137531" y="990175"/>
                  </a:lnTo>
                  <a:lnTo>
                    <a:pt x="180919" y="992489"/>
                  </a:lnTo>
                  <a:lnTo>
                    <a:pt x="183459" y="997823"/>
                  </a:lnTo>
                  <a:lnTo>
                    <a:pt x="208972" y="1041035"/>
                  </a:lnTo>
                  <a:lnTo>
                    <a:pt x="239423" y="1076925"/>
                  </a:lnTo>
                  <a:lnTo>
                    <a:pt x="273883" y="1105208"/>
                  </a:lnTo>
                  <a:lnTo>
                    <a:pt x="311418" y="1125598"/>
                  </a:lnTo>
                  <a:lnTo>
                    <a:pt x="351099" y="1137810"/>
                  </a:lnTo>
                  <a:lnTo>
                    <a:pt x="391993" y="1141558"/>
                  </a:lnTo>
                  <a:lnTo>
                    <a:pt x="433169" y="1136558"/>
                  </a:lnTo>
                  <a:lnTo>
                    <a:pt x="473696" y="1122523"/>
                  </a:lnTo>
                  <a:lnTo>
                    <a:pt x="512643" y="1099169"/>
                  </a:lnTo>
                  <a:lnTo>
                    <a:pt x="535278" y="1133975"/>
                  </a:lnTo>
                  <a:lnTo>
                    <a:pt x="562188" y="1163304"/>
                  </a:lnTo>
                  <a:lnTo>
                    <a:pt x="592742" y="1186537"/>
                  </a:lnTo>
                  <a:lnTo>
                    <a:pt x="626308" y="1203055"/>
                  </a:lnTo>
                  <a:lnTo>
                    <a:pt x="668006" y="1213166"/>
                  </a:lnTo>
                  <a:lnTo>
                    <a:pt x="709245" y="1212820"/>
                  </a:lnTo>
                  <a:lnTo>
                    <a:pt x="748968" y="1202713"/>
                  </a:lnTo>
                  <a:lnTo>
                    <a:pt x="786121" y="1183544"/>
                  </a:lnTo>
                  <a:lnTo>
                    <a:pt x="819649" y="1156011"/>
                  </a:lnTo>
                  <a:lnTo>
                    <a:pt x="848496" y="1120812"/>
                  </a:lnTo>
                  <a:lnTo>
                    <a:pt x="871607" y="1078645"/>
                  </a:lnTo>
                  <a:lnTo>
                    <a:pt x="887928" y="1030208"/>
                  </a:lnTo>
                  <a:lnTo>
                    <a:pt x="909807" y="1044519"/>
                  </a:lnTo>
                  <a:lnTo>
                    <a:pt x="932949" y="1054973"/>
                  </a:lnTo>
                  <a:lnTo>
                    <a:pt x="957043" y="1061426"/>
                  </a:lnTo>
                  <a:lnTo>
                    <a:pt x="981781" y="1063736"/>
                  </a:lnTo>
                  <a:lnTo>
                    <a:pt x="1023004" y="1058311"/>
                  </a:lnTo>
                  <a:lnTo>
                    <a:pt x="1060930" y="1042047"/>
                  </a:lnTo>
                  <a:lnTo>
                    <a:pt x="1094471" y="1016266"/>
                  </a:lnTo>
                  <a:lnTo>
                    <a:pt x="1122538" y="982290"/>
                  </a:lnTo>
                  <a:lnTo>
                    <a:pt x="1144043" y="941440"/>
                  </a:lnTo>
                  <a:lnTo>
                    <a:pt x="1157896" y="895038"/>
                  </a:lnTo>
                  <a:lnTo>
                    <a:pt x="1163010" y="844407"/>
                  </a:lnTo>
                  <a:lnTo>
                    <a:pt x="1189461" y="837572"/>
                  </a:lnTo>
                  <a:lnTo>
                    <a:pt x="1238983" y="811903"/>
                  </a:lnTo>
                  <a:lnTo>
                    <a:pt x="1292478" y="757341"/>
                  </a:lnTo>
                  <a:lnTo>
                    <a:pt x="1316350" y="715718"/>
                  </a:lnTo>
                  <a:lnTo>
                    <a:pt x="1332894" y="669942"/>
                  </a:lnTo>
                  <a:lnTo>
                    <a:pt x="1341953" y="621474"/>
                  </a:lnTo>
                  <a:lnTo>
                    <a:pt x="1343367" y="571774"/>
                  </a:lnTo>
                  <a:lnTo>
                    <a:pt x="1336980" y="522301"/>
                  </a:lnTo>
                  <a:lnTo>
                    <a:pt x="1322633" y="474516"/>
                  </a:lnTo>
                  <a:lnTo>
                    <a:pt x="1300170" y="429879"/>
                  </a:lnTo>
                  <a:lnTo>
                    <a:pt x="1304361" y="416560"/>
                  </a:lnTo>
                  <a:lnTo>
                    <a:pt x="1307790" y="402955"/>
                  </a:lnTo>
                  <a:lnTo>
                    <a:pt x="1313636" y="348585"/>
                  </a:lnTo>
                  <a:lnTo>
                    <a:pt x="1307907" y="296035"/>
                  </a:lnTo>
                  <a:lnTo>
                    <a:pt x="1291708" y="247697"/>
                  </a:lnTo>
                  <a:lnTo>
                    <a:pt x="1266143" y="205964"/>
                  </a:lnTo>
                  <a:lnTo>
                    <a:pt x="1232316" y="173226"/>
                  </a:lnTo>
                  <a:lnTo>
                    <a:pt x="1191331" y="151876"/>
                  </a:lnTo>
                  <a:lnTo>
                    <a:pt x="1184516" y="120999"/>
                  </a:lnTo>
                  <a:lnTo>
                    <a:pt x="1158791" y="66151"/>
                  </a:lnTo>
                  <a:lnTo>
                    <a:pt x="1106293" y="16565"/>
                  </a:lnTo>
                  <a:lnTo>
                    <a:pt x="1068940" y="2161"/>
                  </a:lnTo>
                  <a:lnTo>
                    <a:pt x="10303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652649" y="3069843"/>
              <a:ext cx="135000" cy="13500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525395" y="3252215"/>
              <a:ext cx="67563" cy="6756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829560" y="2841751"/>
              <a:ext cx="202437" cy="20243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889813" y="1758203"/>
              <a:ext cx="1343660" cy="1213485"/>
            </a:xfrm>
            <a:custGeom>
              <a:avLst/>
              <a:gdLst/>
              <a:ahLst/>
              <a:cxnLst/>
              <a:rect l="l" t="t" r="r" b="b"/>
              <a:pathLst>
                <a:path w="1343660" h="1213485">
                  <a:moveTo>
                    <a:pt x="121610" y="399145"/>
                  </a:moveTo>
                  <a:lnTo>
                    <a:pt x="120137" y="346857"/>
                  </a:lnTo>
                  <a:lnTo>
                    <a:pt x="126954" y="296785"/>
                  </a:lnTo>
                  <a:lnTo>
                    <a:pt x="141333" y="250097"/>
                  </a:lnTo>
                  <a:lnTo>
                    <a:pt x="162551" y="207962"/>
                  </a:lnTo>
                  <a:lnTo>
                    <a:pt x="189883" y="171548"/>
                  </a:lnTo>
                  <a:lnTo>
                    <a:pt x="222604" y="142023"/>
                  </a:lnTo>
                  <a:lnTo>
                    <a:pt x="259990" y="120556"/>
                  </a:lnTo>
                  <a:lnTo>
                    <a:pt x="301315" y="108315"/>
                  </a:lnTo>
                  <a:lnTo>
                    <a:pt x="336275" y="106118"/>
                  </a:lnTo>
                  <a:lnTo>
                    <a:pt x="370784" y="111029"/>
                  </a:lnTo>
                  <a:lnTo>
                    <a:pt x="404149" y="122870"/>
                  </a:lnTo>
                  <a:lnTo>
                    <a:pt x="435681" y="141462"/>
                  </a:lnTo>
                  <a:lnTo>
                    <a:pt x="461580" y="96902"/>
                  </a:lnTo>
                  <a:lnTo>
                    <a:pt x="494924" y="63455"/>
                  </a:lnTo>
                  <a:lnTo>
                    <a:pt x="533566" y="41925"/>
                  </a:lnTo>
                  <a:lnTo>
                    <a:pt x="575362" y="33117"/>
                  </a:lnTo>
                  <a:lnTo>
                    <a:pt x="618167" y="37833"/>
                  </a:lnTo>
                  <a:lnTo>
                    <a:pt x="659836" y="56880"/>
                  </a:lnTo>
                  <a:lnTo>
                    <a:pt x="689518" y="81686"/>
                  </a:lnTo>
                  <a:lnTo>
                    <a:pt x="698317" y="91678"/>
                  </a:lnTo>
                  <a:lnTo>
                    <a:pt x="723681" y="48175"/>
                  </a:lnTo>
                  <a:lnTo>
                    <a:pt x="757549" y="17699"/>
                  </a:lnTo>
                  <a:lnTo>
                    <a:pt x="796935" y="1481"/>
                  </a:lnTo>
                  <a:lnTo>
                    <a:pt x="838850" y="754"/>
                  </a:lnTo>
                  <a:lnTo>
                    <a:pt x="880308" y="16748"/>
                  </a:lnTo>
                  <a:lnTo>
                    <a:pt x="893764" y="26179"/>
                  </a:lnTo>
                  <a:lnTo>
                    <a:pt x="906231" y="37433"/>
                  </a:lnTo>
                  <a:lnTo>
                    <a:pt x="917580" y="50377"/>
                  </a:lnTo>
                  <a:lnTo>
                    <a:pt x="927679" y="64881"/>
                  </a:lnTo>
                  <a:lnTo>
                    <a:pt x="957715" y="31567"/>
                  </a:lnTo>
                  <a:lnTo>
                    <a:pt x="992623" y="9871"/>
                  </a:lnTo>
                  <a:lnTo>
                    <a:pt x="1030374" y="0"/>
                  </a:lnTo>
                  <a:lnTo>
                    <a:pt x="1068940" y="2161"/>
                  </a:lnTo>
                  <a:lnTo>
                    <a:pt x="1106293" y="16565"/>
                  </a:lnTo>
                  <a:lnTo>
                    <a:pt x="1140404" y="43418"/>
                  </a:lnTo>
                  <a:lnTo>
                    <a:pt x="1173582" y="92217"/>
                  </a:lnTo>
                  <a:lnTo>
                    <a:pt x="1191331" y="151876"/>
                  </a:lnTo>
                  <a:lnTo>
                    <a:pt x="1232316" y="173226"/>
                  </a:lnTo>
                  <a:lnTo>
                    <a:pt x="1266143" y="205964"/>
                  </a:lnTo>
                  <a:lnTo>
                    <a:pt x="1291708" y="247697"/>
                  </a:lnTo>
                  <a:lnTo>
                    <a:pt x="1307907" y="296035"/>
                  </a:lnTo>
                  <a:lnTo>
                    <a:pt x="1313636" y="348585"/>
                  </a:lnTo>
                  <a:lnTo>
                    <a:pt x="1307790" y="402955"/>
                  </a:lnTo>
                  <a:lnTo>
                    <a:pt x="1306170" y="409787"/>
                  </a:lnTo>
                  <a:lnTo>
                    <a:pt x="1304361" y="416560"/>
                  </a:lnTo>
                  <a:lnTo>
                    <a:pt x="1302360" y="423261"/>
                  </a:lnTo>
                  <a:lnTo>
                    <a:pt x="1300170" y="429879"/>
                  </a:lnTo>
                  <a:lnTo>
                    <a:pt x="1322633" y="474516"/>
                  </a:lnTo>
                  <a:lnTo>
                    <a:pt x="1336980" y="522301"/>
                  </a:lnTo>
                  <a:lnTo>
                    <a:pt x="1343367" y="571774"/>
                  </a:lnTo>
                  <a:lnTo>
                    <a:pt x="1341953" y="621474"/>
                  </a:lnTo>
                  <a:lnTo>
                    <a:pt x="1332894" y="669942"/>
                  </a:lnTo>
                  <a:lnTo>
                    <a:pt x="1316350" y="715718"/>
                  </a:lnTo>
                  <a:lnTo>
                    <a:pt x="1292478" y="757341"/>
                  </a:lnTo>
                  <a:lnTo>
                    <a:pt x="1261435" y="793353"/>
                  </a:lnTo>
                  <a:lnTo>
                    <a:pt x="1214889" y="826690"/>
                  </a:lnTo>
                  <a:lnTo>
                    <a:pt x="1163010" y="844407"/>
                  </a:lnTo>
                  <a:lnTo>
                    <a:pt x="1157896" y="895038"/>
                  </a:lnTo>
                  <a:lnTo>
                    <a:pt x="1144043" y="941440"/>
                  </a:lnTo>
                  <a:lnTo>
                    <a:pt x="1122538" y="982290"/>
                  </a:lnTo>
                  <a:lnTo>
                    <a:pt x="1094471" y="1016266"/>
                  </a:lnTo>
                  <a:lnTo>
                    <a:pt x="1060930" y="1042047"/>
                  </a:lnTo>
                  <a:lnTo>
                    <a:pt x="1023004" y="1058311"/>
                  </a:lnTo>
                  <a:lnTo>
                    <a:pt x="981781" y="1063736"/>
                  </a:lnTo>
                  <a:lnTo>
                    <a:pt x="957043" y="1061426"/>
                  </a:lnTo>
                  <a:lnTo>
                    <a:pt x="932949" y="1054973"/>
                  </a:lnTo>
                  <a:lnTo>
                    <a:pt x="909807" y="1044519"/>
                  </a:lnTo>
                  <a:lnTo>
                    <a:pt x="887928" y="1030208"/>
                  </a:lnTo>
                  <a:lnTo>
                    <a:pt x="871607" y="1078645"/>
                  </a:lnTo>
                  <a:lnTo>
                    <a:pt x="848496" y="1120812"/>
                  </a:lnTo>
                  <a:lnTo>
                    <a:pt x="819649" y="1156011"/>
                  </a:lnTo>
                  <a:lnTo>
                    <a:pt x="786121" y="1183544"/>
                  </a:lnTo>
                  <a:lnTo>
                    <a:pt x="748968" y="1202713"/>
                  </a:lnTo>
                  <a:lnTo>
                    <a:pt x="709245" y="1212820"/>
                  </a:lnTo>
                  <a:lnTo>
                    <a:pt x="668006" y="1213166"/>
                  </a:lnTo>
                  <a:lnTo>
                    <a:pt x="626308" y="1203055"/>
                  </a:lnTo>
                  <a:lnTo>
                    <a:pt x="592742" y="1186537"/>
                  </a:lnTo>
                  <a:lnTo>
                    <a:pt x="562188" y="1163304"/>
                  </a:lnTo>
                  <a:lnTo>
                    <a:pt x="535278" y="1133975"/>
                  </a:lnTo>
                  <a:lnTo>
                    <a:pt x="512643" y="1099169"/>
                  </a:lnTo>
                  <a:lnTo>
                    <a:pt x="473696" y="1122523"/>
                  </a:lnTo>
                  <a:lnTo>
                    <a:pt x="433169" y="1136558"/>
                  </a:lnTo>
                  <a:lnTo>
                    <a:pt x="391993" y="1141558"/>
                  </a:lnTo>
                  <a:lnTo>
                    <a:pt x="351099" y="1137810"/>
                  </a:lnTo>
                  <a:lnTo>
                    <a:pt x="311418" y="1125598"/>
                  </a:lnTo>
                  <a:lnTo>
                    <a:pt x="273883" y="1105208"/>
                  </a:lnTo>
                  <a:lnTo>
                    <a:pt x="239423" y="1076925"/>
                  </a:lnTo>
                  <a:lnTo>
                    <a:pt x="208972" y="1041035"/>
                  </a:lnTo>
                  <a:lnTo>
                    <a:pt x="183459" y="997823"/>
                  </a:lnTo>
                  <a:lnTo>
                    <a:pt x="180919" y="992489"/>
                  </a:lnTo>
                  <a:lnTo>
                    <a:pt x="137531" y="990175"/>
                  </a:lnTo>
                  <a:lnTo>
                    <a:pt x="98326" y="972030"/>
                  </a:lnTo>
                  <a:lnTo>
                    <a:pt x="65777" y="940450"/>
                  </a:lnTo>
                  <a:lnTo>
                    <a:pt x="42361" y="897830"/>
                  </a:lnTo>
                  <a:lnTo>
                    <a:pt x="30551" y="846566"/>
                  </a:lnTo>
                  <a:lnTo>
                    <a:pt x="30303" y="810285"/>
                  </a:lnTo>
                  <a:lnTo>
                    <a:pt x="36377" y="775207"/>
                  </a:lnTo>
                  <a:lnTo>
                    <a:pt x="48428" y="742535"/>
                  </a:lnTo>
                  <a:lnTo>
                    <a:pt x="66111" y="713470"/>
                  </a:lnTo>
                  <a:lnTo>
                    <a:pt x="32745" y="679429"/>
                  </a:lnTo>
                  <a:lnTo>
                    <a:pt x="10444" y="635756"/>
                  </a:lnTo>
                  <a:lnTo>
                    <a:pt x="0" y="586231"/>
                  </a:lnTo>
                  <a:lnTo>
                    <a:pt x="2204" y="534633"/>
                  </a:lnTo>
                  <a:lnTo>
                    <a:pt x="17851" y="484743"/>
                  </a:lnTo>
                  <a:lnTo>
                    <a:pt x="61316" y="428656"/>
                  </a:lnTo>
                  <a:lnTo>
                    <a:pt x="120594" y="402955"/>
                  </a:lnTo>
                  <a:lnTo>
                    <a:pt x="121610" y="399145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512441" y="3239261"/>
              <a:ext cx="93472" cy="934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639695" y="2828797"/>
              <a:ext cx="405257" cy="3890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57449" y="1819147"/>
              <a:ext cx="1231900" cy="1033780"/>
            </a:xfrm>
            <a:custGeom>
              <a:avLst/>
              <a:gdLst/>
              <a:ahLst/>
              <a:cxnLst/>
              <a:rect l="l" t="t" r="r" b="b"/>
              <a:pathLst>
                <a:path w="1231900" h="1033780">
                  <a:moveTo>
                    <a:pt x="78612" y="670178"/>
                  </a:moveTo>
                  <a:lnTo>
                    <a:pt x="58096" y="670240"/>
                  </a:lnTo>
                  <a:lnTo>
                    <a:pt x="37925" y="666480"/>
                  </a:lnTo>
                  <a:lnTo>
                    <a:pt x="18444" y="658981"/>
                  </a:lnTo>
                  <a:lnTo>
                    <a:pt x="0" y="647826"/>
                  </a:lnTo>
                </a:path>
                <a:path w="1231900" h="1033780">
                  <a:moveTo>
                    <a:pt x="148081" y="915415"/>
                  </a:moveTo>
                  <a:lnTo>
                    <a:pt x="139703" y="919156"/>
                  </a:lnTo>
                  <a:lnTo>
                    <a:pt x="131159" y="922194"/>
                  </a:lnTo>
                  <a:lnTo>
                    <a:pt x="122471" y="924542"/>
                  </a:lnTo>
                  <a:lnTo>
                    <a:pt x="113664" y="926211"/>
                  </a:lnTo>
                </a:path>
                <a:path w="1231900" h="1033780">
                  <a:moveTo>
                    <a:pt x="445008" y="1033272"/>
                  </a:moveTo>
                  <a:lnTo>
                    <a:pt x="438985" y="1021560"/>
                  </a:lnTo>
                  <a:lnTo>
                    <a:pt x="433498" y="1009491"/>
                  </a:lnTo>
                  <a:lnTo>
                    <a:pt x="428559" y="997088"/>
                  </a:lnTo>
                  <a:lnTo>
                    <a:pt x="424179" y="984376"/>
                  </a:lnTo>
                </a:path>
                <a:path w="1231900" h="1033780">
                  <a:moveTo>
                    <a:pt x="828801" y="911225"/>
                  </a:moveTo>
                  <a:lnTo>
                    <a:pt x="827563" y="924887"/>
                  </a:lnTo>
                  <a:lnTo>
                    <a:pt x="825753" y="938418"/>
                  </a:lnTo>
                  <a:lnTo>
                    <a:pt x="823372" y="951783"/>
                  </a:lnTo>
                  <a:lnTo>
                    <a:pt x="820420" y="964946"/>
                  </a:lnTo>
                </a:path>
                <a:path w="1231900" h="1033780">
                  <a:moveTo>
                    <a:pt x="993521" y="579627"/>
                  </a:moveTo>
                  <a:lnTo>
                    <a:pt x="1028028" y="606641"/>
                  </a:lnTo>
                  <a:lnTo>
                    <a:pt x="1056189" y="641811"/>
                  </a:lnTo>
                  <a:lnTo>
                    <a:pt x="1077206" y="683540"/>
                  </a:lnTo>
                  <a:lnTo>
                    <a:pt x="1090280" y="730231"/>
                  </a:lnTo>
                  <a:lnTo>
                    <a:pt x="1094613" y="780288"/>
                  </a:lnTo>
                </a:path>
                <a:path w="1231900" h="1033780">
                  <a:moveTo>
                    <a:pt x="1231900" y="365887"/>
                  </a:moveTo>
                  <a:lnTo>
                    <a:pt x="1223321" y="387048"/>
                  </a:lnTo>
                  <a:lnTo>
                    <a:pt x="1212897" y="406780"/>
                  </a:lnTo>
                  <a:lnTo>
                    <a:pt x="1200735" y="424894"/>
                  </a:lnTo>
                  <a:lnTo>
                    <a:pt x="1186941" y="441198"/>
                  </a:lnTo>
                </a:path>
                <a:path w="1231900" h="1033780">
                  <a:moveTo>
                    <a:pt x="1123950" y="86740"/>
                  </a:moveTo>
                  <a:lnTo>
                    <a:pt x="1125039" y="95601"/>
                  </a:lnTo>
                  <a:lnTo>
                    <a:pt x="1125807" y="104473"/>
                  </a:lnTo>
                  <a:lnTo>
                    <a:pt x="1126218" y="113369"/>
                  </a:lnTo>
                  <a:lnTo>
                    <a:pt x="1126236" y="122300"/>
                  </a:lnTo>
                </a:path>
                <a:path w="1231900" h="1033780">
                  <a:moveTo>
                    <a:pt x="836549" y="45338"/>
                  </a:moveTo>
                  <a:lnTo>
                    <a:pt x="841285" y="33272"/>
                  </a:lnTo>
                  <a:lnTo>
                    <a:pt x="846724" y="21669"/>
                  </a:lnTo>
                  <a:lnTo>
                    <a:pt x="852854" y="10566"/>
                  </a:lnTo>
                  <a:lnTo>
                    <a:pt x="859663" y="0"/>
                  </a:lnTo>
                </a:path>
                <a:path w="1231900" h="1033780">
                  <a:moveTo>
                    <a:pt x="620902" y="66928"/>
                  </a:moveTo>
                  <a:lnTo>
                    <a:pt x="622970" y="56834"/>
                  </a:lnTo>
                  <a:lnTo>
                    <a:pt x="625538" y="46942"/>
                  </a:lnTo>
                  <a:lnTo>
                    <a:pt x="628582" y="37264"/>
                  </a:lnTo>
                  <a:lnTo>
                    <a:pt x="632078" y="27812"/>
                  </a:lnTo>
                </a:path>
                <a:path w="1231900" h="1033780">
                  <a:moveTo>
                    <a:pt x="367918" y="80137"/>
                  </a:moveTo>
                  <a:lnTo>
                    <a:pt x="378729" y="88517"/>
                  </a:lnTo>
                  <a:lnTo>
                    <a:pt x="389064" y="97647"/>
                  </a:lnTo>
                  <a:lnTo>
                    <a:pt x="398922" y="107515"/>
                  </a:lnTo>
                  <a:lnTo>
                    <a:pt x="408304" y="118110"/>
                  </a:lnTo>
                </a:path>
                <a:path w="1231900" h="1033780">
                  <a:moveTo>
                    <a:pt x="61087" y="378205"/>
                  </a:moveTo>
                  <a:lnTo>
                    <a:pt x="58850" y="368347"/>
                  </a:lnTo>
                  <a:lnTo>
                    <a:pt x="56911" y="358393"/>
                  </a:lnTo>
                  <a:lnTo>
                    <a:pt x="55282" y="348345"/>
                  </a:lnTo>
                  <a:lnTo>
                    <a:pt x="53975" y="338200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221736" y="1933955"/>
              <a:ext cx="678179" cy="67817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3340100" y="2594610"/>
            <a:ext cx="4013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FreeSerif"/>
                <a:cs typeface="FreeSerif"/>
              </a:rPr>
              <a:t>File</a:t>
            </a:r>
            <a:r>
              <a:rPr dirty="0" sz="1400" spc="-130">
                <a:latin typeface="FreeSerif"/>
                <a:cs typeface="FreeSerif"/>
              </a:rPr>
              <a:t> </a:t>
            </a:r>
            <a:r>
              <a:rPr dirty="0" sz="1400" spc="5" b="1" i="1">
                <a:latin typeface="Carlito"/>
                <a:cs typeface="Carlito"/>
              </a:rPr>
              <a:t>f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011161" y="6576821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399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79" name="object 79"/>
          <p:cNvGrpSpPr/>
          <p:nvPr/>
        </p:nvGrpSpPr>
        <p:grpSpPr>
          <a:xfrm>
            <a:off x="3215639" y="4003547"/>
            <a:ext cx="2540000" cy="2762250"/>
            <a:chOff x="3215639" y="4003547"/>
            <a:chExt cx="2540000" cy="2762250"/>
          </a:xfrm>
        </p:grpSpPr>
        <p:sp>
          <p:nvSpPr>
            <p:cNvPr id="80" name="object 80"/>
            <p:cNvSpPr/>
            <p:nvPr/>
          </p:nvSpPr>
          <p:spPr>
            <a:xfrm>
              <a:off x="3215639" y="4201159"/>
              <a:ext cx="2539873" cy="2564151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552441" y="4003547"/>
              <a:ext cx="99441" cy="11150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3066669" y="4908880"/>
            <a:ext cx="22631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Replication Factor </a:t>
            </a:r>
            <a:r>
              <a:rPr dirty="0" sz="1800" spc="135" b="1" i="1">
                <a:latin typeface="Carlito"/>
                <a:cs typeface="Carlito"/>
              </a:rPr>
              <a:t>=</a:t>
            </a:r>
            <a:r>
              <a:rPr dirty="0" sz="1800" spc="-240" b="1" i="1">
                <a:latin typeface="Carlito"/>
                <a:cs typeface="Carlito"/>
              </a:rPr>
              <a:t> </a:t>
            </a:r>
            <a:r>
              <a:rPr dirty="0" sz="1800" spc="120" b="1" i="1">
                <a:latin typeface="Carlito"/>
                <a:cs typeface="Carlito"/>
              </a:rPr>
              <a:t>3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868923" y="3995928"/>
            <a:ext cx="539750" cy="487680"/>
            <a:chOff x="5868923" y="3995928"/>
            <a:chExt cx="539750" cy="487680"/>
          </a:xfrm>
        </p:grpSpPr>
        <p:sp>
          <p:nvSpPr>
            <p:cNvPr id="84" name="object 84"/>
            <p:cNvSpPr/>
            <p:nvPr/>
          </p:nvSpPr>
          <p:spPr>
            <a:xfrm>
              <a:off x="5975603" y="3995928"/>
              <a:ext cx="333756" cy="321563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980175" y="429615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4612" y="54864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980175" y="429615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4"/>
                  </a:moveTo>
                  <a:lnTo>
                    <a:pt x="324612" y="54864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868923" y="437235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9496" y="111252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5952235" y="43709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6422135" y="3995928"/>
            <a:ext cx="538480" cy="487680"/>
            <a:chOff x="6422135" y="3995928"/>
            <a:chExt cx="538480" cy="487680"/>
          </a:xfrm>
        </p:grpSpPr>
        <p:sp>
          <p:nvSpPr>
            <p:cNvPr id="90" name="object 90"/>
            <p:cNvSpPr/>
            <p:nvPr/>
          </p:nvSpPr>
          <p:spPr>
            <a:xfrm>
              <a:off x="6528815" y="3995928"/>
              <a:ext cx="332232" cy="32156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533387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3088" y="5486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533387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4"/>
                  </a:moveTo>
                  <a:lnTo>
                    <a:pt x="323088" y="54864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422135" y="437235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7971" y="111252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6504813" y="43709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970776" y="3995928"/>
            <a:ext cx="539750" cy="487680"/>
            <a:chOff x="6970776" y="3995928"/>
            <a:chExt cx="539750" cy="487680"/>
          </a:xfrm>
        </p:grpSpPr>
        <p:sp>
          <p:nvSpPr>
            <p:cNvPr id="96" name="object 96"/>
            <p:cNvSpPr/>
            <p:nvPr/>
          </p:nvSpPr>
          <p:spPr>
            <a:xfrm>
              <a:off x="7077456" y="3995928"/>
              <a:ext cx="332232" cy="32156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082028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3088" y="5486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082028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4"/>
                  </a:moveTo>
                  <a:lnTo>
                    <a:pt x="323088" y="54864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970776" y="437235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9496" y="111252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7054088" y="43709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5868923" y="4972811"/>
            <a:ext cx="1091565" cy="487680"/>
            <a:chOff x="5868923" y="4972811"/>
            <a:chExt cx="1091565" cy="487680"/>
          </a:xfrm>
        </p:grpSpPr>
        <p:sp>
          <p:nvSpPr>
            <p:cNvPr id="102" name="object 102"/>
            <p:cNvSpPr/>
            <p:nvPr/>
          </p:nvSpPr>
          <p:spPr>
            <a:xfrm>
              <a:off x="5975603" y="4972811"/>
              <a:ext cx="333756" cy="321563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980175" y="5274563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324612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324612" y="53340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5980175" y="5274563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0" y="53340"/>
                  </a:moveTo>
                  <a:lnTo>
                    <a:pt x="324612" y="53340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33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868923" y="5350763"/>
              <a:ext cx="539750" cy="109855"/>
            </a:xfrm>
            <a:custGeom>
              <a:avLst/>
              <a:gdLst/>
              <a:ahLst/>
              <a:cxnLst/>
              <a:rect l="l" t="t" r="r" b="b"/>
              <a:pathLst>
                <a:path w="539750" h="109854">
                  <a:moveTo>
                    <a:pt x="53949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539496" y="109728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528815" y="4972811"/>
              <a:ext cx="332232" cy="32156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533387" y="527456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323088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323088" y="53340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533387" y="527456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0" y="53340"/>
                  </a:moveTo>
                  <a:lnTo>
                    <a:pt x="323088" y="53340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33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422135" y="5350763"/>
              <a:ext cx="538480" cy="109855"/>
            </a:xfrm>
            <a:custGeom>
              <a:avLst/>
              <a:gdLst/>
              <a:ahLst/>
              <a:cxnLst/>
              <a:rect l="l" t="t" r="r" b="b"/>
              <a:pathLst>
                <a:path w="538479" h="109854">
                  <a:moveTo>
                    <a:pt x="537971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537971" y="109728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5754623" y="466801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tabLst>
                <a:tab pos="762635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5868923" y="5948171"/>
            <a:ext cx="1641475" cy="489584"/>
            <a:chOff x="5868923" y="5948171"/>
            <a:chExt cx="1641475" cy="489584"/>
          </a:xfrm>
        </p:grpSpPr>
        <p:sp>
          <p:nvSpPr>
            <p:cNvPr id="112" name="object 112"/>
            <p:cNvSpPr/>
            <p:nvPr/>
          </p:nvSpPr>
          <p:spPr>
            <a:xfrm>
              <a:off x="5975603" y="5948171"/>
              <a:ext cx="333756" cy="32156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980175" y="6249923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324612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324612" y="53339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980175" y="6249923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0" y="53339"/>
                  </a:moveTo>
                  <a:lnTo>
                    <a:pt x="324612" y="53339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33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868923" y="6326123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528815" y="5948171"/>
              <a:ext cx="332232" cy="32156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533387" y="624992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323088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323088" y="53339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533387" y="624992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0" y="53339"/>
                  </a:moveTo>
                  <a:lnTo>
                    <a:pt x="323088" y="53339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33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422135" y="6326123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077455" y="5948171"/>
              <a:ext cx="332232" cy="32156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7082027" y="624992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323088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323088" y="53339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7082027" y="6249923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0" y="53339"/>
                  </a:moveTo>
                  <a:lnTo>
                    <a:pt x="323088" y="53339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33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970775" y="6326123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/>
          <p:cNvSpPr txBox="1"/>
          <p:nvPr/>
        </p:nvSpPr>
        <p:spPr>
          <a:xfrm>
            <a:off x="5754623" y="565099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tabLst>
                <a:tab pos="762635" algn="l"/>
                <a:tab pos="1311910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7508747" y="3995928"/>
            <a:ext cx="538480" cy="487680"/>
            <a:chOff x="7508747" y="3995928"/>
            <a:chExt cx="538480" cy="487680"/>
          </a:xfrm>
        </p:grpSpPr>
        <p:sp>
          <p:nvSpPr>
            <p:cNvPr id="126" name="object 126"/>
            <p:cNvSpPr/>
            <p:nvPr/>
          </p:nvSpPr>
          <p:spPr>
            <a:xfrm>
              <a:off x="7615427" y="3995928"/>
              <a:ext cx="332232" cy="32156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619999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3088" y="5486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7619999" y="429615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4"/>
                  </a:moveTo>
                  <a:lnTo>
                    <a:pt x="323088" y="54864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508747" y="437235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2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7972" y="111252"/>
                  </a:lnTo>
                  <a:lnTo>
                    <a:pt x="537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7591806" y="43709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7115556" y="4191000"/>
            <a:ext cx="1191895" cy="1983105"/>
          </a:xfrm>
          <a:custGeom>
            <a:avLst/>
            <a:gdLst/>
            <a:ahLst/>
            <a:cxnLst/>
            <a:rect l="l" t="t" r="r" b="b"/>
            <a:pathLst>
              <a:path w="1191895" h="1983104">
                <a:moveTo>
                  <a:pt x="283591" y="990600"/>
                </a:moveTo>
                <a:lnTo>
                  <a:pt x="0" y="990600"/>
                </a:lnTo>
              </a:path>
              <a:path w="1191895" h="1983104">
                <a:moveTo>
                  <a:pt x="788035" y="1982724"/>
                </a:moveTo>
                <a:lnTo>
                  <a:pt x="504444" y="1982724"/>
                </a:lnTo>
              </a:path>
              <a:path w="1191895" h="1983104">
                <a:moveTo>
                  <a:pt x="1191895" y="0"/>
                </a:moveTo>
                <a:lnTo>
                  <a:pt x="908303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990" y="6466433"/>
            <a:ext cx="11150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5" b="1">
                <a:solidFill>
                  <a:srgbClr val="001F5F"/>
                </a:solidFill>
                <a:latin typeface="FreeSerif"/>
                <a:cs typeface="FreeSerif"/>
              </a:rPr>
              <a:t>2020</a:t>
            </a:r>
            <a:r>
              <a:rPr dirty="0" sz="1400" spc="-130" b="1">
                <a:solidFill>
                  <a:srgbClr val="001F5F"/>
                </a:solidFill>
                <a:latin typeface="FreeSerif"/>
                <a:cs typeface="FreeSerif"/>
              </a:rPr>
              <a:t> </a:t>
            </a:r>
            <a:r>
              <a:rPr dirty="0" sz="1400" spc="-10" b="1">
                <a:solidFill>
                  <a:srgbClr val="001F5F"/>
                </a:solidFill>
                <a:latin typeface="FreeSerif"/>
                <a:cs typeface="FreeSerif"/>
              </a:rPr>
              <a:t>Fall </a:t>
            </a:r>
            <a:r>
              <a:rPr dirty="0" sz="1400" spc="-55" b="1">
                <a:solidFill>
                  <a:srgbClr val="001F5F"/>
                </a:solidFill>
                <a:latin typeface="FreeSerif"/>
                <a:cs typeface="FreeSerif"/>
              </a:rPr>
              <a:t>D.S.</a:t>
            </a:r>
            <a:endParaRPr sz="1400">
              <a:latin typeface="FreeSerif"/>
              <a:cs typeface="Free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55264" y="2615390"/>
            <a:ext cx="4900930" cy="2326005"/>
            <a:chOff x="3255264" y="2615390"/>
            <a:chExt cx="4900930" cy="2326005"/>
          </a:xfrm>
        </p:grpSpPr>
        <p:sp>
          <p:nvSpPr>
            <p:cNvPr id="4" name="object 4"/>
            <p:cNvSpPr/>
            <p:nvPr/>
          </p:nvSpPr>
          <p:spPr>
            <a:xfrm>
              <a:off x="3255264" y="3433572"/>
              <a:ext cx="1175003" cy="150723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078542" y="2628407"/>
              <a:ext cx="1344930" cy="1213485"/>
            </a:xfrm>
            <a:custGeom>
              <a:avLst/>
              <a:gdLst/>
              <a:ahLst/>
              <a:cxnLst/>
              <a:rect l="l" t="t" r="r" b="b"/>
              <a:pathLst>
                <a:path w="1344929" h="1213485">
                  <a:moveTo>
                    <a:pt x="1031556" y="0"/>
                  </a:moveTo>
                  <a:lnTo>
                    <a:pt x="993753" y="9871"/>
                  </a:lnTo>
                  <a:lnTo>
                    <a:pt x="958785" y="31567"/>
                  </a:lnTo>
                  <a:lnTo>
                    <a:pt x="928686" y="64881"/>
                  </a:lnTo>
                  <a:lnTo>
                    <a:pt x="918588" y="50377"/>
                  </a:lnTo>
                  <a:lnTo>
                    <a:pt x="907239" y="37433"/>
                  </a:lnTo>
                  <a:lnTo>
                    <a:pt x="894772" y="26179"/>
                  </a:lnTo>
                  <a:lnTo>
                    <a:pt x="881315" y="16748"/>
                  </a:lnTo>
                  <a:lnTo>
                    <a:pt x="839832" y="754"/>
                  </a:lnTo>
                  <a:lnTo>
                    <a:pt x="797861" y="1481"/>
                  </a:lnTo>
                  <a:lnTo>
                    <a:pt x="758420" y="17699"/>
                  </a:lnTo>
                  <a:lnTo>
                    <a:pt x="724526" y="48175"/>
                  </a:lnTo>
                  <a:lnTo>
                    <a:pt x="699197" y="91678"/>
                  </a:lnTo>
                  <a:lnTo>
                    <a:pt x="690343" y="81686"/>
                  </a:lnTo>
                  <a:lnTo>
                    <a:pt x="660589" y="56880"/>
                  </a:lnTo>
                  <a:lnTo>
                    <a:pt x="618866" y="37833"/>
                  </a:lnTo>
                  <a:lnTo>
                    <a:pt x="576022" y="33117"/>
                  </a:lnTo>
                  <a:lnTo>
                    <a:pt x="534193" y="41925"/>
                  </a:lnTo>
                  <a:lnTo>
                    <a:pt x="495518" y="63455"/>
                  </a:lnTo>
                  <a:lnTo>
                    <a:pt x="462134" y="96902"/>
                  </a:lnTo>
                  <a:lnTo>
                    <a:pt x="436180" y="141462"/>
                  </a:lnTo>
                  <a:lnTo>
                    <a:pt x="404629" y="122870"/>
                  </a:lnTo>
                  <a:lnTo>
                    <a:pt x="371220" y="111029"/>
                  </a:lnTo>
                  <a:lnTo>
                    <a:pt x="336668" y="106118"/>
                  </a:lnTo>
                  <a:lnTo>
                    <a:pt x="301687" y="108315"/>
                  </a:lnTo>
                  <a:lnTo>
                    <a:pt x="260279" y="120556"/>
                  </a:lnTo>
                  <a:lnTo>
                    <a:pt x="222830" y="142023"/>
                  </a:lnTo>
                  <a:lnTo>
                    <a:pt x="190064" y="171548"/>
                  </a:lnTo>
                  <a:lnTo>
                    <a:pt x="162702" y="207962"/>
                  </a:lnTo>
                  <a:lnTo>
                    <a:pt x="141465" y="250097"/>
                  </a:lnTo>
                  <a:lnTo>
                    <a:pt x="127076" y="296785"/>
                  </a:lnTo>
                  <a:lnTo>
                    <a:pt x="120257" y="346857"/>
                  </a:lnTo>
                  <a:lnTo>
                    <a:pt x="121728" y="399145"/>
                  </a:lnTo>
                  <a:lnTo>
                    <a:pt x="120712" y="402955"/>
                  </a:lnTo>
                  <a:lnTo>
                    <a:pt x="61372" y="428656"/>
                  </a:lnTo>
                  <a:lnTo>
                    <a:pt x="17842" y="484743"/>
                  </a:lnTo>
                  <a:lnTo>
                    <a:pt x="2197" y="534633"/>
                  </a:lnTo>
                  <a:lnTo>
                    <a:pt x="0" y="586231"/>
                  </a:lnTo>
                  <a:lnTo>
                    <a:pt x="10463" y="635756"/>
                  </a:lnTo>
                  <a:lnTo>
                    <a:pt x="32802" y="679429"/>
                  </a:lnTo>
                  <a:lnTo>
                    <a:pt x="66229" y="713470"/>
                  </a:lnTo>
                  <a:lnTo>
                    <a:pt x="48473" y="742535"/>
                  </a:lnTo>
                  <a:lnTo>
                    <a:pt x="36384" y="775208"/>
                  </a:lnTo>
                  <a:lnTo>
                    <a:pt x="30296" y="810285"/>
                  </a:lnTo>
                  <a:lnTo>
                    <a:pt x="30542" y="846566"/>
                  </a:lnTo>
                  <a:lnTo>
                    <a:pt x="42414" y="897830"/>
                  </a:lnTo>
                  <a:lnTo>
                    <a:pt x="65869" y="940450"/>
                  </a:lnTo>
                  <a:lnTo>
                    <a:pt x="98437" y="972030"/>
                  </a:lnTo>
                  <a:lnTo>
                    <a:pt x="137649" y="990175"/>
                  </a:lnTo>
                  <a:lnTo>
                    <a:pt x="181037" y="992489"/>
                  </a:lnTo>
                  <a:lnTo>
                    <a:pt x="183577" y="997823"/>
                  </a:lnTo>
                  <a:lnTo>
                    <a:pt x="209133" y="1041035"/>
                  </a:lnTo>
                  <a:lnTo>
                    <a:pt x="239628" y="1076925"/>
                  </a:lnTo>
                  <a:lnTo>
                    <a:pt x="274133" y="1105208"/>
                  </a:lnTo>
                  <a:lnTo>
                    <a:pt x="311718" y="1125598"/>
                  </a:lnTo>
                  <a:lnTo>
                    <a:pt x="351451" y="1137810"/>
                  </a:lnTo>
                  <a:lnTo>
                    <a:pt x="392403" y="1141558"/>
                  </a:lnTo>
                  <a:lnTo>
                    <a:pt x="433644" y="1136558"/>
                  </a:lnTo>
                  <a:lnTo>
                    <a:pt x="474243" y="1122523"/>
                  </a:lnTo>
                  <a:lnTo>
                    <a:pt x="513269" y="1099169"/>
                  </a:lnTo>
                  <a:lnTo>
                    <a:pt x="535907" y="1133975"/>
                  </a:lnTo>
                  <a:lnTo>
                    <a:pt x="562831" y="1163304"/>
                  </a:lnTo>
                  <a:lnTo>
                    <a:pt x="593422" y="1186537"/>
                  </a:lnTo>
                  <a:lnTo>
                    <a:pt x="627061" y="1203055"/>
                  </a:lnTo>
                  <a:lnTo>
                    <a:pt x="668802" y="1213166"/>
                  </a:lnTo>
                  <a:lnTo>
                    <a:pt x="710074" y="1212820"/>
                  </a:lnTo>
                  <a:lnTo>
                    <a:pt x="749825" y="1202713"/>
                  </a:lnTo>
                  <a:lnTo>
                    <a:pt x="787002" y="1183544"/>
                  </a:lnTo>
                  <a:lnTo>
                    <a:pt x="820554" y="1156011"/>
                  </a:lnTo>
                  <a:lnTo>
                    <a:pt x="849429" y="1120812"/>
                  </a:lnTo>
                  <a:lnTo>
                    <a:pt x="872573" y="1078645"/>
                  </a:lnTo>
                  <a:lnTo>
                    <a:pt x="888935" y="1030208"/>
                  </a:lnTo>
                  <a:lnTo>
                    <a:pt x="910833" y="1044519"/>
                  </a:lnTo>
                  <a:lnTo>
                    <a:pt x="934005" y="1054973"/>
                  </a:lnTo>
                  <a:lnTo>
                    <a:pt x="958105" y="1061426"/>
                  </a:lnTo>
                  <a:lnTo>
                    <a:pt x="982788" y="1063736"/>
                  </a:lnTo>
                  <a:lnTo>
                    <a:pt x="1024112" y="1058311"/>
                  </a:lnTo>
                  <a:lnTo>
                    <a:pt x="1062122" y="1042047"/>
                  </a:lnTo>
                  <a:lnTo>
                    <a:pt x="1095726" y="1016266"/>
                  </a:lnTo>
                  <a:lnTo>
                    <a:pt x="1123833" y="982290"/>
                  </a:lnTo>
                  <a:lnTo>
                    <a:pt x="1145354" y="941440"/>
                  </a:lnTo>
                  <a:lnTo>
                    <a:pt x="1159197" y="895038"/>
                  </a:lnTo>
                  <a:lnTo>
                    <a:pt x="1164271" y="844407"/>
                  </a:lnTo>
                  <a:lnTo>
                    <a:pt x="1190797" y="837572"/>
                  </a:lnTo>
                  <a:lnTo>
                    <a:pt x="1240370" y="811903"/>
                  </a:lnTo>
                  <a:lnTo>
                    <a:pt x="1293908" y="757341"/>
                  </a:lnTo>
                  <a:lnTo>
                    <a:pt x="1317813" y="715718"/>
                  </a:lnTo>
                  <a:lnTo>
                    <a:pt x="1334379" y="669942"/>
                  </a:lnTo>
                  <a:lnTo>
                    <a:pt x="1343453" y="621474"/>
                  </a:lnTo>
                  <a:lnTo>
                    <a:pt x="1344876" y="571774"/>
                  </a:lnTo>
                  <a:lnTo>
                    <a:pt x="1338494" y="522301"/>
                  </a:lnTo>
                  <a:lnTo>
                    <a:pt x="1324149" y="474516"/>
                  </a:lnTo>
                  <a:lnTo>
                    <a:pt x="1301685" y="429879"/>
                  </a:lnTo>
                  <a:lnTo>
                    <a:pt x="1305765" y="416560"/>
                  </a:lnTo>
                  <a:lnTo>
                    <a:pt x="1309178" y="402955"/>
                  </a:lnTo>
                  <a:lnTo>
                    <a:pt x="1315069" y="348585"/>
                  </a:lnTo>
                  <a:lnTo>
                    <a:pt x="1309353" y="296035"/>
                  </a:lnTo>
                  <a:lnTo>
                    <a:pt x="1293145" y="247697"/>
                  </a:lnTo>
                  <a:lnTo>
                    <a:pt x="1267560" y="205964"/>
                  </a:lnTo>
                  <a:lnTo>
                    <a:pt x="1233713" y="173226"/>
                  </a:lnTo>
                  <a:lnTo>
                    <a:pt x="1192719" y="151876"/>
                  </a:lnTo>
                  <a:lnTo>
                    <a:pt x="1185885" y="120999"/>
                  </a:lnTo>
                  <a:lnTo>
                    <a:pt x="1160073" y="66151"/>
                  </a:lnTo>
                  <a:lnTo>
                    <a:pt x="1107545" y="16565"/>
                  </a:lnTo>
                  <a:lnTo>
                    <a:pt x="1070164" y="2161"/>
                  </a:lnTo>
                  <a:lnTo>
                    <a:pt x="1031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14518" y="3233927"/>
              <a:ext cx="402082" cy="2024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78542" y="2628407"/>
              <a:ext cx="1344930" cy="1213485"/>
            </a:xfrm>
            <a:custGeom>
              <a:avLst/>
              <a:gdLst/>
              <a:ahLst/>
              <a:cxnLst/>
              <a:rect l="l" t="t" r="r" b="b"/>
              <a:pathLst>
                <a:path w="1344929" h="1213485">
                  <a:moveTo>
                    <a:pt x="121728" y="399145"/>
                  </a:moveTo>
                  <a:lnTo>
                    <a:pt x="120257" y="346857"/>
                  </a:lnTo>
                  <a:lnTo>
                    <a:pt x="127076" y="296785"/>
                  </a:lnTo>
                  <a:lnTo>
                    <a:pt x="141465" y="250097"/>
                  </a:lnTo>
                  <a:lnTo>
                    <a:pt x="162702" y="207962"/>
                  </a:lnTo>
                  <a:lnTo>
                    <a:pt x="190064" y="171548"/>
                  </a:lnTo>
                  <a:lnTo>
                    <a:pt x="222830" y="142023"/>
                  </a:lnTo>
                  <a:lnTo>
                    <a:pt x="260279" y="120556"/>
                  </a:lnTo>
                  <a:lnTo>
                    <a:pt x="301687" y="108315"/>
                  </a:lnTo>
                  <a:lnTo>
                    <a:pt x="336668" y="106118"/>
                  </a:lnTo>
                  <a:lnTo>
                    <a:pt x="371220" y="111029"/>
                  </a:lnTo>
                  <a:lnTo>
                    <a:pt x="404629" y="122870"/>
                  </a:lnTo>
                  <a:lnTo>
                    <a:pt x="436180" y="141462"/>
                  </a:lnTo>
                  <a:lnTo>
                    <a:pt x="462134" y="96902"/>
                  </a:lnTo>
                  <a:lnTo>
                    <a:pt x="495518" y="63455"/>
                  </a:lnTo>
                  <a:lnTo>
                    <a:pt x="534193" y="41925"/>
                  </a:lnTo>
                  <a:lnTo>
                    <a:pt x="576022" y="33117"/>
                  </a:lnTo>
                  <a:lnTo>
                    <a:pt x="618866" y="37833"/>
                  </a:lnTo>
                  <a:lnTo>
                    <a:pt x="660589" y="56880"/>
                  </a:lnTo>
                  <a:lnTo>
                    <a:pt x="690343" y="81686"/>
                  </a:lnTo>
                  <a:lnTo>
                    <a:pt x="699197" y="91678"/>
                  </a:lnTo>
                  <a:lnTo>
                    <a:pt x="724526" y="48175"/>
                  </a:lnTo>
                  <a:lnTo>
                    <a:pt x="758420" y="17699"/>
                  </a:lnTo>
                  <a:lnTo>
                    <a:pt x="797861" y="1481"/>
                  </a:lnTo>
                  <a:lnTo>
                    <a:pt x="839832" y="754"/>
                  </a:lnTo>
                  <a:lnTo>
                    <a:pt x="881315" y="16748"/>
                  </a:lnTo>
                  <a:lnTo>
                    <a:pt x="894772" y="26179"/>
                  </a:lnTo>
                  <a:lnTo>
                    <a:pt x="907239" y="37433"/>
                  </a:lnTo>
                  <a:lnTo>
                    <a:pt x="918588" y="50377"/>
                  </a:lnTo>
                  <a:lnTo>
                    <a:pt x="928686" y="64881"/>
                  </a:lnTo>
                  <a:lnTo>
                    <a:pt x="958785" y="31567"/>
                  </a:lnTo>
                  <a:lnTo>
                    <a:pt x="993753" y="9871"/>
                  </a:lnTo>
                  <a:lnTo>
                    <a:pt x="1031556" y="0"/>
                  </a:lnTo>
                  <a:lnTo>
                    <a:pt x="1070164" y="2161"/>
                  </a:lnTo>
                  <a:lnTo>
                    <a:pt x="1107545" y="16565"/>
                  </a:lnTo>
                  <a:lnTo>
                    <a:pt x="1141665" y="43418"/>
                  </a:lnTo>
                  <a:lnTo>
                    <a:pt x="1174908" y="92217"/>
                  </a:lnTo>
                  <a:lnTo>
                    <a:pt x="1192719" y="151876"/>
                  </a:lnTo>
                  <a:lnTo>
                    <a:pt x="1233713" y="173226"/>
                  </a:lnTo>
                  <a:lnTo>
                    <a:pt x="1267560" y="205964"/>
                  </a:lnTo>
                  <a:lnTo>
                    <a:pt x="1293145" y="247697"/>
                  </a:lnTo>
                  <a:lnTo>
                    <a:pt x="1309353" y="296035"/>
                  </a:lnTo>
                  <a:lnTo>
                    <a:pt x="1315069" y="348585"/>
                  </a:lnTo>
                  <a:lnTo>
                    <a:pt x="1309178" y="402955"/>
                  </a:lnTo>
                  <a:lnTo>
                    <a:pt x="1307561" y="409787"/>
                  </a:lnTo>
                  <a:lnTo>
                    <a:pt x="1305765" y="416560"/>
                  </a:lnTo>
                  <a:lnTo>
                    <a:pt x="1303803" y="423261"/>
                  </a:lnTo>
                  <a:lnTo>
                    <a:pt x="1301685" y="429879"/>
                  </a:lnTo>
                  <a:lnTo>
                    <a:pt x="1324149" y="474516"/>
                  </a:lnTo>
                  <a:lnTo>
                    <a:pt x="1338494" y="522301"/>
                  </a:lnTo>
                  <a:lnTo>
                    <a:pt x="1344876" y="571774"/>
                  </a:lnTo>
                  <a:lnTo>
                    <a:pt x="1343453" y="621474"/>
                  </a:lnTo>
                  <a:lnTo>
                    <a:pt x="1334379" y="669942"/>
                  </a:lnTo>
                  <a:lnTo>
                    <a:pt x="1317813" y="715718"/>
                  </a:lnTo>
                  <a:lnTo>
                    <a:pt x="1293908" y="757341"/>
                  </a:lnTo>
                  <a:lnTo>
                    <a:pt x="1262823" y="793353"/>
                  </a:lnTo>
                  <a:lnTo>
                    <a:pt x="1216262" y="826690"/>
                  </a:lnTo>
                  <a:lnTo>
                    <a:pt x="1164271" y="844407"/>
                  </a:lnTo>
                  <a:lnTo>
                    <a:pt x="1159197" y="895038"/>
                  </a:lnTo>
                  <a:lnTo>
                    <a:pt x="1145354" y="941440"/>
                  </a:lnTo>
                  <a:lnTo>
                    <a:pt x="1123833" y="982290"/>
                  </a:lnTo>
                  <a:lnTo>
                    <a:pt x="1095726" y="1016266"/>
                  </a:lnTo>
                  <a:lnTo>
                    <a:pt x="1062122" y="1042047"/>
                  </a:lnTo>
                  <a:lnTo>
                    <a:pt x="1024112" y="1058311"/>
                  </a:lnTo>
                  <a:lnTo>
                    <a:pt x="982788" y="1063736"/>
                  </a:lnTo>
                  <a:lnTo>
                    <a:pt x="958105" y="1061426"/>
                  </a:lnTo>
                  <a:lnTo>
                    <a:pt x="934005" y="1054973"/>
                  </a:lnTo>
                  <a:lnTo>
                    <a:pt x="910833" y="1044519"/>
                  </a:lnTo>
                  <a:lnTo>
                    <a:pt x="888935" y="1030208"/>
                  </a:lnTo>
                  <a:lnTo>
                    <a:pt x="872573" y="1078645"/>
                  </a:lnTo>
                  <a:lnTo>
                    <a:pt x="849429" y="1120812"/>
                  </a:lnTo>
                  <a:lnTo>
                    <a:pt x="820554" y="1156011"/>
                  </a:lnTo>
                  <a:lnTo>
                    <a:pt x="787002" y="1183544"/>
                  </a:lnTo>
                  <a:lnTo>
                    <a:pt x="749825" y="1202713"/>
                  </a:lnTo>
                  <a:lnTo>
                    <a:pt x="710074" y="1212820"/>
                  </a:lnTo>
                  <a:lnTo>
                    <a:pt x="668802" y="1213166"/>
                  </a:lnTo>
                  <a:lnTo>
                    <a:pt x="627061" y="1203055"/>
                  </a:lnTo>
                  <a:lnTo>
                    <a:pt x="593422" y="1186537"/>
                  </a:lnTo>
                  <a:lnTo>
                    <a:pt x="562831" y="1163304"/>
                  </a:lnTo>
                  <a:lnTo>
                    <a:pt x="535907" y="1133975"/>
                  </a:lnTo>
                  <a:lnTo>
                    <a:pt x="513269" y="1099169"/>
                  </a:lnTo>
                  <a:lnTo>
                    <a:pt x="474243" y="1122523"/>
                  </a:lnTo>
                  <a:lnTo>
                    <a:pt x="433644" y="1136558"/>
                  </a:lnTo>
                  <a:lnTo>
                    <a:pt x="392403" y="1141558"/>
                  </a:lnTo>
                  <a:lnTo>
                    <a:pt x="351451" y="1137810"/>
                  </a:lnTo>
                  <a:lnTo>
                    <a:pt x="311718" y="1125598"/>
                  </a:lnTo>
                  <a:lnTo>
                    <a:pt x="274133" y="1105208"/>
                  </a:lnTo>
                  <a:lnTo>
                    <a:pt x="239628" y="1076925"/>
                  </a:lnTo>
                  <a:lnTo>
                    <a:pt x="209133" y="1041035"/>
                  </a:lnTo>
                  <a:lnTo>
                    <a:pt x="183577" y="997823"/>
                  </a:lnTo>
                  <a:lnTo>
                    <a:pt x="181926" y="994267"/>
                  </a:lnTo>
                  <a:lnTo>
                    <a:pt x="181037" y="992489"/>
                  </a:lnTo>
                  <a:lnTo>
                    <a:pt x="137649" y="990175"/>
                  </a:lnTo>
                  <a:lnTo>
                    <a:pt x="98437" y="972030"/>
                  </a:lnTo>
                  <a:lnTo>
                    <a:pt x="65869" y="940450"/>
                  </a:lnTo>
                  <a:lnTo>
                    <a:pt x="42414" y="897830"/>
                  </a:lnTo>
                  <a:lnTo>
                    <a:pt x="30542" y="846566"/>
                  </a:lnTo>
                  <a:lnTo>
                    <a:pt x="30296" y="810285"/>
                  </a:lnTo>
                  <a:lnTo>
                    <a:pt x="36384" y="775208"/>
                  </a:lnTo>
                  <a:lnTo>
                    <a:pt x="48473" y="742535"/>
                  </a:lnTo>
                  <a:lnTo>
                    <a:pt x="66229" y="713470"/>
                  </a:lnTo>
                  <a:lnTo>
                    <a:pt x="32802" y="679429"/>
                  </a:lnTo>
                  <a:lnTo>
                    <a:pt x="10463" y="635756"/>
                  </a:lnTo>
                  <a:lnTo>
                    <a:pt x="0" y="586231"/>
                  </a:lnTo>
                  <a:lnTo>
                    <a:pt x="2197" y="534633"/>
                  </a:lnTo>
                  <a:lnTo>
                    <a:pt x="17842" y="484743"/>
                  </a:lnTo>
                  <a:lnTo>
                    <a:pt x="61372" y="428656"/>
                  </a:lnTo>
                  <a:lnTo>
                    <a:pt x="120712" y="402955"/>
                  </a:lnTo>
                  <a:lnTo>
                    <a:pt x="121728" y="399145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01564" y="3220973"/>
              <a:ext cx="427989" cy="22834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46169" y="2689351"/>
              <a:ext cx="1233805" cy="1033780"/>
            </a:xfrm>
            <a:custGeom>
              <a:avLst/>
              <a:gdLst/>
              <a:ahLst/>
              <a:cxnLst/>
              <a:rect l="l" t="t" r="r" b="b"/>
              <a:pathLst>
                <a:path w="1233804" h="1033779">
                  <a:moveTo>
                    <a:pt x="78866" y="670178"/>
                  </a:moveTo>
                  <a:lnTo>
                    <a:pt x="58275" y="670240"/>
                  </a:lnTo>
                  <a:lnTo>
                    <a:pt x="38052" y="666480"/>
                  </a:lnTo>
                  <a:lnTo>
                    <a:pt x="18520" y="658981"/>
                  </a:lnTo>
                  <a:lnTo>
                    <a:pt x="0" y="647826"/>
                  </a:lnTo>
                </a:path>
                <a:path w="1233804" h="1033779">
                  <a:moveTo>
                    <a:pt x="148335" y="915415"/>
                  </a:moveTo>
                  <a:lnTo>
                    <a:pt x="139957" y="919156"/>
                  </a:lnTo>
                  <a:lnTo>
                    <a:pt x="131413" y="922194"/>
                  </a:lnTo>
                  <a:lnTo>
                    <a:pt x="122725" y="924542"/>
                  </a:lnTo>
                  <a:lnTo>
                    <a:pt x="113918" y="926211"/>
                  </a:lnTo>
                </a:path>
                <a:path w="1233804" h="1033779">
                  <a:moveTo>
                    <a:pt x="445515" y="1033272"/>
                  </a:moveTo>
                  <a:lnTo>
                    <a:pt x="439566" y="1021560"/>
                  </a:lnTo>
                  <a:lnTo>
                    <a:pt x="434117" y="1009491"/>
                  </a:lnTo>
                  <a:lnTo>
                    <a:pt x="429192" y="997088"/>
                  </a:lnTo>
                  <a:lnTo>
                    <a:pt x="424814" y="984377"/>
                  </a:lnTo>
                </a:path>
                <a:path w="1233804" h="1033779">
                  <a:moveTo>
                    <a:pt x="829817" y="911225"/>
                  </a:moveTo>
                  <a:lnTo>
                    <a:pt x="828579" y="924887"/>
                  </a:lnTo>
                  <a:lnTo>
                    <a:pt x="826769" y="938418"/>
                  </a:lnTo>
                  <a:lnTo>
                    <a:pt x="824388" y="951783"/>
                  </a:lnTo>
                  <a:lnTo>
                    <a:pt x="821435" y="964946"/>
                  </a:lnTo>
                </a:path>
                <a:path w="1233804" h="1033779">
                  <a:moveTo>
                    <a:pt x="994790" y="579627"/>
                  </a:moveTo>
                  <a:lnTo>
                    <a:pt x="1029310" y="606641"/>
                  </a:lnTo>
                  <a:lnTo>
                    <a:pt x="1057496" y="641811"/>
                  </a:lnTo>
                  <a:lnTo>
                    <a:pt x="1078531" y="683540"/>
                  </a:lnTo>
                  <a:lnTo>
                    <a:pt x="1091599" y="730231"/>
                  </a:lnTo>
                  <a:lnTo>
                    <a:pt x="1095882" y="780288"/>
                  </a:lnTo>
                </a:path>
                <a:path w="1233804" h="1033779">
                  <a:moveTo>
                    <a:pt x="1233423" y="365887"/>
                  </a:moveTo>
                  <a:lnTo>
                    <a:pt x="1224843" y="387048"/>
                  </a:lnTo>
                  <a:lnTo>
                    <a:pt x="1214405" y="406780"/>
                  </a:lnTo>
                  <a:lnTo>
                    <a:pt x="1202205" y="424894"/>
                  </a:lnTo>
                  <a:lnTo>
                    <a:pt x="1188339" y="441198"/>
                  </a:lnTo>
                </a:path>
                <a:path w="1233804" h="1033779">
                  <a:moveTo>
                    <a:pt x="1125219" y="86740"/>
                  </a:moveTo>
                  <a:lnTo>
                    <a:pt x="1126364" y="95601"/>
                  </a:lnTo>
                  <a:lnTo>
                    <a:pt x="1127140" y="104473"/>
                  </a:lnTo>
                  <a:lnTo>
                    <a:pt x="1127559" y="113369"/>
                  </a:lnTo>
                  <a:lnTo>
                    <a:pt x="1127632" y="122300"/>
                  </a:lnTo>
                </a:path>
                <a:path w="1233804" h="1033779">
                  <a:moveTo>
                    <a:pt x="837564" y="45338"/>
                  </a:moveTo>
                  <a:lnTo>
                    <a:pt x="842319" y="33272"/>
                  </a:lnTo>
                  <a:lnTo>
                    <a:pt x="847788" y="21669"/>
                  </a:lnTo>
                  <a:lnTo>
                    <a:pt x="853924" y="10566"/>
                  </a:lnTo>
                  <a:lnTo>
                    <a:pt x="860678" y="0"/>
                  </a:lnTo>
                </a:path>
                <a:path w="1233804" h="1033779">
                  <a:moveTo>
                    <a:pt x="621791" y="66928"/>
                  </a:moveTo>
                  <a:lnTo>
                    <a:pt x="623788" y="56834"/>
                  </a:lnTo>
                  <a:lnTo>
                    <a:pt x="626332" y="46942"/>
                  </a:lnTo>
                  <a:lnTo>
                    <a:pt x="629400" y="37264"/>
                  </a:lnTo>
                  <a:lnTo>
                    <a:pt x="632967" y="27812"/>
                  </a:lnTo>
                </a:path>
                <a:path w="1233804" h="1033779">
                  <a:moveTo>
                    <a:pt x="368426" y="80137"/>
                  </a:moveTo>
                  <a:lnTo>
                    <a:pt x="379255" y="88517"/>
                  </a:lnTo>
                  <a:lnTo>
                    <a:pt x="389620" y="97647"/>
                  </a:lnTo>
                  <a:lnTo>
                    <a:pt x="399484" y="107515"/>
                  </a:lnTo>
                  <a:lnTo>
                    <a:pt x="408813" y="118110"/>
                  </a:lnTo>
                </a:path>
                <a:path w="1233804" h="1033779">
                  <a:moveTo>
                    <a:pt x="61213" y="378206"/>
                  </a:moveTo>
                  <a:lnTo>
                    <a:pt x="58979" y="368347"/>
                  </a:lnTo>
                  <a:lnTo>
                    <a:pt x="57054" y="358394"/>
                  </a:lnTo>
                  <a:lnTo>
                    <a:pt x="55463" y="348345"/>
                  </a:lnTo>
                  <a:lnTo>
                    <a:pt x="54228" y="338200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55386" y="2932937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30824" y="3253739"/>
              <a:ext cx="2286000" cy="6918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45083" y="960475"/>
            <a:ext cx="6901815" cy="145351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0">
                <a:latin typeface="FreeSerif"/>
                <a:cs typeface="FreeSerif"/>
              </a:rPr>
              <a:t>Maintains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all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ﬁle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system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metadata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0">
                <a:latin typeface="FreeSerif"/>
                <a:cs typeface="FreeSerif"/>
              </a:rPr>
              <a:t>Send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periodically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heartbeat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messages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with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90">
                <a:solidFill>
                  <a:srgbClr val="006FC0"/>
                </a:solidFill>
                <a:latin typeface="FreeSerif"/>
                <a:cs typeface="FreeSerif"/>
              </a:rPr>
              <a:t>chunkservers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5">
                <a:latin typeface="FreeSerif"/>
                <a:cs typeface="FreeSerif"/>
              </a:rPr>
              <a:t>The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system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designed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minimize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master’s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involvement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>
                <a:solidFill>
                  <a:srgbClr val="252525"/>
                </a:solidFill>
                <a:latin typeface="FreeSerif"/>
                <a:cs typeface="FreeSerif"/>
              </a:rPr>
              <a:t>So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it’s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not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bottleneck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65836" y="165354"/>
            <a:ext cx="407225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60">
                <a:solidFill>
                  <a:srgbClr val="0E1745"/>
                </a:solidFill>
              </a:rPr>
              <a:t>Architecture: </a:t>
            </a:r>
            <a:r>
              <a:rPr dirty="0" sz="2800" spc="-240">
                <a:solidFill>
                  <a:srgbClr val="0E1745"/>
                </a:solidFill>
              </a:rPr>
              <a:t>GFS</a:t>
            </a:r>
            <a:r>
              <a:rPr dirty="0" sz="2800" spc="-265">
                <a:solidFill>
                  <a:srgbClr val="0E1745"/>
                </a:solidFill>
              </a:rPr>
              <a:t> </a:t>
            </a:r>
            <a:r>
              <a:rPr dirty="0" sz="2800" spc="50">
                <a:solidFill>
                  <a:srgbClr val="0E1745"/>
                </a:solidFill>
              </a:rPr>
              <a:t>Master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5755385" y="2932938"/>
            <a:ext cx="2400300" cy="112522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471161"/>
            <a:ext cx="2413000" cy="886460"/>
            <a:chOff x="5748273" y="4471161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3" y="44775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4775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809743"/>
              <a:ext cx="2286000" cy="4998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992114" y="4505325"/>
            <a:ext cx="1960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4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48273" y="5460491"/>
            <a:ext cx="2413000" cy="1403985"/>
            <a:chOff x="5748273" y="5460491"/>
            <a:chExt cx="2413000" cy="1403985"/>
          </a:xfrm>
        </p:grpSpPr>
        <p:sp>
          <p:nvSpPr>
            <p:cNvPr id="21" name="object 21"/>
            <p:cNvSpPr/>
            <p:nvPr/>
          </p:nvSpPr>
          <p:spPr>
            <a:xfrm>
              <a:off x="5754623" y="546049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830823" y="5792723"/>
              <a:ext cx="2286000" cy="4998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6443471"/>
              <a:ext cx="2400300" cy="414655"/>
            </a:xfrm>
            <a:custGeom>
              <a:avLst/>
              <a:gdLst/>
              <a:ahLst/>
              <a:cxnLst/>
              <a:rect l="l" t="t" r="r" b="b"/>
              <a:pathLst>
                <a:path w="2400300" h="414654">
                  <a:moveTo>
                    <a:pt x="2400300" y="0"/>
                  </a:moveTo>
                  <a:lnTo>
                    <a:pt x="0" y="0"/>
                  </a:lnTo>
                  <a:lnTo>
                    <a:pt x="0" y="414526"/>
                  </a:lnTo>
                  <a:lnTo>
                    <a:pt x="2400300" y="41452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54623" y="6443471"/>
              <a:ext cx="2400300" cy="414655"/>
            </a:xfrm>
            <a:custGeom>
              <a:avLst/>
              <a:gdLst/>
              <a:ahLst/>
              <a:cxnLst/>
              <a:rect l="l" t="t" r="r" b="b"/>
              <a:pathLst>
                <a:path w="2400300" h="414654">
                  <a:moveTo>
                    <a:pt x="2400300" y="414526"/>
                  </a:moveTo>
                  <a:lnTo>
                    <a:pt x="2400300" y="0"/>
                  </a:lnTo>
                  <a:lnTo>
                    <a:pt x="0" y="0"/>
                  </a:lnTo>
                  <a:lnTo>
                    <a:pt x="0" y="414526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830823" y="6775702"/>
              <a:ext cx="2286000" cy="822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760720" y="6471310"/>
            <a:ext cx="2388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167130" y="3040126"/>
            <a:ext cx="1454785" cy="688340"/>
            <a:chOff x="1167130" y="3040126"/>
            <a:chExt cx="1454785" cy="688340"/>
          </a:xfrm>
        </p:grpSpPr>
        <p:sp>
          <p:nvSpPr>
            <p:cNvPr id="28" name="object 28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304289" y="3252679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67130" y="3715258"/>
            <a:ext cx="1454785" cy="430530"/>
            <a:chOff x="1167130" y="3715258"/>
            <a:chExt cx="1454785" cy="430530"/>
          </a:xfrm>
        </p:grpSpPr>
        <p:sp>
          <p:nvSpPr>
            <p:cNvPr id="32" name="object 32"/>
            <p:cNvSpPr/>
            <p:nvPr/>
          </p:nvSpPr>
          <p:spPr>
            <a:xfrm>
              <a:off x="1173480" y="3721607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1094232" y="126492"/>
                  </a:lnTo>
                  <a:lnTo>
                    <a:pt x="1094232" y="252984"/>
                  </a:lnTo>
                  <a:lnTo>
                    <a:pt x="0" y="252984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2984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173480" y="3721608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6"/>
                  </a:moveTo>
                  <a:lnTo>
                    <a:pt x="1441704" y="41757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2188009" y="3799160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88415" y="3379425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51305" y="3166617"/>
            <a:ext cx="1454785" cy="688340"/>
            <a:chOff x="1051305" y="3166617"/>
            <a:chExt cx="1454785" cy="688340"/>
          </a:xfrm>
        </p:grpSpPr>
        <p:sp>
          <p:nvSpPr>
            <p:cNvPr id="37" name="object 37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41704" y="67513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1"/>
                  </a:moveTo>
                  <a:lnTo>
                    <a:pt x="1441704" y="67513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1051305" y="3841750"/>
            <a:ext cx="1454785" cy="430530"/>
            <a:chOff x="1051305" y="3841750"/>
            <a:chExt cx="1454785" cy="430530"/>
          </a:xfrm>
        </p:grpSpPr>
        <p:sp>
          <p:nvSpPr>
            <p:cNvPr id="40" name="object 40"/>
            <p:cNvSpPr/>
            <p:nvPr/>
          </p:nvSpPr>
          <p:spPr>
            <a:xfrm>
              <a:off x="1057656" y="3848099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0" y="126492"/>
                  </a:lnTo>
                  <a:lnTo>
                    <a:pt x="0" y="254508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254508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57655" y="3848100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266139" y="3925906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35482" y="3293109"/>
            <a:ext cx="1454785" cy="688340"/>
            <a:chOff x="935482" y="3293109"/>
            <a:chExt cx="1454785" cy="688340"/>
          </a:xfrm>
        </p:grpSpPr>
        <p:sp>
          <p:nvSpPr>
            <p:cNvPr id="44" name="object 44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072591" y="3505881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35482" y="3968241"/>
            <a:ext cx="1454785" cy="430530"/>
            <a:chOff x="935482" y="3968241"/>
            <a:chExt cx="1454785" cy="430530"/>
          </a:xfrm>
        </p:grpSpPr>
        <p:sp>
          <p:nvSpPr>
            <p:cNvPr id="48" name="object 48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150315" y="4052779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19658" y="3419602"/>
            <a:ext cx="1454785" cy="689610"/>
            <a:chOff x="819658" y="3419602"/>
            <a:chExt cx="1454785" cy="689610"/>
          </a:xfrm>
        </p:grpSpPr>
        <p:sp>
          <p:nvSpPr>
            <p:cNvPr id="52" name="object 52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947927" y="3721608"/>
            <a:ext cx="154940" cy="2470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375"/>
              </a:lnSpc>
            </a:pPr>
            <a:r>
              <a:rPr dirty="0" sz="1800" spc="10" b="1" i="1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2827" y="3609213"/>
            <a:ext cx="1066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pplication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19658" y="4096258"/>
            <a:ext cx="1454785" cy="429259"/>
            <a:chOff x="819658" y="4096258"/>
            <a:chExt cx="1454785" cy="429259"/>
          </a:xfrm>
        </p:grpSpPr>
        <p:sp>
          <p:nvSpPr>
            <p:cNvPr id="57" name="object 57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441704" y="41605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26008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021791" y="4155440"/>
            <a:ext cx="104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7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868923" y="4786884"/>
            <a:ext cx="539750" cy="489584"/>
            <a:chOff x="5868923" y="4786884"/>
            <a:chExt cx="539750" cy="489584"/>
          </a:xfrm>
        </p:grpSpPr>
        <p:sp>
          <p:nvSpPr>
            <p:cNvPr id="61" name="object 61"/>
            <p:cNvSpPr/>
            <p:nvPr/>
          </p:nvSpPr>
          <p:spPr>
            <a:xfrm>
              <a:off x="5975603" y="4786884"/>
              <a:ext cx="333756" cy="3215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980175" y="508863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4612" y="54863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80175" y="508863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3"/>
                  </a:moveTo>
                  <a:lnTo>
                    <a:pt x="324612" y="54863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868923" y="516483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5952235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422135" y="4786884"/>
            <a:ext cx="538480" cy="489584"/>
            <a:chOff x="6422135" y="4786884"/>
            <a:chExt cx="538480" cy="489584"/>
          </a:xfrm>
        </p:grpSpPr>
        <p:sp>
          <p:nvSpPr>
            <p:cNvPr id="67" name="object 67"/>
            <p:cNvSpPr/>
            <p:nvPr/>
          </p:nvSpPr>
          <p:spPr>
            <a:xfrm>
              <a:off x="6528815" y="4786884"/>
              <a:ext cx="332232" cy="3215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533387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533387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422135" y="516483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6504813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970776" y="4786884"/>
            <a:ext cx="539750" cy="489584"/>
            <a:chOff x="6970776" y="4786884"/>
            <a:chExt cx="539750" cy="489584"/>
          </a:xfrm>
        </p:grpSpPr>
        <p:sp>
          <p:nvSpPr>
            <p:cNvPr id="73" name="object 73"/>
            <p:cNvSpPr/>
            <p:nvPr/>
          </p:nvSpPr>
          <p:spPr>
            <a:xfrm>
              <a:off x="7077456" y="4786884"/>
              <a:ext cx="332232" cy="3215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082028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082028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970776" y="516483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7054088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868923" y="5763767"/>
            <a:ext cx="1091565" cy="489584"/>
            <a:chOff x="5868923" y="5763767"/>
            <a:chExt cx="1091565" cy="489584"/>
          </a:xfrm>
        </p:grpSpPr>
        <p:sp>
          <p:nvSpPr>
            <p:cNvPr id="79" name="object 79"/>
            <p:cNvSpPr/>
            <p:nvPr/>
          </p:nvSpPr>
          <p:spPr>
            <a:xfrm>
              <a:off x="5975603" y="5763767"/>
              <a:ext cx="333756" cy="3230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980175" y="6065519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4612" y="54863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980175" y="6065519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3"/>
                  </a:moveTo>
                  <a:lnTo>
                    <a:pt x="324612" y="54863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868923" y="6141719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528815" y="5763767"/>
              <a:ext cx="332232" cy="3230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533387" y="6065519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533387" y="6065519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422135" y="6141719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5754623" y="546049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tabLst>
                <a:tab pos="762635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5975603" y="4786884"/>
            <a:ext cx="2071370" cy="2075814"/>
            <a:chOff x="5975603" y="4786884"/>
            <a:chExt cx="2071370" cy="2075814"/>
          </a:xfrm>
        </p:grpSpPr>
        <p:sp>
          <p:nvSpPr>
            <p:cNvPr id="89" name="object 89"/>
            <p:cNvSpPr/>
            <p:nvPr/>
          </p:nvSpPr>
          <p:spPr>
            <a:xfrm>
              <a:off x="7615427" y="4786884"/>
              <a:ext cx="332232" cy="3215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619999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619999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508747" y="516483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2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2" y="111251"/>
                  </a:lnTo>
                  <a:lnTo>
                    <a:pt x="537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975603" y="6740652"/>
              <a:ext cx="333756" cy="12191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528815" y="6740652"/>
              <a:ext cx="332232" cy="12191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77455" y="6740652"/>
              <a:ext cx="332232" cy="12191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7591806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243835" y="2667206"/>
            <a:ext cx="6092825" cy="3336290"/>
            <a:chOff x="2243835" y="2667206"/>
            <a:chExt cx="6092825" cy="3336290"/>
          </a:xfrm>
        </p:grpSpPr>
        <p:sp>
          <p:nvSpPr>
            <p:cNvPr id="98" name="object 98"/>
            <p:cNvSpPr/>
            <p:nvPr/>
          </p:nvSpPr>
          <p:spPr>
            <a:xfrm>
              <a:off x="8023859" y="4983479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 h="0">
                  <a:moveTo>
                    <a:pt x="283591" y="0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DFCAA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902201" y="4097274"/>
              <a:ext cx="515620" cy="896619"/>
            </a:xfrm>
            <a:custGeom>
              <a:avLst/>
              <a:gdLst/>
              <a:ahLst/>
              <a:cxnLst/>
              <a:rect l="l" t="t" r="r" b="b"/>
              <a:pathLst>
                <a:path w="515620" h="896620">
                  <a:moveTo>
                    <a:pt x="0" y="896112"/>
                  </a:moveTo>
                  <a:lnTo>
                    <a:pt x="515112" y="896112"/>
                  </a:lnTo>
                  <a:lnTo>
                    <a:pt x="515112" y="0"/>
                  </a:lnTo>
                  <a:lnTo>
                    <a:pt x="0" y="0"/>
                  </a:lnTo>
                  <a:lnTo>
                    <a:pt x="0" y="896112"/>
                  </a:lnTo>
                  <a:close/>
                </a:path>
              </a:pathLst>
            </a:custGeom>
            <a:solidFill>
              <a:srgbClr val="E8D1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894581" y="4097274"/>
              <a:ext cx="523240" cy="896619"/>
            </a:xfrm>
            <a:custGeom>
              <a:avLst/>
              <a:gdLst/>
              <a:ahLst/>
              <a:cxnLst/>
              <a:rect l="l" t="t" r="r" b="b"/>
              <a:pathLst>
                <a:path w="523239" h="896620">
                  <a:moveTo>
                    <a:pt x="0" y="896112"/>
                  </a:moveTo>
                  <a:lnTo>
                    <a:pt x="522732" y="896112"/>
                  </a:lnTo>
                  <a:lnTo>
                    <a:pt x="522732" y="0"/>
                  </a:lnTo>
                  <a:lnTo>
                    <a:pt x="0" y="0"/>
                  </a:lnTo>
                  <a:lnTo>
                    <a:pt x="0" y="89611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897630" y="4315967"/>
              <a:ext cx="520700" cy="477520"/>
            </a:xfrm>
            <a:custGeom>
              <a:avLst/>
              <a:gdLst/>
              <a:ahLst/>
              <a:cxnLst/>
              <a:rect l="l" t="t" r="r" b="b"/>
              <a:pathLst>
                <a:path w="520700" h="477520">
                  <a:moveTo>
                    <a:pt x="520192" y="457200"/>
                  </a:moveTo>
                  <a:lnTo>
                    <a:pt x="0" y="457200"/>
                  </a:lnTo>
                  <a:lnTo>
                    <a:pt x="0" y="477012"/>
                  </a:lnTo>
                  <a:lnTo>
                    <a:pt x="520192" y="477012"/>
                  </a:lnTo>
                  <a:lnTo>
                    <a:pt x="520192" y="457200"/>
                  </a:lnTo>
                  <a:close/>
                </a:path>
                <a:path w="520700" h="477520">
                  <a:moveTo>
                    <a:pt x="520192" y="228600"/>
                  </a:moveTo>
                  <a:lnTo>
                    <a:pt x="0" y="228600"/>
                  </a:lnTo>
                  <a:lnTo>
                    <a:pt x="0" y="248412"/>
                  </a:lnTo>
                  <a:lnTo>
                    <a:pt x="520192" y="248412"/>
                  </a:lnTo>
                  <a:lnTo>
                    <a:pt x="520192" y="228600"/>
                  </a:lnTo>
                  <a:close/>
                </a:path>
                <a:path w="520700" h="477520">
                  <a:moveTo>
                    <a:pt x="520192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520192" y="19812"/>
                  </a:lnTo>
                  <a:lnTo>
                    <a:pt x="520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967454" y="4139818"/>
              <a:ext cx="377190" cy="816610"/>
            </a:xfrm>
            <a:custGeom>
              <a:avLst/>
              <a:gdLst/>
              <a:ahLst/>
              <a:cxnLst/>
              <a:rect l="l" t="t" r="r" b="b"/>
              <a:pathLst>
                <a:path w="377189" h="816610">
                  <a:moveTo>
                    <a:pt x="67970" y="693674"/>
                  </a:moveTo>
                  <a:lnTo>
                    <a:pt x="67627" y="693547"/>
                  </a:lnTo>
                  <a:lnTo>
                    <a:pt x="63652" y="692023"/>
                  </a:lnTo>
                  <a:lnTo>
                    <a:pt x="59715" y="690753"/>
                  </a:lnTo>
                  <a:lnTo>
                    <a:pt x="52730" y="689229"/>
                  </a:lnTo>
                  <a:lnTo>
                    <a:pt x="49047" y="688594"/>
                  </a:lnTo>
                  <a:lnTo>
                    <a:pt x="44856" y="688213"/>
                  </a:lnTo>
                  <a:lnTo>
                    <a:pt x="36601" y="687324"/>
                  </a:lnTo>
                  <a:lnTo>
                    <a:pt x="5067" y="713143"/>
                  </a:lnTo>
                  <a:lnTo>
                    <a:pt x="0" y="743623"/>
                  </a:lnTo>
                  <a:lnTo>
                    <a:pt x="723" y="753262"/>
                  </a:lnTo>
                  <a:lnTo>
                    <a:pt x="30759" y="782955"/>
                  </a:lnTo>
                  <a:lnTo>
                    <a:pt x="41173" y="783717"/>
                  </a:lnTo>
                  <a:lnTo>
                    <a:pt x="50190" y="783463"/>
                  </a:lnTo>
                  <a:lnTo>
                    <a:pt x="54635" y="783082"/>
                  </a:lnTo>
                  <a:lnTo>
                    <a:pt x="59080" y="782320"/>
                  </a:lnTo>
                  <a:lnTo>
                    <a:pt x="59550" y="777494"/>
                  </a:lnTo>
                  <a:lnTo>
                    <a:pt x="60985" y="762889"/>
                  </a:lnTo>
                  <a:lnTo>
                    <a:pt x="54254" y="762127"/>
                  </a:lnTo>
                  <a:lnTo>
                    <a:pt x="52349" y="766572"/>
                  </a:lnTo>
                  <a:lnTo>
                    <a:pt x="50444" y="769747"/>
                  </a:lnTo>
                  <a:lnTo>
                    <a:pt x="48666" y="771906"/>
                  </a:lnTo>
                  <a:lnTo>
                    <a:pt x="46761" y="774065"/>
                  </a:lnTo>
                  <a:lnTo>
                    <a:pt x="44602" y="775589"/>
                  </a:lnTo>
                  <a:lnTo>
                    <a:pt x="42189" y="776351"/>
                  </a:lnTo>
                  <a:lnTo>
                    <a:pt x="39649" y="777240"/>
                  </a:lnTo>
                  <a:lnTo>
                    <a:pt x="13614" y="749554"/>
                  </a:lnTo>
                  <a:lnTo>
                    <a:pt x="13614" y="741807"/>
                  </a:lnTo>
                  <a:lnTo>
                    <a:pt x="22631" y="704596"/>
                  </a:lnTo>
                  <a:lnTo>
                    <a:pt x="29870" y="697484"/>
                  </a:lnTo>
                  <a:lnTo>
                    <a:pt x="33934" y="694690"/>
                  </a:lnTo>
                  <a:lnTo>
                    <a:pt x="38252" y="693547"/>
                  </a:lnTo>
                  <a:lnTo>
                    <a:pt x="42951" y="694055"/>
                  </a:lnTo>
                  <a:lnTo>
                    <a:pt x="45999" y="694436"/>
                  </a:lnTo>
                  <a:lnTo>
                    <a:pt x="59334" y="711835"/>
                  </a:lnTo>
                  <a:lnTo>
                    <a:pt x="66065" y="712470"/>
                  </a:lnTo>
                  <a:lnTo>
                    <a:pt x="67970" y="693674"/>
                  </a:lnTo>
                  <a:close/>
                </a:path>
                <a:path w="377189" h="816610">
                  <a:moveTo>
                    <a:pt x="67970" y="464566"/>
                  </a:moveTo>
                  <a:lnTo>
                    <a:pt x="67627" y="464439"/>
                  </a:lnTo>
                  <a:lnTo>
                    <a:pt x="63652" y="462915"/>
                  </a:lnTo>
                  <a:lnTo>
                    <a:pt x="59715" y="461645"/>
                  </a:lnTo>
                  <a:lnTo>
                    <a:pt x="52730" y="460121"/>
                  </a:lnTo>
                  <a:lnTo>
                    <a:pt x="49047" y="459486"/>
                  </a:lnTo>
                  <a:lnTo>
                    <a:pt x="44856" y="459105"/>
                  </a:lnTo>
                  <a:lnTo>
                    <a:pt x="36601" y="458216"/>
                  </a:lnTo>
                  <a:lnTo>
                    <a:pt x="5067" y="484035"/>
                  </a:lnTo>
                  <a:lnTo>
                    <a:pt x="0" y="514515"/>
                  </a:lnTo>
                  <a:lnTo>
                    <a:pt x="723" y="524154"/>
                  </a:lnTo>
                  <a:lnTo>
                    <a:pt x="30759" y="553847"/>
                  </a:lnTo>
                  <a:lnTo>
                    <a:pt x="41173" y="554609"/>
                  </a:lnTo>
                  <a:lnTo>
                    <a:pt x="50190" y="554355"/>
                  </a:lnTo>
                  <a:lnTo>
                    <a:pt x="54635" y="553974"/>
                  </a:lnTo>
                  <a:lnTo>
                    <a:pt x="59080" y="553212"/>
                  </a:lnTo>
                  <a:lnTo>
                    <a:pt x="59550" y="548386"/>
                  </a:lnTo>
                  <a:lnTo>
                    <a:pt x="60985" y="533781"/>
                  </a:lnTo>
                  <a:lnTo>
                    <a:pt x="54254" y="533019"/>
                  </a:lnTo>
                  <a:lnTo>
                    <a:pt x="52349" y="537464"/>
                  </a:lnTo>
                  <a:lnTo>
                    <a:pt x="50444" y="540639"/>
                  </a:lnTo>
                  <a:lnTo>
                    <a:pt x="48666" y="542798"/>
                  </a:lnTo>
                  <a:lnTo>
                    <a:pt x="46761" y="544957"/>
                  </a:lnTo>
                  <a:lnTo>
                    <a:pt x="44602" y="546481"/>
                  </a:lnTo>
                  <a:lnTo>
                    <a:pt x="42189" y="547243"/>
                  </a:lnTo>
                  <a:lnTo>
                    <a:pt x="39649" y="548132"/>
                  </a:lnTo>
                  <a:lnTo>
                    <a:pt x="13614" y="520446"/>
                  </a:lnTo>
                  <a:lnTo>
                    <a:pt x="13614" y="512699"/>
                  </a:lnTo>
                  <a:lnTo>
                    <a:pt x="22631" y="475488"/>
                  </a:lnTo>
                  <a:lnTo>
                    <a:pt x="29870" y="468376"/>
                  </a:lnTo>
                  <a:lnTo>
                    <a:pt x="33934" y="465582"/>
                  </a:lnTo>
                  <a:lnTo>
                    <a:pt x="38252" y="464439"/>
                  </a:lnTo>
                  <a:lnTo>
                    <a:pt x="42951" y="464947"/>
                  </a:lnTo>
                  <a:lnTo>
                    <a:pt x="45999" y="465328"/>
                  </a:lnTo>
                  <a:lnTo>
                    <a:pt x="59334" y="482727"/>
                  </a:lnTo>
                  <a:lnTo>
                    <a:pt x="66065" y="483362"/>
                  </a:lnTo>
                  <a:lnTo>
                    <a:pt x="67970" y="464566"/>
                  </a:lnTo>
                  <a:close/>
                </a:path>
                <a:path w="377189" h="816610">
                  <a:moveTo>
                    <a:pt x="67970" y="235458"/>
                  </a:moveTo>
                  <a:lnTo>
                    <a:pt x="67627" y="235331"/>
                  </a:lnTo>
                  <a:lnTo>
                    <a:pt x="63652" y="233807"/>
                  </a:lnTo>
                  <a:lnTo>
                    <a:pt x="59715" y="232537"/>
                  </a:lnTo>
                  <a:lnTo>
                    <a:pt x="52730" y="231013"/>
                  </a:lnTo>
                  <a:lnTo>
                    <a:pt x="49047" y="230378"/>
                  </a:lnTo>
                  <a:lnTo>
                    <a:pt x="44856" y="229997"/>
                  </a:lnTo>
                  <a:lnTo>
                    <a:pt x="36601" y="229108"/>
                  </a:lnTo>
                  <a:lnTo>
                    <a:pt x="5067" y="254927"/>
                  </a:lnTo>
                  <a:lnTo>
                    <a:pt x="0" y="285407"/>
                  </a:lnTo>
                  <a:lnTo>
                    <a:pt x="723" y="295046"/>
                  </a:lnTo>
                  <a:lnTo>
                    <a:pt x="30759" y="324739"/>
                  </a:lnTo>
                  <a:lnTo>
                    <a:pt x="41173" y="325501"/>
                  </a:lnTo>
                  <a:lnTo>
                    <a:pt x="50190" y="325247"/>
                  </a:lnTo>
                  <a:lnTo>
                    <a:pt x="54635" y="324866"/>
                  </a:lnTo>
                  <a:lnTo>
                    <a:pt x="59080" y="324104"/>
                  </a:lnTo>
                  <a:lnTo>
                    <a:pt x="59550" y="319278"/>
                  </a:lnTo>
                  <a:lnTo>
                    <a:pt x="60985" y="304673"/>
                  </a:lnTo>
                  <a:lnTo>
                    <a:pt x="54254" y="303911"/>
                  </a:lnTo>
                  <a:lnTo>
                    <a:pt x="52349" y="308356"/>
                  </a:lnTo>
                  <a:lnTo>
                    <a:pt x="50444" y="311531"/>
                  </a:lnTo>
                  <a:lnTo>
                    <a:pt x="48666" y="313690"/>
                  </a:lnTo>
                  <a:lnTo>
                    <a:pt x="46761" y="315849"/>
                  </a:lnTo>
                  <a:lnTo>
                    <a:pt x="44602" y="317373"/>
                  </a:lnTo>
                  <a:lnTo>
                    <a:pt x="42189" y="318135"/>
                  </a:lnTo>
                  <a:lnTo>
                    <a:pt x="39649" y="319024"/>
                  </a:lnTo>
                  <a:lnTo>
                    <a:pt x="13614" y="291338"/>
                  </a:lnTo>
                  <a:lnTo>
                    <a:pt x="13614" y="283591"/>
                  </a:lnTo>
                  <a:lnTo>
                    <a:pt x="22631" y="246380"/>
                  </a:lnTo>
                  <a:lnTo>
                    <a:pt x="29870" y="239268"/>
                  </a:lnTo>
                  <a:lnTo>
                    <a:pt x="33934" y="236474"/>
                  </a:lnTo>
                  <a:lnTo>
                    <a:pt x="38252" y="235331"/>
                  </a:lnTo>
                  <a:lnTo>
                    <a:pt x="42951" y="235839"/>
                  </a:lnTo>
                  <a:lnTo>
                    <a:pt x="45999" y="236220"/>
                  </a:lnTo>
                  <a:lnTo>
                    <a:pt x="59334" y="253619"/>
                  </a:lnTo>
                  <a:lnTo>
                    <a:pt x="66065" y="254254"/>
                  </a:lnTo>
                  <a:lnTo>
                    <a:pt x="67970" y="235458"/>
                  </a:lnTo>
                  <a:close/>
                </a:path>
                <a:path w="377189" h="816610">
                  <a:moveTo>
                    <a:pt x="67970" y="6350"/>
                  </a:moveTo>
                  <a:lnTo>
                    <a:pt x="67627" y="6223"/>
                  </a:lnTo>
                  <a:lnTo>
                    <a:pt x="63652" y="4699"/>
                  </a:lnTo>
                  <a:lnTo>
                    <a:pt x="59715" y="3429"/>
                  </a:lnTo>
                  <a:lnTo>
                    <a:pt x="52730" y="1905"/>
                  </a:lnTo>
                  <a:lnTo>
                    <a:pt x="49047" y="1270"/>
                  </a:lnTo>
                  <a:lnTo>
                    <a:pt x="44856" y="889"/>
                  </a:lnTo>
                  <a:lnTo>
                    <a:pt x="36601" y="0"/>
                  </a:lnTo>
                  <a:lnTo>
                    <a:pt x="5067" y="25831"/>
                  </a:lnTo>
                  <a:lnTo>
                    <a:pt x="0" y="56349"/>
                  </a:lnTo>
                  <a:lnTo>
                    <a:pt x="723" y="65951"/>
                  </a:lnTo>
                  <a:lnTo>
                    <a:pt x="30759" y="95631"/>
                  </a:lnTo>
                  <a:lnTo>
                    <a:pt x="41173" y="96393"/>
                  </a:lnTo>
                  <a:lnTo>
                    <a:pt x="50190" y="96139"/>
                  </a:lnTo>
                  <a:lnTo>
                    <a:pt x="54635" y="95758"/>
                  </a:lnTo>
                  <a:lnTo>
                    <a:pt x="59080" y="94996"/>
                  </a:lnTo>
                  <a:lnTo>
                    <a:pt x="59550" y="90170"/>
                  </a:lnTo>
                  <a:lnTo>
                    <a:pt x="60985" y="75565"/>
                  </a:lnTo>
                  <a:lnTo>
                    <a:pt x="54254" y="74803"/>
                  </a:lnTo>
                  <a:lnTo>
                    <a:pt x="52349" y="79248"/>
                  </a:lnTo>
                  <a:lnTo>
                    <a:pt x="50444" y="82423"/>
                  </a:lnTo>
                  <a:lnTo>
                    <a:pt x="48666" y="84582"/>
                  </a:lnTo>
                  <a:lnTo>
                    <a:pt x="46761" y="86741"/>
                  </a:lnTo>
                  <a:lnTo>
                    <a:pt x="44602" y="88265"/>
                  </a:lnTo>
                  <a:lnTo>
                    <a:pt x="42189" y="89027"/>
                  </a:lnTo>
                  <a:lnTo>
                    <a:pt x="39649" y="89916"/>
                  </a:lnTo>
                  <a:lnTo>
                    <a:pt x="13614" y="62230"/>
                  </a:lnTo>
                  <a:lnTo>
                    <a:pt x="13614" y="54483"/>
                  </a:lnTo>
                  <a:lnTo>
                    <a:pt x="22631" y="17272"/>
                  </a:lnTo>
                  <a:lnTo>
                    <a:pt x="38252" y="6223"/>
                  </a:lnTo>
                  <a:lnTo>
                    <a:pt x="42951" y="6731"/>
                  </a:lnTo>
                  <a:lnTo>
                    <a:pt x="59334" y="24511"/>
                  </a:lnTo>
                  <a:lnTo>
                    <a:pt x="66065" y="25146"/>
                  </a:lnTo>
                  <a:lnTo>
                    <a:pt x="67970" y="6350"/>
                  </a:lnTo>
                  <a:close/>
                </a:path>
                <a:path w="377189" h="816610">
                  <a:moveTo>
                    <a:pt x="139090" y="789432"/>
                  </a:moveTo>
                  <a:lnTo>
                    <a:pt x="132486" y="783082"/>
                  </a:lnTo>
                  <a:lnTo>
                    <a:pt x="132359" y="782320"/>
                  </a:lnTo>
                  <a:lnTo>
                    <a:pt x="132435" y="778002"/>
                  </a:lnTo>
                  <a:lnTo>
                    <a:pt x="135280" y="749173"/>
                  </a:lnTo>
                  <a:lnTo>
                    <a:pt x="135661" y="745490"/>
                  </a:lnTo>
                  <a:lnTo>
                    <a:pt x="135534" y="739902"/>
                  </a:lnTo>
                  <a:lnTo>
                    <a:pt x="133134" y="731266"/>
                  </a:lnTo>
                  <a:lnTo>
                    <a:pt x="132359" y="729996"/>
                  </a:lnTo>
                  <a:lnTo>
                    <a:pt x="130962" y="728726"/>
                  </a:lnTo>
                  <a:lnTo>
                    <a:pt x="129692" y="727329"/>
                  </a:lnTo>
                  <a:lnTo>
                    <a:pt x="128041" y="726186"/>
                  </a:lnTo>
                  <a:lnTo>
                    <a:pt x="124231" y="724662"/>
                  </a:lnTo>
                  <a:lnTo>
                    <a:pt x="122072" y="724154"/>
                  </a:lnTo>
                  <a:lnTo>
                    <a:pt x="119532" y="723900"/>
                  </a:lnTo>
                  <a:lnTo>
                    <a:pt x="117246" y="723646"/>
                  </a:lnTo>
                  <a:lnTo>
                    <a:pt x="114960" y="723773"/>
                  </a:lnTo>
                  <a:lnTo>
                    <a:pt x="112928" y="724281"/>
                  </a:lnTo>
                  <a:lnTo>
                    <a:pt x="110769" y="724789"/>
                  </a:lnTo>
                  <a:lnTo>
                    <a:pt x="108610" y="725678"/>
                  </a:lnTo>
                  <a:lnTo>
                    <a:pt x="104292" y="728218"/>
                  </a:lnTo>
                  <a:lnTo>
                    <a:pt x="101244" y="730377"/>
                  </a:lnTo>
                  <a:lnTo>
                    <a:pt x="97307" y="733679"/>
                  </a:lnTo>
                  <a:lnTo>
                    <a:pt x="97053" y="733552"/>
                  </a:lnTo>
                  <a:lnTo>
                    <a:pt x="101371" y="690499"/>
                  </a:lnTo>
                  <a:lnTo>
                    <a:pt x="97307" y="690118"/>
                  </a:lnTo>
                  <a:lnTo>
                    <a:pt x="80797" y="689102"/>
                  </a:lnTo>
                  <a:lnTo>
                    <a:pt x="80416" y="692658"/>
                  </a:lnTo>
                  <a:lnTo>
                    <a:pt x="82702" y="693293"/>
                  </a:lnTo>
                  <a:lnTo>
                    <a:pt x="84226" y="693801"/>
                  </a:lnTo>
                  <a:lnTo>
                    <a:pt x="86004" y="694817"/>
                  </a:lnTo>
                  <a:lnTo>
                    <a:pt x="86639" y="695452"/>
                  </a:lnTo>
                  <a:lnTo>
                    <a:pt x="87020" y="696214"/>
                  </a:lnTo>
                  <a:lnTo>
                    <a:pt x="87528" y="696976"/>
                  </a:lnTo>
                  <a:lnTo>
                    <a:pt x="87782" y="697865"/>
                  </a:lnTo>
                  <a:lnTo>
                    <a:pt x="88036" y="699135"/>
                  </a:lnTo>
                  <a:lnTo>
                    <a:pt x="88036" y="705358"/>
                  </a:lnTo>
                  <a:lnTo>
                    <a:pt x="87782" y="708406"/>
                  </a:lnTo>
                  <a:lnTo>
                    <a:pt x="87274" y="712724"/>
                  </a:lnTo>
                  <a:lnTo>
                    <a:pt x="81559" y="769747"/>
                  </a:lnTo>
                  <a:lnTo>
                    <a:pt x="72415" y="782701"/>
                  </a:lnTo>
                  <a:lnTo>
                    <a:pt x="72161" y="786003"/>
                  </a:lnTo>
                  <a:lnTo>
                    <a:pt x="99085" y="788670"/>
                  </a:lnTo>
                  <a:lnTo>
                    <a:pt x="99466" y="785368"/>
                  </a:lnTo>
                  <a:lnTo>
                    <a:pt x="97561" y="784733"/>
                  </a:lnTo>
                  <a:lnTo>
                    <a:pt x="96164" y="783971"/>
                  </a:lnTo>
                  <a:lnTo>
                    <a:pt x="94386" y="782701"/>
                  </a:lnTo>
                  <a:lnTo>
                    <a:pt x="93751" y="781939"/>
                  </a:lnTo>
                  <a:lnTo>
                    <a:pt x="93370" y="780923"/>
                  </a:lnTo>
                  <a:lnTo>
                    <a:pt x="92989" y="780034"/>
                  </a:lnTo>
                  <a:lnTo>
                    <a:pt x="92887" y="779145"/>
                  </a:lnTo>
                  <a:lnTo>
                    <a:pt x="92824" y="777113"/>
                  </a:lnTo>
                  <a:lnTo>
                    <a:pt x="92849" y="775208"/>
                  </a:lnTo>
                  <a:lnTo>
                    <a:pt x="92989" y="773938"/>
                  </a:lnTo>
                  <a:lnTo>
                    <a:pt x="93243" y="770890"/>
                  </a:lnTo>
                  <a:lnTo>
                    <a:pt x="95910" y="744855"/>
                  </a:lnTo>
                  <a:lnTo>
                    <a:pt x="96037" y="742823"/>
                  </a:lnTo>
                  <a:lnTo>
                    <a:pt x="96799" y="741045"/>
                  </a:lnTo>
                  <a:lnTo>
                    <a:pt x="97942" y="739521"/>
                  </a:lnTo>
                  <a:lnTo>
                    <a:pt x="99085" y="737870"/>
                  </a:lnTo>
                  <a:lnTo>
                    <a:pt x="100609" y="736346"/>
                  </a:lnTo>
                  <a:lnTo>
                    <a:pt x="111277" y="731266"/>
                  </a:lnTo>
                  <a:lnTo>
                    <a:pt x="113055" y="731520"/>
                  </a:lnTo>
                  <a:lnTo>
                    <a:pt x="116357" y="731774"/>
                  </a:lnTo>
                  <a:lnTo>
                    <a:pt x="123469" y="750062"/>
                  </a:lnTo>
                  <a:lnTo>
                    <a:pt x="122834" y="756158"/>
                  </a:lnTo>
                  <a:lnTo>
                    <a:pt x="121031" y="774065"/>
                  </a:lnTo>
                  <a:lnTo>
                    <a:pt x="118262" y="784098"/>
                  </a:lnTo>
                  <a:lnTo>
                    <a:pt x="117754" y="784733"/>
                  </a:lnTo>
                  <a:lnTo>
                    <a:pt x="116992" y="785241"/>
                  </a:lnTo>
                  <a:lnTo>
                    <a:pt x="116230" y="785622"/>
                  </a:lnTo>
                  <a:lnTo>
                    <a:pt x="115341" y="786003"/>
                  </a:lnTo>
                  <a:lnTo>
                    <a:pt x="112166" y="786638"/>
                  </a:lnTo>
                  <a:lnTo>
                    <a:pt x="111912" y="790067"/>
                  </a:lnTo>
                  <a:lnTo>
                    <a:pt x="138709" y="792734"/>
                  </a:lnTo>
                  <a:lnTo>
                    <a:pt x="139090" y="789432"/>
                  </a:lnTo>
                  <a:close/>
                </a:path>
                <a:path w="377189" h="816610">
                  <a:moveTo>
                    <a:pt x="139090" y="560324"/>
                  </a:moveTo>
                  <a:lnTo>
                    <a:pt x="132486" y="553974"/>
                  </a:lnTo>
                  <a:lnTo>
                    <a:pt x="132359" y="553212"/>
                  </a:lnTo>
                  <a:lnTo>
                    <a:pt x="132435" y="548894"/>
                  </a:lnTo>
                  <a:lnTo>
                    <a:pt x="135280" y="520065"/>
                  </a:lnTo>
                  <a:lnTo>
                    <a:pt x="135661" y="516382"/>
                  </a:lnTo>
                  <a:lnTo>
                    <a:pt x="135534" y="510794"/>
                  </a:lnTo>
                  <a:lnTo>
                    <a:pt x="133134" y="502158"/>
                  </a:lnTo>
                  <a:lnTo>
                    <a:pt x="132359" y="500888"/>
                  </a:lnTo>
                  <a:lnTo>
                    <a:pt x="130962" y="499618"/>
                  </a:lnTo>
                  <a:lnTo>
                    <a:pt x="129692" y="498221"/>
                  </a:lnTo>
                  <a:lnTo>
                    <a:pt x="128041" y="497078"/>
                  </a:lnTo>
                  <a:lnTo>
                    <a:pt x="124231" y="495554"/>
                  </a:lnTo>
                  <a:lnTo>
                    <a:pt x="122072" y="495046"/>
                  </a:lnTo>
                  <a:lnTo>
                    <a:pt x="119532" y="494792"/>
                  </a:lnTo>
                  <a:lnTo>
                    <a:pt x="117246" y="494538"/>
                  </a:lnTo>
                  <a:lnTo>
                    <a:pt x="114960" y="494665"/>
                  </a:lnTo>
                  <a:lnTo>
                    <a:pt x="112928" y="495173"/>
                  </a:lnTo>
                  <a:lnTo>
                    <a:pt x="110769" y="495681"/>
                  </a:lnTo>
                  <a:lnTo>
                    <a:pt x="108610" y="496570"/>
                  </a:lnTo>
                  <a:lnTo>
                    <a:pt x="104292" y="499110"/>
                  </a:lnTo>
                  <a:lnTo>
                    <a:pt x="101244" y="501269"/>
                  </a:lnTo>
                  <a:lnTo>
                    <a:pt x="97307" y="504571"/>
                  </a:lnTo>
                  <a:lnTo>
                    <a:pt x="97053" y="504444"/>
                  </a:lnTo>
                  <a:lnTo>
                    <a:pt x="101371" y="461391"/>
                  </a:lnTo>
                  <a:lnTo>
                    <a:pt x="97307" y="461010"/>
                  </a:lnTo>
                  <a:lnTo>
                    <a:pt x="80797" y="459994"/>
                  </a:lnTo>
                  <a:lnTo>
                    <a:pt x="80416" y="463550"/>
                  </a:lnTo>
                  <a:lnTo>
                    <a:pt x="82702" y="464185"/>
                  </a:lnTo>
                  <a:lnTo>
                    <a:pt x="84226" y="464693"/>
                  </a:lnTo>
                  <a:lnTo>
                    <a:pt x="86004" y="465709"/>
                  </a:lnTo>
                  <a:lnTo>
                    <a:pt x="86639" y="466344"/>
                  </a:lnTo>
                  <a:lnTo>
                    <a:pt x="87020" y="467106"/>
                  </a:lnTo>
                  <a:lnTo>
                    <a:pt x="87528" y="467868"/>
                  </a:lnTo>
                  <a:lnTo>
                    <a:pt x="87782" y="468757"/>
                  </a:lnTo>
                  <a:lnTo>
                    <a:pt x="88036" y="470027"/>
                  </a:lnTo>
                  <a:lnTo>
                    <a:pt x="88036" y="476250"/>
                  </a:lnTo>
                  <a:lnTo>
                    <a:pt x="87782" y="479298"/>
                  </a:lnTo>
                  <a:lnTo>
                    <a:pt x="87274" y="483616"/>
                  </a:lnTo>
                  <a:lnTo>
                    <a:pt x="81559" y="540639"/>
                  </a:lnTo>
                  <a:lnTo>
                    <a:pt x="72415" y="553593"/>
                  </a:lnTo>
                  <a:lnTo>
                    <a:pt x="72161" y="556895"/>
                  </a:lnTo>
                  <a:lnTo>
                    <a:pt x="99085" y="559562"/>
                  </a:lnTo>
                  <a:lnTo>
                    <a:pt x="99466" y="556260"/>
                  </a:lnTo>
                  <a:lnTo>
                    <a:pt x="97561" y="555625"/>
                  </a:lnTo>
                  <a:lnTo>
                    <a:pt x="96164" y="554863"/>
                  </a:lnTo>
                  <a:lnTo>
                    <a:pt x="94386" y="553593"/>
                  </a:lnTo>
                  <a:lnTo>
                    <a:pt x="93751" y="552831"/>
                  </a:lnTo>
                  <a:lnTo>
                    <a:pt x="93370" y="551815"/>
                  </a:lnTo>
                  <a:lnTo>
                    <a:pt x="92989" y="550926"/>
                  </a:lnTo>
                  <a:lnTo>
                    <a:pt x="92887" y="550037"/>
                  </a:lnTo>
                  <a:lnTo>
                    <a:pt x="92824" y="548005"/>
                  </a:lnTo>
                  <a:lnTo>
                    <a:pt x="92849" y="546100"/>
                  </a:lnTo>
                  <a:lnTo>
                    <a:pt x="92989" y="544830"/>
                  </a:lnTo>
                  <a:lnTo>
                    <a:pt x="93243" y="541782"/>
                  </a:lnTo>
                  <a:lnTo>
                    <a:pt x="95910" y="515747"/>
                  </a:lnTo>
                  <a:lnTo>
                    <a:pt x="96037" y="513715"/>
                  </a:lnTo>
                  <a:lnTo>
                    <a:pt x="96799" y="511937"/>
                  </a:lnTo>
                  <a:lnTo>
                    <a:pt x="97942" y="510413"/>
                  </a:lnTo>
                  <a:lnTo>
                    <a:pt x="99085" y="508762"/>
                  </a:lnTo>
                  <a:lnTo>
                    <a:pt x="100609" y="507238"/>
                  </a:lnTo>
                  <a:lnTo>
                    <a:pt x="111277" y="502158"/>
                  </a:lnTo>
                  <a:lnTo>
                    <a:pt x="113055" y="502412"/>
                  </a:lnTo>
                  <a:lnTo>
                    <a:pt x="116357" y="502666"/>
                  </a:lnTo>
                  <a:lnTo>
                    <a:pt x="123469" y="520954"/>
                  </a:lnTo>
                  <a:lnTo>
                    <a:pt x="122834" y="527050"/>
                  </a:lnTo>
                  <a:lnTo>
                    <a:pt x="121031" y="544957"/>
                  </a:lnTo>
                  <a:lnTo>
                    <a:pt x="118262" y="554990"/>
                  </a:lnTo>
                  <a:lnTo>
                    <a:pt x="117754" y="555625"/>
                  </a:lnTo>
                  <a:lnTo>
                    <a:pt x="116992" y="556133"/>
                  </a:lnTo>
                  <a:lnTo>
                    <a:pt x="116230" y="556514"/>
                  </a:lnTo>
                  <a:lnTo>
                    <a:pt x="115341" y="556895"/>
                  </a:lnTo>
                  <a:lnTo>
                    <a:pt x="112166" y="557530"/>
                  </a:lnTo>
                  <a:lnTo>
                    <a:pt x="111912" y="560959"/>
                  </a:lnTo>
                  <a:lnTo>
                    <a:pt x="138709" y="563626"/>
                  </a:lnTo>
                  <a:lnTo>
                    <a:pt x="139090" y="560324"/>
                  </a:lnTo>
                  <a:close/>
                </a:path>
                <a:path w="377189" h="816610">
                  <a:moveTo>
                    <a:pt x="139090" y="331216"/>
                  </a:moveTo>
                  <a:lnTo>
                    <a:pt x="132486" y="324866"/>
                  </a:lnTo>
                  <a:lnTo>
                    <a:pt x="132359" y="324104"/>
                  </a:lnTo>
                  <a:lnTo>
                    <a:pt x="132435" y="319786"/>
                  </a:lnTo>
                  <a:lnTo>
                    <a:pt x="135661" y="287274"/>
                  </a:lnTo>
                  <a:lnTo>
                    <a:pt x="135534" y="281686"/>
                  </a:lnTo>
                  <a:lnTo>
                    <a:pt x="133134" y="273050"/>
                  </a:lnTo>
                  <a:lnTo>
                    <a:pt x="132359" y="271780"/>
                  </a:lnTo>
                  <a:lnTo>
                    <a:pt x="130962" y="270510"/>
                  </a:lnTo>
                  <a:lnTo>
                    <a:pt x="129692" y="269113"/>
                  </a:lnTo>
                  <a:lnTo>
                    <a:pt x="128041" y="267970"/>
                  </a:lnTo>
                  <a:lnTo>
                    <a:pt x="124231" y="266446"/>
                  </a:lnTo>
                  <a:lnTo>
                    <a:pt x="122072" y="265938"/>
                  </a:lnTo>
                  <a:lnTo>
                    <a:pt x="119532" y="265684"/>
                  </a:lnTo>
                  <a:lnTo>
                    <a:pt x="117246" y="265430"/>
                  </a:lnTo>
                  <a:lnTo>
                    <a:pt x="97307" y="275463"/>
                  </a:lnTo>
                  <a:lnTo>
                    <a:pt x="97053" y="275336"/>
                  </a:lnTo>
                  <a:lnTo>
                    <a:pt x="101371" y="232283"/>
                  </a:lnTo>
                  <a:lnTo>
                    <a:pt x="97307" y="231902"/>
                  </a:lnTo>
                  <a:lnTo>
                    <a:pt x="80797" y="230886"/>
                  </a:lnTo>
                  <a:lnTo>
                    <a:pt x="80416" y="234442"/>
                  </a:lnTo>
                  <a:lnTo>
                    <a:pt x="82702" y="235077"/>
                  </a:lnTo>
                  <a:lnTo>
                    <a:pt x="84226" y="235585"/>
                  </a:lnTo>
                  <a:lnTo>
                    <a:pt x="86004" y="236601"/>
                  </a:lnTo>
                  <a:lnTo>
                    <a:pt x="86639" y="237236"/>
                  </a:lnTo>
                  <a:lnTo>
                    <a:pt x="87020" y="237998"/>
                  </a:lnTo>
                  <a:lnTo>
                    <a:pt x="87528" y="238760"/>
                  </a:lnTo>
                  <a:lnTo>
                    <a:pt x="87782" y="239649"/>
                  </a:lnTo>
                  <a:lnTo>
                    <a:pt x="88036" y="240919"/>
                  </a:lnTo>
                  <a:lnTo>
                    <a:pt x="88036" y="247142"/>
                  </a:lnTo>
                  <a:lnTo>
                    <a:pt x="87782" y="250190"/>
                  </a:lnTo>
                  <a:lnTo>
                    <a:pt x="87274" y="254508"/>
                  </a:lnTo>
                  <a:lnTo>
                    <a:pt x="81559" y="311531"/>
                  </a:lnTo>
                  <a:lnTo>
                    <a:pt x="72415" y="324485"/>
                  </a:lnTo>
                  <a:lnTo>
                    <a:pt x="72161" y="327787"/>
                  </a:lnTo>
                  <a:lnTo>
                    <a:pt x="99085" y="330454"/>
                  </a:lnTo>
                  <a:lnTo>
                    <a:pt x="99466" y="327152"/>
                  </a:lnTo>
                  <a:lnTo>
                    <a:pt x="97561" y="326517"/>
                  </a:lnTo>
                  <a:lnTo>
                    <a:pt x="96164" y="325755"/>
                  </a:lnTo>
                  <a:lnTo>
                    <a:pt x="94386" y="324485"/>
                  </a:lnTo>
                  <a:lnTo>
                    <a:pt x="93751" y="323723"/>
                  </a:lnTo>
                  <a:lnTo>
                    <a:pt x="93370" y="322707"/>
                  </a:lnTo>
                  <a:lnTo>
                    <a:pt x="92989" y="321818"/>
                  </a:lnTo>
                  <a:lnTo>
                    <a:pt x="92887" y="320929"/>
                  </a:lnTo>
                  <a:lnTo>
                    <a:pt x="92824" y="318897"/>
                  </a:lnTo>
                  <a:lnTo>
                    <a:pt x="92849" y="316992"/>
                  </a:lnTo>
                  <a:lnTo>
                    <a:pt x="92989" y="315849"/>
                  </a:lnTo>
                  <a:lnTo>
                    <a:pt x="93243" y="312674"/>
                  </a:lnTo>
                  <a:lnTo>
                    <a:pt x="95910" y="286639"/>
                  </a:lnTo>
                  <a:lnTo>
                    <a:pt x="96037" y="284607"/>
                  </a:lnTo>
                  <a:lnTo>
                    <a:pt x="96799" y="282829"/>
                  </a:lnTo>
                  <a:lnTo>
                    <a:pt x="97942" y="281305"/>
                  </a:lnTo>
                  <a:lnTo>
                    <a:pt x="99085" y="279654"/>
                  </a:lnTo>
                  <a:lnTo>
                    <a:pt x="100609" y="278130"/>
                  </a:lnTo>
                  <a:lnTo>
                    <a:pt x="108102" y="273812"/>
                  </a:lnTo>
                  <a:lnTo>
                    <a:pt x="109626" y="273304"/>
                  </a:lnTo>
                  <a:lnTo>
                    <a:pt x="111277" y="273050"/>
                  </a:lnTo>
                  <a:lnTo>
                    <a:pt x="113055" y="273304"/>
                  </a:lnTo>
                  <a:lnTo>
                    <a:pt x="116357" y="273558"/>
                  </a:lnTo>
                  <a:lnTo>
                    <a:pt x="123469" y="291846"/>
                  </a:lnTo>
                  <a:lnTo>
                    <a:pt x="122834" y="297942"/>
                  </a:lnTo>
                  <a:lnTo>
                    <a:pt x="121056" y="315849"/>
                  </a:lnTo>
                  <a:lnTo>
                    <a:pt x="118262" y="325882"/>
                  </a:lnTo>
                  <a:lnTo>
                    <a:pt x="117754" y="326517"/>
                  </a:lnTo>
                  <a:lnTo>
                    <a:pt x="116992" y="327025"/>
                  </a:lnTo>
                  <a:lnTo>
                    <a:pt x="116230" y="327406"/>
                  </a:lnTo>
                  <a:lnTo>
                    <a:pt x="115341" y="327787"/>
                  </a:lnTo>
                  <a:lnTo>
                    <a:pt x="112166" y="328422"/>
                  </a:lnTo>
                  <a:lnTo>
                    <a:pt x="111912" y="331851"/>
                  </a:lnTo>
                  <a:lnTo>
                    <a:pt x="138709" y="334518"/>
                  </a:lnTo>
                  <a:lnTo>
                    <a:pt x="139090" y="331216"/>
                  </a:lnTo>
                  <a:close/>
                </a:path>
                <a:path w="377189" h="816610">
                  <a:moveTo>
                    <a:pt x="139090" y="102108"/>
                  </a:moveTo>
                  <a:lnTo>
                    <a:pt x="132486" y="95758"/>
                  </a:lnTo>
                  <a:lnTo>
                    <a:pt x="132359" y="94996"/>
                  </a:lnTo>
                  <a:lnTo>
                    <a:pt x="132473" y="90297"/>
                  </a:lnTo>
                  <a:lnTo>
                    <a:pt x="135661" y="58166"/>
                  </a:lnTo>
                  <a:lnTo>
                    <a:pt x="135534" y="52578"/>
                  </a:lnTo>
                  <a:lnTo>
                    <a:pt x="133134" y="43942"/>
                  </a:lnTo>
                  <a:lnTo>
                    <a:pt x="132359" y="42672"/>
                  </a:lnTo>
                  <a:lnTo>
                    <a:pt x="130962" y="41402"/>
                  </a:lnTo>
                  <a:lnTo>
                    <a:pt x="129692" y="40005"/>
                  </a:lnTo>
                  <a:lnTo>
                    <a:pt x="128041" y="38989"/>
                  </a:lnTo>
                  <a:lnTo>
                    <a:pt x="126136" y="38100"/>
                  </a:lnTo>
                  <a:lnTo>
                    <a:pt x="124231" y="37338"/>
                  </a:lnTo>
                  <a:lnTo>
                    <a:pt x="122072" y="36830"/>
                  </a:lnTo>
                  <a:lnTo>
                    <a:pt x="119532" y="36576"/>
                  </a:lnTo>
                  <a:lnTo>
                    <a:pt x="117246" y="36322"/>
                  </a:lnTo>
                  <a:lnTo>
                    <a:pt x="97307" y="46355"/>
                  </a:lnTo>
                  <a:lnTo>
                    <a:pt x="97053" y="46228"/>
                  </a:lnTo>
                  <a:lnTo>
                    <a:pt x="101371" y="3175"/>
                  </a:lnTo>
                  <a:lnTo>
                    <a:pt x="97307" y="2794"/>
                  </a:lnTo>
                  <a:lnTo>
                    <a:pt x="80797" y="1778"/>
                  </a:lnTo>
                  <a:lnTo>
                    <a:pt x="80416" y="5334"/>
                  </a:lnTo>
                  <a:lnTo>
                    <a:pt x="82702" y="5969"/>
                  </a:lnTo>
                  <a:lnTo>
                    <a:pt x="84226" y="6477"/>
                  </a:lnTo>
                  <a:lnTo>
                    <a:pt x="86004" y="7493"/>
                  </a:lnTo>
                  <a:lnTo>
                    <a:pt x="86639" y="8128"/>
                  </a:lnTo>
                  <a:lnTo>
                    <a:pt x="87020" y="8890"/>
                  </a:lnTo>
                  <a:lnTo>
                    <a:pt x="87528" y="9652"/>
                  </a:lnTo>
                  <a:lnTo>
                    <a:pt x="87782" y="10541"/>
                  </a:lnTo>
                  <a:lnTo>
                    <a:pt x="88036" y="11811"/>
                  </a:lnTo>
                  <a:lnTo>
                    <a:pt x="88036" y="18034"/>
                  </a:lnTo>
                  <a:lnTo>
                    <a:pt x="87782" y="21082"/>
                  </a:lnTo>
                  <a:lnTo>
                    <a:pt x="87274" y="25400"/>
                  </a:lnTo>
                  <a:lnTo>
                    <a:pt x="81559" y="82423"/>
                  </a:lnTo>
                  <a:lnTo>
                    <a:pt x="72415" y="95377"/>
                  </a:lnTo>
                  <a:lnTo>
                    <a:pt x="72161" y="98679"/>
                  </a:lnTo>
                  <a:lnTo>
                    <a:pt x="99085" y="101346"/>
                  </a:lnTo>
                  <a:lnTo>
                    <a:pt x="99466" y="98044"/>
                  </a:lnTo>
                  <a:lnTo>
                    <a:pt x="97561" y="97409"/>
                  </a:lnTo>
                  <a:lnTo>
                    <a:pt x="96164" y="96647"/>
                  </a:lnTo>
                  <a:lnTo>
                    <a:pt x="94386" y="95377"/>
                  </a:lnTo>
                  <a:lnTo>
                    <a:pt x="93751" y="94615"/>
                  </a:lnTo>
                  <a:lnTo>
                    <a:pt x="93370" y="93599"/>
                  </a:lnTo>
                  <a:lnTo>
                    <a:pt x="92989" y="92710"/>
                  </a:lnTo>
                  <a:lnTo>
                    <a:pt x="92887" y="91821"/>
                  </a:lnTo>
                  <a:lnTo>
                    <a:pt x="92811" y="89789"/>
                  </a:lnTo>
                  <a:lnTo>
                    <a:pt x="92849" y="87884"/>
                  </a:lnTo>
                  <a:lnTo>
                    <a:pt x="92989" y="86741"/>
                  </a:lnTo>
                  <a:lnTo>
                    <a:pt x="93243" y="83566"/>
                  </a:lnTo>
                  <a:lnTo>
                    <a:pt x="95910" y="57531"/>
                  </a:lnTo>
                  <a:lnTo>
                    <a:pt x="96037" y="55499"/>
                  </a:lnTo>
                  <a:lnTo>
                    <a:pt x="96799" y="53721"/>
                  </a:lnTo>
                  <a:lnTo>
                    <a:pt x="97942" y="52197"/>
                  </a:lnTo>
                  <a:lnTo>
                    <a:pt x="99085" y="50546"/>
                  </a:lnTo>
                  <a:lnTo>
                    <a:pt x="100609" y="49022"/>
                  </a:lnTo>
                  <a:lnTo>
                    <a:pt x="108102" y="44704"/>
                  </a:lnTo>
                  <a:lnTo>
                    <a:pt x="109626" y="44196"/>
                  </a:lnTo>
                  <a:lnTo>
                    <a:pt x="111277" y="43942"/>
                  </a:lnTo>
                  <a:lnTo>
                    <a:pt x="113055" y="44196"/>
                  </a:lnTo>
                  <a:lnTo>
                    <a:pt x="116357" y="44577"/>
                  </a:lnTo>
                  <a:lnTo>
                    <a:pt x="123469" y="62738"/>
                  </a:lnTo>
                  <a:lnTo>
                    <a:pt x="122834" y="68834"/>
                  </a:lnTo>
                  <a:lnTo>
                    <a:pt x="121056" y="86741"/>
                  </a:lnTo>
                  <a:lnTo>
                    <a:pt x="118262" y="96774"/>
                  </a:lnTo>
                  <a:lnTo>
                    <a:pt x="117754" y="97536"/>
                  </a:lnTo>
                  <a:lnTo>
                    <a:pt x="116230" y="98298"/>
                  </a:lnTo>
                  <a:lnTo>
                    <a:pt x="115341" y="98679"/>
                  </a:lnTo>
                  <a:lnTo>
                    <a:pt x="112166" y="99314"/>
                  </a:lnTo>
                  <a:lnTo>
                    <a:pt x="111912" y="102743"/>
                  </a:lnTo>
                  <a:lnTo>
                    <a:pt x="138709" y="105410"/>
                  </a:lnTo>
                  <a:lnTo>
                    <a:pt x="139090" y="102108"/>
                  </a:lnTo>
                  <a:close/>
                </a:path>
                <a:path w="377189" h="816610">
                  <a:moveTo>
                    <a:pt x="216560" y="797052"/>
                  </a:moveTo>
                  <a:lnTo>
                    <a:pt x="209829" y="792480"/>
                  </a:lnTo>
                  <a:lnTo>
                    <a:pt x="209448" y="791464"/>
                  </a:lnTo>
                  <a:lnTo>
                    <a:pt x="209194" y="790194"/>
                  </a:lnTo>
                  <a:lnTo>
                    <a:pt x="209321" y="787781"/>
                  </a:lnTo>
                  <a:lnTo>
                    <a:pt x="209448" y="784606"/>
                  </a:lnTo>
                  <a:lnTo>
                    <a:pt x="210146" y="778002"/>
                  </a:lnTo>
                  <a:lnTo>
                    <a:pt x="214528" y="734568"/>
                  </a:lnTo>
                  <a:lnTo>
                    <a:pt x="195097" y="732663"/>
                  </a:lnTo>
                  <a:lnTo>
                    <a:pt x="194716" y="735965"/>
                  </a:lnTo>
                  <a:lnTo>
                    <a:pt x="196494" y="736600"/>
                  </a:lnTo>
                  <a:lnTo>
                    <a:pt x="197764" y="737108"/>
                  </a:lnTo>
                  <a:lnTo>
                    <a:pt x="201066" y="741299"/>
                  </a:lnTo>
                  <a:lnTo>
                    <a:pt x="201320" y="742061"/>
                  </a:lnTo>
                  <a:lnTo>
                    <a:pt x="201320" y="747776"/>
                  </a:lnTo>
                  <a:lnTo>
                    <a:pt x="198526" y="775970"/>
                  </a:lnTo>
                  <a:lnTo>
                    <a:pt x="191922" y="786257"/>
                  </a:lnTo>
                  <a:lnTo>
                    <a:pt x="189890" y="787781"/>
                  </a:lnTo>
                  <a:lnTo>
                    <a:pt x="187985" y="788797"/>
                  </a:lnTo>
                  <a:lnTo>
                    <a:pt x="184683" y="789813"/>
                  </a:lnTo>
                  <a:lnTo>
                    <a:pt x="182905" y="790067"/>
                  </a:lnTo>
                  <a:lnTo>
                    <a:pt x="181254" y="789813"/>
                  </a:lnTo>
                  <a:lnTo>
                    <a:pt x="178587" y="789559"/>
                  </a:lnTo>
                  <a:lnTo>
                    <a:pt x="170713" y="774700"/>
                  </a:lnTo>
                  <a:lnTo>
                    <a:pt x="170967" y="770636"/>
                  </a:lnTo>
                  <a:lnTo>
                    <a:pt x="171475" y="765302"/>
                  </a:lnTo>
                  <a:lnTo>
                    <a:pt x="174904" y="730631"/>
                  </a:lnTo>
                  <a:lnTo>
                    <a:pt x="155600" y="728599"/>
                  </a:lnTo>
                  <a:lnTo>
                    <a:pt x="155219" y="732028"/>
                  </a:lnTo>
                  <a:lnTo>
                    <a:pt x="157886" y="733044"/>
                  </a:lnTo>
                  <a:lnTo>
                    <a:pt x="159664" y="733933"/>
                  </a:lnTo>
                  <a:lnTo>
                    <a:pt x="161874" y="741299"/>
                  </a:lnTo>
                  <a:lnTo>
                    <a:pt x="161759" y="743204"/>
                  </a:lnTo>
                  <a:lnTo>
                    <a:pt x="158902" y="772160"/>
                  </a:lnTo>
                  <a:lnTo>
                    <a:pt x="158483" y="775970"/>
                  </a:lnTo>
                  <a:lnTo>
                    <a:pt x="158394" y="782701"/>
                  </a:lnTo>
                  <a:lnTo>
                    <a:pt x="160426" y="789432"/>
                  </a:lnTo>
                  <a:lnTo>
                    <a:pt x="162204" y="792099"/>
                  </a:lnTo>
                  <a:lnTo>
                    <a:pt x="164744" y="794004"/>
                  </a:lnTo>
                  <a:lnTo>
                    <a:pt x="167157" y="795909"/>
                  </a:lnTo>
                  <a:lnTo>
                    <a:pt x="170586" y="797052"/>
                  </a:lnTo>
                  <a:lnTo>
                    <a:pt x="174650" y="797433"/>
                  </a:lnTo>
                  <a:lnTo>
                    <a:pt x="178079" y="797814"/>
                  </a:lnTo>
                  <a:lnTo>
                    <a:pt x="194398" y="790067"/>
                  </a:lnTo>
                  <a:lnTo>
                    <a:pt x="197002" y="787781"/>
                  </a:lnTo>
                  <a:lnTo>
                    <a:pt x="198018" y="788162"/>
                  </a:lnTo>
                  <a:lnTo>
                    <a:pt x="196494" y="799211"/>
                  </a:lnTo>
                  <a:lnTo>
                    <a:pt x="200558" y="799719"/>
                  </a:lnTo>
                  <a:lnTo>
                    <a:pt x="216306" y="800608"/>
                  </a:lnTo>
                  <a:lnTo>
                    <a:pt x="216560" y="797052"/>
                  </a:lnTo>
                  <a:close/>
                </a:path>
                <a:path w="377189" h="816610">
                  <a:moveTo>
                    <a:pt x="216560" y="567944"/>
                  </a:moveTo>
                  <a:lnTo>
                    <a:pt x="209829" y="563372"/>
                  </a:lnTo>
                  <a:lnTo>
                    <a:pt x="209448" y="562356"/>
                  </a:lnTo>
                  <a:lnTo>
                    <a:pt x="209194" y="561213"/>
                  </a:lnTo>
                  <a:lnTo>
                    <a:pt x="209321" y="558673"/>
                  </a:lnTo>
                  <a:lnTo>
                    <a:pt x="209448" y="555498"/>
                  </a:lnTo>
                  <a:lnTo>
                    <a:pt x="210146" y="548894"/>
                  </a:lnTo>
                  <a:lnTo>
                    <a:pt x="214528" y="505460"/>
                  </a:lnTo>
                  <a:lnTo>
                    <a:pt x="195097" y="503555"/>
                  </a:lnTo>
                  <a:lnTo>
                    <a:pt x="194716" y="506857"/>
                  </a:lnTo>
                  <a:lnTo>
                    <a:pt x="196494" y="507492"/>
                  </a:lnTo>
                  <a:lnTo>
                    <a:pt x="197764" y="508000"/>
                  </a:lnTo>
                  <a:lnTo>
                    <a:pt x="199288" y="509016"/>
                  </a:lnTo>
                  <a:lnTo>
                    <a:pt x="199796" y="509524"/>
                  </a:lnTo>
                  <a:lnTo>
                    <a:pt x="200177" y="510159"/>
                  </a:lnTo>
                  <a:lnTo>
                    <a:pt x="200634" y="510794"/>
                  </a:lnTo>
                  <a:lnTo>
                    <a:pt x="200939" y="511302"/>
                  </a:lnTo>
                  <a:lnTo>
                    <a:pt x="201066" y="512191"/>
                  </a:lnTo>
                  <a:lnTo>
                    <a:pt x="201320" y="512953"/>
                  </a:lnTo>
                  <a:lnTo>
                    <a:pt x="201320" y="518668"/>
                  </a:lnTo>
                  <a:lnTo>
                    <a:pt x="198526" y="546862"/>
                  </a:lnTo>
                  <a:lnTo>
                    <a:pt x="191922" y="557149"/>
                  </a:lnTo>
                  <a:lnTo>
                    <a:pt x="189890" y="558673"/>
                  </a:lnTo>
                  <a:lnTo>
                    <a:pt x="187985" y="559689"/>
                  </a:lnTo>
                  <a:lnTo>
                    <a:pt x="184683" y="560705"/>
                  </a:lnTo>
                  <a:lnTo>
                    <a:pt x="182905" y="560959"/>
                  </a:lnTo>
                  <a:lnTo>
                    <a:pt x="181254" y="560705"/>
                  </a:lnTo>
                  <a:lnTo>
                    <a:pt x="178587" y="560451"/>
                  </a:lnTo>
                  <a:lnTo>
                    <a:pt x="170713" y="545592"/>
                  </a:lnTo>
                  <a:lnTo>
                    <a:pt x="170967" y="541528"/>
                  </a:lnTo>
                  <a:lnTo>
                    <a:pt x="171475" y="536194"/>
                  </a:lnTo>
                  <a:lnTo>
                    <a:pt x="174904" y="501523"/>
                  </a:lnTo>
                  <a:lnTo>
                    <a:pt x="155600" y="499491"/>
                  </a:lnTo>
                  <a:lnTo>
                    <a:pt x="155219" y="502920"/>
                  </a:lnTo>
                  <a:lnTo>
                    <a:pt x="157886" y="503936"/>
                  </a:lnTo>
                  <a:lnTo>
                    <a:pt x="159664" y="504825"/>
                  </a:lnTo>
                  <a:lnTo>
                    <a:pt x="161874" y="512191"/>
                  </a:lnTo>
                  <a:lnTo>
                    <a:pt x="161759" y="514096"/>
                  </a:lnTo>
                  <a:lnTo>
                    <a:pt x="158902" y="543052"/>
                  </a:lnTo>
                  <a:lnTo>
                    <a:pt x="158483" y="546862"/>
                  </a:lnTo>
                  <a:lnTo>
                    <a:pt x="158394" y="553593"/>
                  </a:lnTo>
                  <a:lnTo>
                    <a:pt x="160426" y="560324"/>
                  </a:lnTo>
                  <a:lnTo>
                    <a:pt x="162204" y="562991"/>
                  </a:lnTo>
                  <a:lnTo>
                    <a:pt x="164744" y="564896"/>
                  </a:lnTo>
                  <a:lnTo>
                    <a:pt x="167157" y="566801"/>
                  </a:lnTo>
                  <a:lnTo>
                    <a:pt x="170586" y="567944"/>
                  </a:lnTo>
                  <a:lnTo>
                    <a:pt x="174650" y="568325"/>
                  </a:lnTo>
                  <a:lnTo>
                    <a:pt x="178079" y="568706"/>
                  </a:lnTo>
                  <a:lnTo>
                    <a:pt x="194398" y="560959"/>
                  </a:lnTo>
                  <a:lnTo>
                    <a:pt x="197002" y="558673"/>
                  </a:lnTo>
                  <a:lnTo>
                    <a:pt x="198018" y="559054"/>
                  </a:lnTo>
                  <a:lnTo>
                    <a:pt x="196494" y="570103"/>
                  </a:lnTo>
                  <a:lnTo>
                    <a:pt x="200558" y="570611"/>
                  </a:lnTo>
                  <a:lnTo>
                    <a:pt x="216306" y="571500"/>
                  </a:lnTo>
                  <a:lnTo>
                    <a:pt x="216560" y="567944"/>
                  </a:lnTo>
                  <a:close/>
                </a:path>
                <a:path w="377189" h="816610">
                  <a:moveTo>
                    <a:pt x="216560" y="338836"/>
                  </a:moveTo>
                  <a:lnTo>
                    <a:pt x="209829" y="334264"/>
                  </a:lnTo>
                  <a:lnTo>
                    <a:pt x="209448" y="333248"/>
                  </a:lnTo>
                  <a:lnTo>
                    <a:pt x="209194" y="332105"/>
                  </a:lnTo>
                  <a:lnTo>
                    <a:pt x="209321" y="329565"/>
                  </a:lnTo>
                  <a:lnTo>
                    <a:pt x="209448" y="326390"/>
                  </a:lnTo>
                  <a:lnTo>
                    <a:pt x="210146" y="319786"/>
                  </a:lnTo>
                  <a:lnTo>
                    <a:pt x="214528" y="276352"/>
                  </a:lnTo>
                  <a:lnTo>
                    <a:pt x="195097" y="274447"/>
                  </a:lnTo>
                  <a:lnTo>
                    <a:pt x="194716" y="277749"/>
                  </a:lnTo>
                  <a:lnTo>
                    <a:pt x="196494" y="278384"/>
                  </a:lnTo>
                  <a:lnTo>
                    <a:pt x="197764" y="278892"/>
                  </a:lnTo>
                  <a:lnTo>
                    <a:pt x="199288" y="279908"/>
                  </a:lnTo>
                  <a:lnTo>
                    <a:pt x="199796" y="280416"/>
                  </a:lnTo>
                  <a:lnTo>
                    <a:pt x="200177" y="281051"/>
                  </a:lnTo>
                  <a:lnTo>
                    <a:pt x="200634" y="281686"/>
                  </a:lnTo>
                  <a:lnTo>
                    <a:pt x="200939" y="282194"/>
                  </a:lnTo>
                  <a:lnTo>
                    <a:pt x="201066" y="283083"/>
                  </a:lnTo>
                  <a:lnTo>
                    <a:pt x="201320" y="283845"/>
                  </a:lnTo>
                  <a:lnTo>
                    <a:pt x="201320" y="289560"/>
                  </a:lnTo>
                  <a:lnTo>
                    <a:pt x="198526" y="317754"/>
                  </a:lnTo>
                  <a:lnTo>
                    <a:pt x="191922" y="328041"/>
                  </a:lnTo>
                  <a:lnTo>
                    <a:pt x="189890" y="329565"/>
                  </a:lnTo>
                  <a:lnTo>
                    <a:pt x="187985" y="330581"/>
                  </a:lnTo>
                  <a:lnTo>
                    <a:pt x="184683" y="331597"/>
                  </a:lnTo>
                  <a:lnTo>
                    <a:pt x="182905" y="331851"/>
                  </a:lnTo>
                  <a:lnTo>
                    <a:pt x="181254" y="331597"/>
                  </a:lnTo>
                  <a:lnTo>
                    <a:pt x="178587" y="331343"/>
                  </a:lnTo>
                  <a:lnTo>
                    <a:pt x="170713" y="316484"/>
                  </a:lnTo>
                  <a:lnTo>
                    <a:pt x="170967" y="312420"/>
                  </a:lnTo>
                  <a:lnTo>
                    <a:pt x="171475" y="307086"/>
                  </a:lnTo>
                  <a:lnTo>
                    <a:pt x="174904" y="272415"/>
                  </a:lnTo>
                  <a:lnTo>
                    <a:pt x="155600" y="270383"/>
                  </a:lnTo>
                  <a:lnTo>
                    <a:pt x="155219" y="273812"/>
                  </a:lnTo>
                  <a:lnTo>
                    <a:pt x="157886" y="274828"/>
                  </a:lnTo>
                  <a:lnTo>
                    <a:pt x="159664" y="275717"/>
                  </a:lnTo>
                  <a:lnTo>
                    <a:pt x="161874" y="283083"/>
                  </a:lnTo>
                  <a:lnTo>
                    <a:pt x="161759" y="284988"/>
                  </a:lnTo>
                  <a:lnTo>
                    <a:pt x="158902" y="313944"/>
                  </a:lnTo>
                  <a:lnTo>
                    <a:pt x="158483" y="317754"/>
                  </a:lnTo>
                  <a:lnTo>
                    <a:pt x="158394" y="324485"/>
                  </a:lnTo>
                  <a:lnTo>
                    <a:pt x="160426" y="331216"/>
                  </a:lnTo>
                  <a:lnTo>
                    <a:pt x="162204" y="333883"/>
                  </a:lnTo>
                  <a:lnTo>
                    <a:pt x="164744" y="335788"/>
                  </a:lnTo>
                  <a:lnTo>
                    <a:pt x="167157" y="337693"/>
                  </a:lnTo>
                  <a:lnTo>
                    <a:pt x="170586" y="338836"/>
                  </a:lnTo>
                  <a:lnTo>
                    <a:pt x="174650" y="339217"/>
                  </a:lnTo>
                  <a:lnTo>
                    <a:pt x="178079" y="339598"/>
                  </a:lnTo>
                  <a:lnTo>
                    <a:pt x="194398" y="331851"/>
                  </a:lnTo>
                  <a:lnTo>
                    <a:pt x="197002" y="329565"/>
                  </a:lnTo>
                  <a:lnTo>
                    <a:pt x="198018" y="329946"/>
                  </a:lnTo>
                  <a:lnTo>
                    <a:pt x="196494" y="340995"/>
                  </a:lnTo>
                  <a:lnTo>
                    <a:pt x="200558" y="341503"/>
                  </a:lnTo>
                  <a:lnTo>
                    <a:pt x="216306" y="342392"/>
                  </a:lnTo>
                  <a:lnTo>
                    <a:pt x="216560" y="338836"/>
                  </a:lnTo>
                  <a:close/>
                </a:path>
                <a:path w="377189" h="816610">
                  <a:moveTo>
                    <a:pt x="216560" y="109728"/>
                  </a:moveTo>
                  <a:lnTo>
                    <a:pt x="209829" y="105156"/>
                  </a:lnTo>
                  <a:lnTo>
                    <a:pt x="209448" y="104140"/>
                  </a:lnTo>
                  <a:lnTo>
                    <a:pt x="209194" y="102997"/>
                  </a:lnTo>
                  <a:lnTo>
                    <a:pt x="209321" y="100457"/>
                  </a:lnTo>
                  <a:lnTo>
                    <a:pt x="209448" y="97282"/>
                  </a:lnTo>
                  <a:lnTo>
                    <a:pt x="210146" y="90678"/>
                  </a:lnTo>
                  <a:lnTo>
                    <a:pt x="214528" y="47244"/>
                  </a:lnTo>
                  <a:lnTo>
                    <a:pt x="195097" y="45339"/>
                  </a:lnTo>
                  <a:lnTo>
                    <a:pt x="194716" y="48641"/>
                  </a:lnTo>
                  <a:lnTo>
                    <a:pt x="196494" y="49276"/>
                  </a:lnTo>
                  <a:lnTo>
                    <a:pt x="198526" y="50292"/>
                  </a:lnTo>
                  <a:lnTo>
                    <a:pt x="199288" y="50800"/>
                  </a:lnTo>
                  <a:lnTo>
                    <a:pt x="199796" y="51308"/>
                  </a:lnTo>
                  <a:lnTo>
                    <a:pt x="200177" y="51943"/>
                  </a:lnTo>
                  <a:lnTo>
                    <a:pt x="200634" y="52578"/>
                  </a:lnTo>
                  <a:lnTo>
                    <a:pt x="200939" y="53086"/>
                  </a:lnTo>
                  <a:lnTo>
                    <a:pt x="201066" y="53975"/>
                  </a:lnTo>
                  <a:lnTo>
                    <a:pt x="201320" y="54737"/>
                  </a:lnTo>
                  <a:lnTo>
                    <a:pt x="201320" y="60452"/>
                  </a:lnTo>
                  <a:lnTo>
                    <a:pt x="198526" y="88646"/>
                  </a:lnTo>
                  <a:lnTo>
                    <a:pt x="191922" y="98933"/>
                  </a:lnTo>
                  <a:lnTo>
                    <a:pt x="189890" y="100457"/>
                  </a:lnTo>
                  <a:lnTo>
                    <a:pt x="187985" y="101473"/>
                  </a:lnTo>
                  <a:lnTo>
                    <a:pt x="184683" y="102489"/>
                  </a:lnTo>
                  <a:lnTo>
                    <a:pt x="182905" y="102743"/>
                  </a:lnTo>
                  <a:lnTo>
                    <a:pt x="181254" y="102489"/>
                  </a:lnTo>
                  <a:lnTo>
                    <a:pt x="178587" y="102235"/>
                  </a:lnTo>
                  <a:lnTo>
                    <a:pt x="170713" y="87376"/>
                  </a:lnTo>
                  <a:lnTo>
                    <a:pt x="170967" y="83312"/>
                  </a:lnTo>
                  <a:lnTo>
                    <a:pt x="171475" y="77978"/>
                  </a:lnTo>
                  <a:lnTo>
                    <a:pt x="174904" y="43307"/>
                  </a:lnTo>
                  <a:lnTo>
                    <a:pt x="155600" y="41275"/>
                  </a:lnTo>
                  <a:lnTo>
                    <a:pt x="155219" y="44704"/>
                  </a:lnTo>
                  <a:lnTo>
                    <a:pt x="157886" y="45720"/>
                  </a:lnTo>
                  <a:lnTo>
                    <a:pt x="159664" y="46609"/>
                  </a:lnTo>
                  <a:lnTo>
                    <a:pt x="161874" y="53975"/>
                  </a:lnTo>
                  <a:lnTo>
                    <a:pt x="161759" y="55880"/>
                  </a:lnTo>
                  <a:lnTo>
                    <a:pt x="158902" y="84836"/>
                  </a:lnTo>
                  <a:lnTo>
                    <a:pt x="158483" y="88646"/>
                  </a:lnTo>
                  <a:lnTo>
                    <a:pt x="158394" y="95377"/>
                  </a:lnTo>
                  <a:lnTo>
                    <a:pt x="160426" y="102108"/>
                  </a:lnTo>
                  <a:lnTo>
                    <a:pt x="162204" y="104775"/>
                  </a:lnTo>
                  <a:lnTo>
                    <a:pt x="164744" y="106680"/>
                  </a:lnTo>
                  <a:lnTo>
                    <a:pt x="167157" y="108585"/>
                  </a:lnTo>
                  <a:lnTo>
                    <a:pt x="170586" y="109728"/>
                  </a:lnTo>
                  <a:lnTo>
                    <a:pt x="174650" y="110109"/>
                  </a:lnTo>
                  <a:lnTo>
                    <a:pt x="178079" y="110490"/>
                  </a:lnTo>
                  <a:lnTo>
                    <a:pt x="194398" y="102743"/>
                  </a:lnTo>
                  <a:lnTo>
                    <a:pt x="197002" y="100457"/>
                  </a:lnTo>
                  <a:lnTo>
                    <a:pt x="198018" y="100838"/>
                  </a:lnTo>
                  <a:lnTo>
                    <a:pt x="196494" y="111887"/>
                  </a:lnTo>
                  <a:lnTo>
                    <a:pt x="200558" y="112395"/>
                  </a:lnTo>
                  <a:lnTo>
                    <a:pt x="216306" y="113284"/>
                  </a:lnTo>
                  <a:lnTo>
                    <a:pt x="216560" y="109728"/>
                  </a:lnTo>
                  <a:close/>
                </a:path>
                <a:path w="377189" h="816610">
                  <a:moveTo>
                    <a:pt x="294665" y="805053"/>
                  </a:moveTo>
                  <a:lnTo>
                    <a:pt x="287934" y="797433"/>
                  </a:lnTo>
                  <a:lnTo>
                    <a:pt x="288036" y="792861"/>
                  </a:lnTo>
                  <a:lnTo>
                    <a:pt x="288315" y="790575"/>
                  </a:lnTo>
                  <a:lnTo>
                    <a:pt x="290855" y="764921"/>
                  </a:lnTo>
                  <a:lnTo>
                    <a:pt x="291236" y="761238"/>
                  </a:lnTo>
                  <a:lnTo>
                    <a:pt x="291109" y="755523"/>
                  </a:lnTo>
                  <a:lnTo>
                    <a:pt x="290855" y="752983"/>
                  </a:lnTo>
                  <a:lnTo>
                    <a:pt x="290347" y="750824"/>
                  </a:lnTo>
                  <a:lnTo>
                    <a:pt x="289433" y="748665"/>
                  </a:lnTo>
                  <a:lnTo>
                    <a:pt x="288823" y="747141"/>
                  </a:lnTo>
                  <a:lnTo>
                    <a:pt x="288734" y="747014"/>
                  </a:lnTo>
                  <a:lnTo>
                    <a:pt x="287807" y="745617"/>
                  </a:lnTo>
                  <a:lnTo>
                    <a:pt x="286410" y="744220"/>
                  </a:lnTo>
                  <a:lnTo>
                    <a:pt x="272694" y="739394"/>
                  </a:lnTo>
                  <a:lnTo>
                    <a:pt x="270408" y="739521"/>
                  </a:lnTo>
                  <a:lnTo>
                    <a:pt x="268249" y="740156"/>
                  </a:lnTo>
                  <a:lnTo>
                    <a:pt x="266090" y="740664"/>
                  </a:lnTo>
                  <a:lnTo>
                    <a:pt x="252755" y="749300"/>
                  </a:lnTo>
                  <a:lnTo>
                    <a:pt x="251866" y="748919"/>
                  </a:lnTo>
                  <a:lnTo>
                    <a:pt x="253644" y="737997"/>
                  </a:lnTo>
                  <a:lnTo>
                    <a:pt x="249580" y="737489"/>
                  </a:lnTo>
                  <a:lnTo>
                    <a:pt x="233578" y="736473"/>
                  </a:lnTo>
                  <a:lnTo>
                    <a:pt x="233197" y="740156"/>
                  </a:lnTo>
                  <a:lnTo>
                    <a:pt x="235229" y="740664"/>
                  </a:lnTo>
                  <a:lnTo>
                    <a:pt x="236753" y="741299"/>
                  </a:lnTo>
                  <a:lnTo>
                    <a:pt x="240677" y="747268"/>
                  </a:lnTo>
                  <a:lnTo>
                    <a:pt x="240436" y="750697"/>
                  </a:lnTo>
                  <a:lnTo>
                    <a:pt x="240309" y="752983"/>
                  </a:lnTo>
                  <a:lnTo>
                    <a:pt x="239928" y="755904"/>
                  </a:lnTo>
                  <a:lnTo>
                    <a:pt x="237007" y="785622"/>
                  </a:lnTo>
                  <a:lnTo>
                    <a:pt x="236626" y="788797"/>
                  </a:lnTo>
                  <a:lnTo>
                    <a:pt x="234213" y="795782"/>
                  </a:lnTo>
                  <a:lnTo>
                    <a:pt x="233705" y="796544"/>
                  </a:lnTo>
                  <a:lnTo>
                    <a:pt x="232943" y="797052"/>
                  </a:lnTo>
                  <a:lnTo>
                    <a:pt x="232181" y="797306"/>
                  </a:lnTo>
                  <a:lnTo>
                    <a:pt x="231419" y="797687"/>
                  </a:lnTo>
                  <a:lnTo>
                    <a:pt x="230149" y="798068"/>
                  </a:lnTo>
                  <a:lnTo>
                    <a:pt x="228244" y="798449"/>
                  </a:lnTo>
                  <a:lnTo>
                    <a:pt x="227863" y="801751"/>
                  </a:lnTo>
                  <a:lnTo>
                    <a:pt x="254660" y="804418"/>
                  </a:lnTo>
                  <a:lnTo>
                    <a:pt x="254914" y="801116"/>
                  </a:lnTo>
                  <a:lnTo>
                    <a:pt x="252755" y="800227"/>
                  </a:lnTo>
                  <a:lnTo>
                    <a:pt x="251104" y="799465"/>
                  </a:lnTo>
                  <a:lnTo>
                    <a:pt x="250215" y="798449"/>
                  </a:lnTo>
                  <a:lnTo>
                    <a:pt x="249199" y="797560"/>
                  </a:lnTo>
                  <a:lnTo>
                    <a:pt x="248742" y="796544"/>
                  </a:lnTo>
                  <a:lnTo>
                    <a:pt x="248589" y="795782"/>
                  </a:lnTo>
                  <a:lnTo>
                    <a:pt x="248259" y="793750"/>
                  </a:lnTo>
                  <a:lnTo>
                    <a:pt x="248310" y="790575"/>
                  </a:lnTo>
                  <a:lnTo>
                    <a:pt x="255803" y="752348"/>
                  </a:lnTo>
                  <a:lnTo>
                    <a:pt x="266852" y="747014"/>
                  </a:lnTo>
                  <a:lnTo>
                    <a:pt x="268630" y="747268"/>
                  </a:lnTo>
                  <a:lnTo>
                    <a:pt x="270408" y="747395"/>
                  </a:lnTo>
                  <a:lnTo>
                    <a:pt x="271805" y="747776"/>
                  </a:lnTo>
                  <a:lnTo>
                    <a:pt x="272821" y="748284"/>
                  </a:lnTo>
                  <a:lnTo>
                    <a:pt x="273837" y="748665"/>
                  </a:lnTo>
                  <a:lnTo>
                    <a:pt x="278917" y="765810"/>
                  </a:lnTo>
                  <a:lnTo>
                    <a:pt x="278409" y="771906"/>
                  </a:lnTo>
                  <a:lnTo>
                    <a:pt x="276504" y="789686"/>
                  </a:lnTo>
                  <a:lnTo>
                    <a:pt x="276263" y="792607"/>
                  </a:lnTo>
                  <a:lnTo>
                    <a:pt x="275869" y="795147"/>
                  </a:lnTo>
                  <a:lnTo>
                    <a:pt x="275361" y="796544"/>
                  </a:lnTo>
                  <a:lnTo>
                    <a:pt x="274980" y="798068"/>
                  </a:lnTo>
                  <a:lnTo>
                    <a:pt x="267741" y="802386"/>
                  </a:lnTo>
                  <a:lnTo>
                    <a:pt x="267487" y="805688"/>
                  </a:lnTo>
                  <a:lnTo>
                    <a:pt x="294284" y="808482"/>
                  </a:lnTo>
                  <a:lnTo>
                    <a:pt x="294665" y="805053"/>
                  </a:lnTo>
                  <a:close/>
                </a:path>
                <a:path w="377189" h="816610">
                  <a:moveTo>
                    <a:pt x="294665" y="575945"/>
                  </a:moveTo>
                  <a:lnTo>
                    <a:pt x="287934" y="568325"/>
                  </a:lnTo>
                  <a:lnTo>
                    <a:pt x="288036" y="563753"/>
                  </a:lnTo>
                  <a:lnTo>
                    <a:pt x="288315" y="561467"/>
                  </a:lnTo>
                  <a:lnTo>
                    <a:pt x="290855" y="535813"/>
                  </a:lnTo>
                  <a:lnTo>
                    <a:pt x="291236" y="532130"/>
                  </a:lnTo>
                  <a:lnTo>
                    <a:pt x="291261" y="528066"/>
                  </a:lnTo>
                  <a:lnTo>
                    <a:pt x="290855" y="524002"/>
                  </a:lnTo>
                  <a:lnTo>
                    <a:pt x="290347" y="521716"/>
                  </a:lnTo>
                  <a:lnTo>
                    <a:pt x="289433" y="519557"/>
                  </a:lnTo>
                  <a:lnTo>
                    <a:pt x="288823" y="518033"/>
                  </a:lnTo>
                  <a:lnTo>
                    <a:pt x="288734" y="517906"/>
                  </a:lnTo>
                  <a:lnTo>
                    <a:pt x="287807" y="516509"/>
                  </a:lnTo>
                  <a:lnTo>
                    <a:pt x="286410" y="515112"/>
                  </a:lnTo>
                  <a:lnTo>
                    <a:pt x="272694" y="510286"/>
                  </a:lnTo>
                  <a:lnTo>
                    <a:pt x="270408" y="510413"/>
                  </a:lnTo>
                  <a:lnTo>
                    <a:pt x="268249" y="511048"/>
                  </a:lnTo>
                  <a:lnTo>
                    <a:pt x="266090" y="511556"/>
                  </a:lnTo>
                  <a:lnTo>
                    <a:pt x="252755" y="520192"/>
                  </a:lnTo>
                  <a:lnTo>
                    <a:pt x="251866" y="519811"/>
                  </a:lnTo>
                  <a:lnTo>
                    <a:pt x="253644" y="508889"/>
                  </a:lnTo>
                  <a:lnTo>
                    <a:pt x="249580" y="508381"/>
                  </a:lnTo>
                  <a:lnTo>
                    <a:pt x="233578" y="507365"/>
                  </a:lnTo>
                  <a:lnTo>
                    <a:pt x="233197" y="511048"/>
                  </a:lnTo>
                  <a:lnTo>
                    <a:pt x="235229" y="511556"/>
                  </a:lnTo>
                  <a:lnTo>
                    <a:pt x="236753" y="512191"/>
                  </a:lnTo>
                  <a:lnTo>
                    <a:pt x="240677" y="518160"/>
                  </a:lnTo>
                  <a:lnTo>
                    <a:pt x="240436" y="521589"/>
                  </a:lnTo>
                  <a:lnTo>
                    <a:pt x="240309" y="524002"/>
                  </a:lnTo>
                  <a:lnTo>
                    <a:pt x="239928" y="526796"/>
                  </a:lnTo>
                  <a:lnTo>
                    <a:pt x="237007" y="556514"/>
                  </a:lnTo>
                  <a:lnTo>
                    <a:pt x="236626" y="559689"/>
                  </a:lnTo>
                  <a:lnTo>
                    <a:pt x="234213" y="566674"/>
                  </a:lnTo>
                  <a:lnTo>
                    <a:pt x="233705" y="567436"/>
                  </a:lnTo>
                  <a:lnTo>
                    <a:pt x="232943" y="567944"/>
                  </a:lnTo>
                  <a:lnTo>
                    <a:pt x="232181" y="568198"/>
                  </a:lnTo>
                  <a:lnTo>
                    <a:pt x="231419" y="568579"/>
                  </a:lnTo>
                  <a:lnTo>
                    <a:pt x="230149" y="568960"/>
                  </a:lnTo>
                  <a:lnTo>
                    <a:pt x="228244" y="569341"/>
                  </a:lnTo>
                  <a:lnTo>
                    <a:pt x="227863" y="572643"/>
                  </a:lnTo>
                  <a:lnTo>
                    <a:pt x="254660" y="575310"/>
                  </a:lnTo>
                  <a:lnTo>
                    <a:pt x="254914" y="572008"/>
                  </a:lnTo>
                  <a:lnTo>
                    <a:pt x="252755" y="571119"/>
                  </a:lnTo>
                  <a:lnTo>
                    <a:pt x="251104" y="570357"/>
                  </a:lnTo>
                  <a:lnTo>
                    <a:pt x="250215" y="569341"/>
                  </a:lnTo>
                  <a:lnTo>
                    <a:pt x="249199" y="568452"/>
                  </a:lnTo>
                  <a:lnTo>
                    <a:pt x="248742" y="567436"/>
                  </a:lnTo>
                  <a:lnTo>
                    <a:pt x="248589" y="566674"/>
                  </a:lnTo>
                  <a:lnTo>
                    <a:pt x="248259" y="564642"/>
                  </a:lnTo>
                  <a:lnTo>
                    <a:pt x="248310" y="561467"/>
                  </a:lnTo>
                  <a:lnTo>
                    <a:pt x="255803" y="523240"/>
                  </a:lnTo>
                  <a:lnTo>
                    <a:pt x="266852" y="517906"/>
                  </a:lnTo>
                  <a:lnTo>
                    <a:pt x="268630" y="518160"/>
                  </a:lnTo>
                  <a:lnTo>
                    <a:pt x="270408" y="518287"/>
                  </a:lnTo>
                  <a:lnTo>
                    <a:pt x="271805" y="518668"/>
                  </a:lnTo>
                  <a:lnTo>
                    <a:pt x="272821" y="519176"/>
                  </a:lnTo>
                  <a:lnTo>
                    <a:pt x="273837" y="519557"/>
                  </a:lnTo>
                  <a:lnTo>
                    <a:pt x="278917" y="536702"/>
                  </a:lnTo>
                  <a:lnTo>
                    <a:pt x="278409" y="542798"/>
                  </a:lnTo>
                  <a:lnTo>
                    <a:pt x="276504" y="560578"/>
                  </a:lnTo>
                  <a:lnTo>
                    <a:pt x="276263" y="563499"/>
                  </a:lnTo>
                  <a:lnTo>
                    <a:pt x="275869" y="566039"/>
                  </a:lnTo>
                  <a:lnTo>
                    <a:pt x="275361" y="567436"/>
                  </a:lnTo>
                  <a:lnTo>
                    <a:pt x="274980" y="568960"/>
                  </a:lnTo>
                  <a:lnTo>
                    <a:pt x="267741" y="573278"/>
                  </a:lnTo>
                  <a:lnTo>
                    <a:pt x="267487" y="576580"/>
                  </a:lnTo>
                  <a:lnTo>
                    <a:pt x="294284" y="579374"/>
                  </a:lnTo>
                  <a:lnTo>
                    <a:pt x="294665" y="575945"/>
                  </a:lnTo>
                  <a:close/>
                </a:path>
                <a:path w="377189" h="816610">
                  <a:moveTo>
                    <a:pt x="294665" y="346837"/>
                  </a:moveTo>
                  <a:lnTo>
                    <a:pt x="287934" y="339217"/>
                  </a:lnTo>
                  <a:lnTo>
                    <a:pt x="288036" y="334645"/>
                  </a:lnTo>
                  <a:lnTo>
                    <a:pt x="288315" y="332359"/>
                  </a:lnTo>
                  <a:lnTo>
                    <a:pt x="290855" y="306705"/>
                  </a:lnTo>
                  <a:lnTo>
                    <a:pt x="291236" y="303022"/>
                  </a:lnTo>
                  <a:lnTo>
                    <a:pt x="291261" y="298958"/>
                  </a:lnTo>
                  <a:lnTo>
                    <a:pt x="290855" y="294894"/>
                  </a:lnTo>
                  <a:lnTo>
                    <a:pt x="290347" y="292608"/>
                  </a:lnTo>
                  <a:lnTo>
                    <a:pt x="289433" y="290449"/>
                  </a:lnTo>
                  <a:lnTo>
                    <a:pt x="288823" y="288925"/>
                  </a:lnTo>
                  <a:lnTo>
                    <a:pt x="288734" y="288798"/>
                  </a:lnTo>
                  <a:lnTo>
                    <a:pt x="287807" y="287401"/>
                  </a:lnTo>
                  <a:lnTo>
                    <a:pt x="286410" y="286004"/>
                  </a:lnTo>
                  <a:lnTo>
                    <a:pt x="272694" y="281178"/>
                  </a:lnTo>
                  <a:lnTo>
                    <a:pt x="270408" y="281305"/>
                  </a:lnTo>
                  <a:lnTo>
                    <a:pt x="268249" y="281940"/>
                  </a:lnTo>
                  <a:lnTo>
                    <a:pt x="266090" y="282448"/>
                  </a:lnTo>
                  <a:lnTo>
                    <a:pt x="252755" y="291084"/>
                  </a:lnTo>
                  <a:lnTo>
                    <a:pt x="251866" y="290703"/>
                  </a:lnTo>
                  <a:lnTo>
                    <a:pt x="253644" y="279781"/>
                  </a:lnTo>
                  <a:lnTo>
                    <a:pt x="249580" y="279273"/>
                  </a:lnTo>
                  <a:lnTo>
                    <a:pt x="233578" y="278257"/>
                  </a:lnTo>
                  <a:lnTo>
                    <a:pt x="233197" y="281940"/>
                  </a:lnTo>
                  <a:lnTo>
                    <a:pt x="235229" y="282448"/>
                  </a:lnTo>
                  <a:lnTo>
                    <a:pt x="236753" y="283083"/>
                  </a:lnTo>
                  <a:lnTo>
                    <a:pt x="240677" y="289052"/>
                  </a:lnTo>
                  <a:lnTo>
                    <a:pt x="240436" y="292481"/>
                  </a:lnTo>
                  <a:lnTo>
                    <a:pt x="240309" y="294894"/>
                  </a:lnTo>
                  <a:lnTo>
                    <a:pt x="239928" y="297688"/>
                  </a:lnTo>
                  <a:lnTo>
                    <a:pt x="237007" y="327406"/>
                  </a:lnTo>
                  <a:lnTo>
                    <a:pt x="236626" y="330581"/>
                  </a:lnTo>
                  <a:lnTo>
                    <a:pt x="234213" y="337566"/>
                  </a:lnTo>
                  <a:lnTo>
                    <a:pt x="233705" y="338328"/>
                  </a:lnTo>
                  <a:lnTo>
                    <a:pt x="232943" y="338836"/>
                  </a:lnTo>
                  <a:lnTo>
                    <a:pt x="232181" y="339090"/>
                  </a:lnTo>
                  <a:lnTo>
                    <a:pt x="231419" y="339471"/>
                  </a:lnTo>
                  <a:lnTo>
                    <a:pt x="230149" y="339852"/>
                  </a:lnTo>
                  <a:lnTo>
                    <a:pt x="228244" y="340233"/>
                  </a:lnTo>
                  <a:lnTo>
                    <a:pt x="227863" y="343535"/>
                  </a:lnTo>
                  <a:lnTo>
                    <a:pt x="254660" y="346202"/>
                  </a:lnTo>
                  <a:lnTo>
                    <a:pt x="254914" y="342900"/>
                  </a:lnTo>
                  <a:lnTo>
                    <a:pt x="252755" y="342011"/>
                  </a:lnTo>
                  <a:lnTo>
                    <a:pt x="251104" y="341249"/>
                  </a:lnTo>
                  <a:lnTo>
                    <a:pt x="249199" y="339344"/>
                  </a:lnTo>
                  <a:lnTo>
                    <a:pt x="248742" y="338328"/>
                  </a:lnTo>
                  <a:lnTo>
                    <a:pt x="248589" y="337566"/>
                  </a:lnTo>
                  <a:lnTo>
                    <a:pt x="248259" y="335534"/>
                  </a:lnTo>
                  <a:lnTo>
                    <a:pt x="248310" y="332359"/>
                  </a:lnTo>
                  <a:lnTo>
                    <a:pt x="255803" y="294259"/>
                  </a:lnTo>
                  <a:lnTo>
                    <a:pt x="266852" y="288798"/>
                  </a:lnTo>
                  <a:lnTo>
                    <a:pt x="268630" y="289052"/>
                  </a:lnTo>
                  <a:lnTo>
                    <a:pt x="270408" y="289179"/>
                  </a:lnTo>
                  <a:lnTo>
                    <a:pt x="271805" y="289560"/>
                  </a:lnTo>
                  <a:lnTo>
                    <a:pt x="272821" y="290068"/>
                  </a:lnTo>
                  <a:lnTo>
                    <a:pt x="273837" y="290449"/>
                  </a:lnTo>
                  <a:lnTo>
                    <a:pt x="278917" y="307594"/>
                  </a:lnTo>
                  <a:lnTo>
                    <a:pt x="278409" y="313690"/>
                  </a:lnTo>
                  <a:lnTo>
                    <a:pt x="276504" y="331470"/>
                  </a:lnTo>
                  <a:lnTo>
                    <a:pt x="276263" y="334391"/>
                  </a:lnTo>
                  <a:lnTo>
                    <a:pt x="275869" y="336931"/>
                  </a:lnTo>
                  <a:lnTo>
                    <a:pt x="275361" y="338328"/>
                  </a:lnTo>
                  <a:lnTo>
                    <a:pt x="274980" y="339852"/>
                  </a:lnTo>
                  <a:lnTo>
                    <a:pt x="267741" y="344170"/>
                  </a:lnTo>
                  <a:lnTo>
                    <a:pt x="267487" y="347472"/>
                  </a:lnTo>
                  <a:lnTo>
                    <a:pt x="294284" y="350266"/>
                  </a:lnTo>
                  <a:lnTo>
                    <a:pt x="294665" y="346837"/>
                  </a:lnTo>
                  <a:close/>
                </a:path>
                <a:path w="377189" h="816610">
                  <a:moveTo>
                    <a:pt x="294665" y="117729"/>
                  </a:moveTo>
                  <a:lnTo>
                    <a:pt x="287934" y="110109"/>
                  </a:lnTo>
                  <a:lnTo>
                    <a:pt x="288036" y="105537"/>
                  </a:lnTo>
                  <a:lnTo>
                    <a:pt x="288315" y="103251"/>
                  </a:lnTo>
                  <a:lnTo>
                    <a:pt x="290855" y="77597"/>
                  </a:lnTo>
                  <a:lnTo>
                    <a:pt x="291236" y="73914"/>
                  </a:lnTo>
                  <a:lnTo>
                    <a:pt x="291261" y="69850"/>
                  </a:lnTo>
                  <a:lnTo>
                    <a:pt x="290855" y="65786"/>
                  </a:lnTo>
                  <a:lnTo>
                    <a:pt x="290347" y="63500"/>
                  </a:lnTo>
                  <a:lnTo>
                    <a:pt x="289521" y="61595"/>
                  </a:lnTo>
                  <a:lnTo>
                    <a:pt x="288823" y="59817"/>
                  </a:lnTo>
                  <a:lnTo>
                    <a:pt x="288734" y="59690"/>
                  </a:lnTo>
                  <a:lnTo>
                    <a:pt x="287807" y="58293"/>
                  </a:lnTo>
                  <a:lnTo>
                    <a:pt x="286410" y="56896"/>
                  </a:lnTo>
                  <a:lnTo>
                    <a:pt x="272694" y="52070"/>
                  </a:lnTo>
                  <a:lnTo>
                    <a:pt x="270408" y="52197"/>
                  </a:lnTo>
                  <a:lnTo>
                    <a:pt x="268249" y="52832"/>
                  </a:lnTo>
                  <a:lnTo>
                    <a:pt x="266090" y="53340"/>
                  </a:lnTo>
                  <a:lnTo>
                    <a:pt x="252755" y="61976"/>
                  </a:lnTo>
                  <a:lnTo>
                    <a:pt x="251866" y="61595"/>
                  </a:lnTo>
                  <a:lnTo>
                    <a:pt x="253644" y="50673"/>
                  </a:lnTo>
                  <a:lnTo>
                    <a:pt x="249580" y="50165"/>
                  </a:lnTo>
                  <a:lnTo>
                    <a:pt x="233578" y="49149"/>
                  </a:lnTo>
                  <a:lnTo>
                    <a:pt x="233197" y="52832"/>
                  </a:lnTo>
                  <a:lnTo>
                    <a:pt x="235229" y="53340"/>
                  </a:lnTo>
                  <a:lnTo>
                    <a:pt x="236753" y="53975"/>
                  </a:lnTo>
                  <a:lnTo>
                    <a:pt x="240677" y="59944"/>
                  </a:lnTo>
                  <a:lnTo>
                    <a:pt x="240436" y="63373"/>
                  </a:lnTo>
                  <a:lnTo>
                    <a:pt x="240309" y="65786"/>
                  </a:lnTo>
                  <a:lnTo>
                    <a:pt x="239928" y="68580"/>
                  </a:lnTo>
                  <a:lnTo>
                    <a:pt x="237007" y="98298"/>
                  </a:lnTo>
                  <a:lnTo>
                    <a:pt x="236626" y="101473"/>
                  </a:lnTo>
                  <a:lnTo>
                    <a:pt x="234213" y="108458"/>
                  </a:lnTo>
                  <a:lnTo>
                    <a:pt x="233705" y="109220"/>
                  </a:lnTo>
                  <a:lnTo>
                    <a:pt x="232943" y="109728"/>
                  </a:lnTo>
                  <a:lnTo>
                    <a:pt x="232181" y="109982"/>
                  </a:lnTo>
                  <a:lnTo>
                    <a:pt x="231419" y="110363"/>
                  </a:lnTo>
                  <a:lnTo>
                    <a:pt x="230149" y="110744"/>
                  </a:lnTo>
                  <a:lnTo>
                    <a:pt x="228244" y="111125"/>
                  </a:lnTo>
                  <a:lnTo>
                    <a:pt x="227863" y="114427"/>
                  </a:lnTo>
                  <a:lnTo>
                    <a:pt x="254660" y="117094"/>
                  </a:lnTo>
                  <a:lnTo>
                    <a:pt x="254914" y="113792"/>
                  </a:lnTo>
                  <a:lnTo>
                    <a:pt x="252755" y="112903"/>
                  </a:lnTo>
                  <a:lnTo>
                    <a:pt x="251104" y="112141"/>
                  </a:lnTo>
                  <a:lnTo>
                    <a:pt x="249199" y="110236"/>
                  </a:lnTo>
                  <a:lnTo>
                    <a:pt x="248742" y="109220"/>
                  </a:lnTo>
                  <a:lnTo>
                    <a:pt x="248589" y="108458"/>
                  </a:lnTo>
                  <a:lnTo>
                    <a:pt x="248259" y="106426"/>
                  </a:lnTo>
                  <a:lnTo>
                    <a:pt x="248310" y="103251"/>
                  </a:lnTo>
                  <a:lnTo>
                    <a:pt x="255803" y="65151"/>
                  </a:lnTo>
                  <a:lnTo>
                    <a:pt x="266852" y="59690"/>
                  </a:lnTo>
                  <a:lnTo>
                    <a:pt x="268630" y="59944"/>
                  </a:lnTo>
                  <a:lnTo>
                    <a:pt x="270408" y="60071"/>
                  </a:lnTo>
                  <a:lnTo>
                    <a:pt x="278917" y="78486"/>
                  </a:lnTo>
                  <a:lnTo>
                    <a:pt x="278409" y="84582"/>
                  </a:lnTo>
                  <a:lnTo>
                    <a:pt x="276504" y="102362"/>
                  </a:lnTo>
                  <a:lnTo>
                    <a:pt x="276263" y="105283"/>
                  </a:lnTo>
                  <a:lnTo>
                    <a:pt x="275869" y="107823"/>
                  </a:lnTo>
                  <a:lnTo>
                    <a:pt x="275361" y="109220"/>
                  </a:lnTo>
                  <a:lnTo>
                    <a:pt x="274980" y="110744"/>
                  </a:lnTo>
                  <a:lnTo>
                    <a:pt x="267741" y="115062"/>
                  </a:lnTo>
                  <a:lnTo>
                    <a:pt x="267487" y="118364"/>
                  </a:lnTo>
                  <a:lnTo>
                    <a:pt x="294284" y="121158"/>
                  </a:lnTo>
                  <a:lnTo>
                    <a:pt x="294665" y="117729"/>
                  </a:lnTo>
                  <a:close/>
                </a:path>
                <a:path w="377189" h="816610">
                  <a:moveTo>
                    <a:pt x="376834" y="750951"/>
                  </a:moveTo>
                  <a:lnTo>
                    <a:pt x="347497" y="748030"/>
                  </a:lnTo>
                  <a:lnTo>
                    <a:pt x="347243" y="751332"/>
                  </a:lnTo>
                  <a:lnTo>
                    <a:pt x="349021" y="751840"/>
                  </a:lnTo>
                  <a:lnTo>
                    <a:pt x="350418" y="752475"/>
                  </a:lnTo>
                  <a:lnTo>
                    <a:pt x="351942" y="754253"/>
                  </a:lnTo>
                  <a:lnTo>
                    <a:pt x="352069" y="756666"/>
                  </a:lnTo>
                  <a:lnTo>
                    <a:pt x="351942" y="757682"/>
                  </a:lnTo>
                  <a:lnTo>
                    <a:pt x="348640" y="763016"/>
                  </a:lnTo>
                  <a:lnTo>
                    <a:pt x="347497" y="764286"/>
                  </a:lnTo>
                  <a:lnTo>
                    <a:pt x="345719" y="765810"/>
                  </a:lnTo>
                  <a:lnTo>
                    <a:pt x="343433" y="767461"/>
                  </a:lnTo>
                  <a:lnTo>
                    <a:pt x="340639" y="769620"/>
                  </a:lnTo>
                  <a:lnTo>
                    <a:pt x="333146" y="773557"/>
                  </a:lnTo>
                  <a:lnTo>
                    <a:pt x="332257" y="773811"/>
                  </a:lnTo>
                  <a:lnTo>
                    <a:pt x="330987" y="773811"/>
                  </a:lnTo>
                  <a:lnTo>
                    <a:pt x="329463" y="773684"/>
                  </a:lnTo>
                  <a:lnTo>
                    <a:pt x="327304" y="773430"/>
                  </a:lnTo>
                  <a:lnTo>
                    <a:pt x="333273" y="713867"/>
                  </a:lnTo>
                  <a:lnTo>
                    <a:pt x="329209" y="713486"/>
                  </a:lnTo>
                  <a:lnTo>
                    <a:pt x="312699" y="712470"/>
                  </a:lnTo>
                  <a:lnTo>
                    <a:pt x="312318" y="716026"/>
                  </a:lnTo>
                  <a:lnTo>
                    <a:pt x="314604" y="716661"/>
                  </a:lnTo>
                  <a:lnTo>
                    <a:pt x="316255" y="717296"/>
                  </a:lnTo>
                  <a:lnTo>
                    <a:pt x="317017" y="717804"/>
                  </a:lnTo>
                  <a:lnTo>
                    <a:pt x="317906" y="718312"/>
                  </a:lnTo>
                  <a:lnTo>
                    <a:pt x="318541" y="718947"/>
                  </a:lnTo>
                  <a:lnTo>
                    <a:pt x="320192" y="725297"/>
                  </a:lnTo>
                  <a:lnTo>
                    <a:pt x="319684" y="731774"/>
                  </a:lnTo>
                  <a:lnTo>
                    <a:pt x="319176" y="736219"/>
                  </a:lnTo>
                  <a:lnTo>
                    <a:pt x="313207" y="795655"/>
                  </a:lnTo>
                  <a:lnTo>
                    <a:pt x="312953" y="797560"/>
                  </a:lnTo>
                  <a:lnTo>
                    <a:pt x="312572" y="799084"/>
                  </a:lnTo>
                  <a:lnTo>
                    <a:pt x="312318" y="800608"/>
                  </a:lnTo>
                  <a:lnTo>
                    <a:pt x="311937" y="801751"/>
                  </a:lnTo>
                  <a:lnTo>
                    <a:pt x="310921" y="803529"/>
                  </a:lnTo>
                  <a:lnTo>
                    <a:pt x="310286" y="804164"/>
                  </a:lnTo>
                  <a:lnTo>
                    <a:pt x="309270" y="804672"/>
                  </a:lnTo>
                  <a:lnTo>
                    <a:pt x="308381" y="805307"/>
                  </a:lnTo>
                  <a:lnTo>
                    <a:pt x="306730" y="805688"/>
                  </a:lnTo>
                  <a:lnTo>
                    <a:pt x="304317" y="806069"/>
                  </a:lnTo>
                  <a:lnTo>
                    <a:pt x="304063" y="809371"/>
                  </a:lnTo>
                  <a:lnTo>
                    <a:pt x="331114" y="812165"/>
                  </a:lnTo>
                  <a:lnTo>
                    <a:pt x="331368" y="808863"/>
                  </a:lnTo>
                  <a:lnTo>
                    <a:pt x="329209" y="807974"/>
                  </a:lnTo>
                  <a:lnTo>
                    <a:pt x="327558" y="807085"/>
                  </a:lnTo>
                  <a:lnTo>
                    <a:pt x="326669" y="806196"/>
                  </a:lnTo>
                  <a:lnTo>
                    <a:pt x="325653" y="805307"/>
                  </a:lnTo>
                  <a:lnTo>
                    <a:pt x="325145" y="804164"/>
                  </a:lnTo>
                  <a:lnTo>
                    <a:pt x="324751" y="801751"/>
                  </a:lnTo>
                  <a:lnTo>
                    <a:pt x="324840" y="797560"/>
                  </a:lnTo>
                  <a:lnTo>
                    <a:pt x="326796" y="778002"/>
                  </a:lnTo>
                  <a:lnTo>
                    <a:pt x="331876" y="778510"/>
                  </a:lnTo>
                  <a:lnTo>
                    <a:pt x="332765" y="778764"/>
                  </a:lnTo>
                  <a:lnTo>
                    <a:pt x="333527" y="779145"/>
                  </a:lnTo>
                  <a:lnTo>
                    <a:pt x="334162" y="779399"/>
                  </a:lnTo>
                  <a:lnTo>
                    <a:pt x="334924" y="779907"/>
                  </a:lnTo>
                  <a:lnTo>
                    <a:pt x="335432" y="780669"/>
                  </a:lnTo>
                  <a:lnTo>
                    <a:pt x="336067" y="781431"/>
                  </a:lnTo>
                  <a:lnTo>
                    <a:pt x="338353" y="784987"/>
                  </a:lnTo>
                  <a:lnTo>
                    <a:pt x="345338" y="796798"/>
                  </a:lnTo>
                  <a:lnTo>
                    <a:pt x="347116" y="799719"/>
                  </a:lnTo>
                  <a:lnTo>
                    <a:pt x="348386" y="801878"/>
                  </a:lnTo>
                  <a:lnTo>
                    <a:pt x="349021" y="803148"/>
                  </a:lnTo>
                  <a:lnTo>
                    <a:pt x="349656" y="804291"/>
                  </a:lnTo>
                  <a:lnTo>
                    <a:pt x="350291" y="805942"/>
                  </a:lnTo>
                  <a:lnTo>
                    <a:pt x="350418" y="807974"/>
                  </a:lnTo>
                  <a:lnTo>
                    <a:pt x="350291" y="808863"/>
                  </a:lnTo>
                  <a:lnTo>
                    <a:pt x="349910" y="809498"/>
                  </a:lnTo>
                  <a:lnTo>
                    <a:pt x="349402" y="809879"/>
                  </a:lnTo>
                  <a:lnTo>
                    <a:pt x="348767" y="810133"/>
                  </a:lnTo>
                  <a:lnTo>
                    <a:pt x="347878" y="810387"/>
                  </a:lnTo>
                  <a:lnTo>
                    <a:pt x="346608" y="810387"/>
                  </a:lnTo>
                  <a:lnTo>
                    <a:pt x="346354" y="813689"/>
                  </a:lnTo>
                  <a:lnTo>
                    <a:pt x="372516" y="816356"/>
                  </a:lnTo>
                  <a:lnTo>
                    <a:pt x="372770" y="813054"/>
                  </a:lnTo>
                  <a:lnTo>
                    <a:pt x="370738" y="812292"/>
                  </a:lnTo>
                  <a:lnTo>
                    <a:pt x="368833" y="811149"/>
                  </a:lnTo>
                  <a:lnTo>
                    <a:pt x="367055" y="809625"/>
                  </a:lnTo>
                  <a:lnTo>
                    <a:pt x="365404" y="807974"/>
                  </a:lnTo>
                  <a:lnTo>
                    <a:pt x="363499" y="805561"/>
                  </a:lnTo>
                  <a:lnTo>
                    <a:pt x="361276" y="801751"/>
                  </a:lnTo>
                  <a:lnTo>
                    <a:pt x="346608" y="778002"/>
                  </a:lnTo>
                  <a:lnTo>
                    <a:pt x="344576" y="774700"/>
                  </a:lnTo>
                  <a:lnTo>
                    <a:pt x="345719" y="773811"/>
                  </a:lnTo>
                  <a:lnTo>
                    <a:pt x="364515" y="759333"/>
                  </a:lnTo>
                  <a:lnTo>
                    <a:pt x="376580" y="754380"/>
                  </a:lnTo>
                  <a:lnTo>
                    <a:pt x="376834" y="750951"/>
                  </a:lnTo>
                  <a:close/>
                </a:path>
                <a:path w="377189" h="816610">
                  <a:moveTo>
                    <a:pt x="376834" y="521843"/>
                  </a:moveTo>
                  <a:lnTo>
                    <a:pt x="347497" y="518922"/>
                  </a:lnTo>
                  <a:lnTo>
                    <a:pt x="347243" y="522224"/>
                  </a:lnTo>
                  <a:lnTo>
                    <a:pt x="349021" y="522732"/>
                  </a:lnTo>
                  <a:lnTo>
                    <a:pt x="350418" y="523367"/>
                  </a:lnTo>
                  <a:lnTo>
                    <a:pt x="351942" y="525145"/>
                  </a:lnTo>
                  <a:lnTo>
                    <a:pt x="352069" y="527558"/>
                  </a:lnTo>
                  <a:lnTo>
                    <a:pt x="351942" y="528574"/>
                  </a:lnTo>
                  <a:lnTo>
                    <a:pt x="348640" y="533908"/>
                  </a:lnTo>
                  <a:lnTo>
                    <a:pt x="347497" y="535178"/>
                  </a:lnTo>
                  <a:lnTo>
                    <a:pt x="345719" y="536702"/>
                  </a:lnTo>
                  <a:lnTo>
                    <a:pt x="343433" y="538353"/>
                  </a:lnTo>
                  <a:lnTo>
                    <a:pt x="340639" y="540512"/>
                  </a:lnTo>
                  <a:lnTo>
                    <a:pt x="333146" y="544449"/>
                  </a:lnTo>
                  <a:lnTo>
                    <a:pt x="332257" y="544703"/>
                  </a:lnTo>
                  <a:lnTo>
                    <a:pt x="330987" y="544703"/>
                  </a:lnTo>
                  <a:lnTo>
                    <a:pt x="329463" y="544576"/>
                  </a:lnTo>
                  <a:lnTo>
                    <a:pt x="327304" y="544322"/>
                  </a:lnTo>
                  <a:lnTo>
                    <a:pt x="333273" y="484759"/>
                  </a:lnTo>
                  <a:lnTo>
                    <a:pt x="329209" y="484378"/>
                  </a:lnTo>
                  <a:lnTo>
                    <a:pt x="312699" y="483362"/>
                  </a:lnTo>
                  <a:lnTo>
                    <a:pt x="312318" y="486918"/>
                  </a:lnTo>
                  <a:lnTo>
                    <a:pt x="314604" y="487553"/>
                  </a:lnTo>
                  <a:lnTo>
                    <a:pt x="316255" y="488188"/>
                  </a:lnTo>
                  <a:lnTo>
                    <a:pt x="317017" y="488696"/>
                  </a:lnTo>
                  <a:lnTo>
                    <a:pt x="317906" y="489204"/>
                  </a:lnTo>
                  <a:lnTo>
                    <a:pt x="318541" y="489839"/>
                  </a:lnTo>
                  <a:lnTo>
                    <a:pt x="320192" y="496189"/>
                  </a:lnTo>
                  <a:lnTo>
                    <a:pt x="319684" y="502666"/>
                  </a:lnTo>
                  <a:lnTo>
                    <a:pt x="319176" y="507111"/>
                  </a:lnTo>
                  <a:lnTo>
                    <a:pt x="313207" y="566547"/>
                  </a:lnTo>
                  <a:lnTo>
                    <a:pt x="312953" y="568452"/>
                  </a:lnTo>
                  <a:lnTo>
                    <a:pt x="312572" y="569976"/>
                  </a:lnTo>
                  <a:lnTo>
                    <a:pt x="312318" y="571500"/>
                  </a:lnTo>
                  <a:lnTo>
                    <a:pt x="311937" y="572643"/>
                  </a:lnTo>
                  <a:lnTo>
                    <a:pt x="310921" y="574421"/>
                  </a:lnTo>
                  <a:lnTo>
                    <a:pt x="310286" y="575056"/>
                  </a:lnTo>
                  <a:lnTo>
                    <a:pt x="309270" y="575564"/>
                  </a:lnTo>
                  <a:lnTo>
                    <a:pt x="308381" y="576199"/>
                  </a:lnTo>
                  <a:lnTo>
                    <a:pt x="306730" y="576580"/>
                  </a:lnTo>
                  <a:lnTo>
                    <a:pt x="304317" y="576961"/>
                  </a:lnTo>
                  <a:lnTo>
                    <a:pt x="304063" y="580263"/>
                  </a:lnTo>
                  <a:lnTo>
                    <a:pt x="331114" y="583057"/>
                  </a:lnTo>
                  <a:lnTo>
                    <a:pt x="331368" y="579755"/>
                  </a:lnTo>
                  <a:lnTo>
                    <a:pt x="329209" y="578866"/>
                  </a:lnTo>
                  <a:lnTo>
                    <a:pt x="327558" y="577977"/>
                  </a:lnTo>
                  <a:lnTo>
                    <a:pt x="326669" y="577088"/>
                  </a:lnTo>
                  <a:lnTo>
                    <a:pt x="325653" y="576199"/>
                  </a:lnTo>
                  <a:lnTo>
                    <a:pt x="325145" y="575056"/>
                  </a:lnTo>
                  <a:lnTo>
                    <a:pt x="324751" y="572643"/>
                  </a:lnTo>
                  <a:lnTo>
                    <a:pt x="324840" y="568452"/>
                  </a:lnTo>
                  <a:lnTo>
                    <a:pt x="326796" y="548894"/>
                  </a:lnTo>
                  <a:lnTo>
                    <a:pt x="331876" y="549402"/>
                  </a:lnTo>
                  <a:lnTo>
                    <a:pt x="332765" y="549656"/>
                  </a:lnTo>
                  <a:lnTo>
                    <a:pt x="333527" y="550037"/>
                  </a:lnTo>
                  <a:lnTo>
                    <a:pt x="334162" y="550291"/>
                  </a:lnTo>
                  <a:lnTo>
                    <a:pt x="334924" y="550799"/>
                  </a:lnTo>
                  <a:lnTo>
                    <a:pt x="335432" y="551561"/>
                  </a:lnTo>
                  <a:lnTo>
                    <a:pt x="336067" y="552323"/>
                  </a:lnTo>
                  <a:lnTo>
                    <a:pt x="338353" y="555879"/>
                  </a:lnTo>
                  <a:lnTo>
                    <a:pt x="345338" y="567690"/>
                  </a:lnTo>
                  <a:lnTo>
                    <a:pt x="347116" y="570611"/>
                  </a:lnTo>
                  <a:lnTo>
                    <a:pt x="348386" y="572770"/>
                  </a:lnTo>
                  <a:lnTo>
                    <a:pt x="349021" y="574040"/>
                  </a:lnTo>
                  <a:lnTo>
                    <a:pt x="349656" y="575183"/>
                  </a:lnTo>
                  <a:lnTo>
                    <a:pt x="350291" y="576834"/>
                  </a:lnTo>
                  <a:lnTo>
                    <a:pt x="350418" y="578866"/>
                  </a:lnTo>
                  <a:lnTo>
                    <a:pt x="350291" y="579755"/>
                  </a:lnTo>
                  <a:lnTo>
                    <a:pt x="349910" y="580390"/>
                  </a:lnTo>
                  <a:lnTo>
                    <a:pt x="349402" y="580771"/>
                  </a:lnTo>
                  <a:lnTo>
                    <a:pt x="348767" y="581025"/>
                  </a:lnTo>
                  <a:lnTo>
                    <a:pt x="347878" y="581279"/>
                  </a:lnTo>
                  <a:lnTo>
                    <a:pt x="346608" y="581279"/>
                  </a:lnTo>
                  <a:lnTo>
                    <a:pt x="346354" y="584581"/>
                  </a:lnTo>
                  <a:lnTo>
                    <a:pt x="372516" y="587248"/>
                  </a:lnTo>
                  <a:lnTo>
                    <a:pt x="372770" y="583946"/>
                  </a:lnTo>
                  <a:lnTo>
                    <a:pt x="370738" y="583184"/>
                  </a:lnTo>
                  <a:lnTo>
                    <a:pt x="368833" y="582041"/>
                  </a:lnTo>
                  <a:lnTo>
                    <a:pt x="367055" y="580517"/>
                  </a:lnTo>
                  <a:lnTo>
                    <a:pt x="365404" y="578866"/>
                  </a:lnTo>
                  <a:lnTo>
                    <a:pt x="363499" y="576453"/>
                  </a:lnTo>
                  <a:lnTo>
                    <a:pt x="361276" y="572643"/>
                  </a:lnTo>
                  <a:lnTo>
                    <a:pt x="346608" y="548894"/>
                  </a:lnTo>
                  <a:lnTo>
                    <a:pt x="344576" y="545592"/>
                  </a:lnTo>
                  <a:lnTo>
                    <a:pt x="345719" y="544703"/>
                  </a:lnTo>
                  <a:lnTo>
                    <a:pt x="364515" y="530225"/>
                  </a:lnTo>
                  <a:lnTo>
                    <a:pt x="376580" y="525272"/>
                  </a:lnTo>
                  <a:lnTo>
                    <a:pt x="376834" y="521843"/>
                  </a:lnTo>
                  <a:close/>
                </a:path>
                <a:path w="377189" h="816610">
                  <a:moveTo>
                    <a:pt x="376834" y="292735"/>
                  </a:moveTo>
                  <a:lnTo>
                    <a:pt x="347497" y="289814"/>
                  </a:lnTo>
                  <a:lnTo>
                    <a:pt x="347243" y="293116"/>
                  </a:lnTo>
                  <a:lnTo>
                    <a:pt x="349021" y="293624"/>
                  </a:lnTo>
                  <a:lnTo>
                    <a:pt x="350418" y="294259"/>
                  </a:lnTo>
                  <a:lnTo>
                    <a:pt x="351942" y="296037"/>
                  </a:lnTo>
                  <a:lnTo>
                    <a:pt x="352069" y="298450"/>
                  </a:lnTo>
                  <a:lnTo>
                    <a:pt x="351942" y="299466"/>
                  </a:lnTo>
                  <a:lnTo>
                    <a:pt x="348640" y="304800"/>
                  </a:lnTo>
                  <a:lnTo>
                    <a:pt x="347497" y="306070"/>
                  </a:lnTo>
                  <a:lnTo>
                    <a:pt x="345719" y="307594"/>
                  </a:lnTo>
                  <a:lnTo>
                    <a:pt x="343433" y="309245"/>
                  </a:lnTo>
                  <a:lnTo>
                    <a:pt x="340639" y="311404"/>
                  </a:lnTo>
                  <a:lnTo>
                    <a:pt x="333146" y="315341"/>
                  </a:lnTo>
                  <a:lnTo>
                    <a:pt x="332257" y="315595"/>
                  </a:lnTo>
                  <a:lnTo>
                    <a:pt x="330987" y="315595"/>
                  </a:lnTo>
                  <a:lnTo>
                    <a:pt x="329463" y="315468"/>
                  </a:lnTo>
                  <a:lnTo>
                    <a:pt x="327304" y="315214"/>
                  </a:lnTo>
                  <a:lnTo>
                    <a:pt x="333273" y="255651"/>
                  </a:lnTo>
                  <a:lnTo>
                    <a:pt x="329209" y="255270"/>
                  </a:lnTo>
                  <a:lnTo>
                    <a:pt x="312699" y="254254"/>
                  </a:lnTo>
                  <a:lnTo>
                    <a:pt x="312318" y="257810"/>
                  </a:lnTo>
                  <a:lnTo>
                    <a:pt x="314604" y="258445"/>
                  </a:lnTo>
                  <a:lnTo>
                    <a:pt x="316255" y="259080"/>
                  </a:lnTo>
                  <a:lnTo>
                    <a:pt x="317017" y="259588"/>
                  </a:lnTo>
                  <a:lnTo>
                    <a:pt x="317906" y="260096"/>
                  </a:lnTo>
                  <a:lnTo>
                    <a:pt x="318541" y="260731"/>
                  </a:lnTo>
                  <a:lnTo>
                    <a:pt x="320192" y="267081"/>
                  </a:lnTo>
                  <a:lnTo>
                    <a:pt x="319684" y="273558"/>
                  </a:lnTo>
                  <a:lnTo>
                    <a:pt x="319176" y="278003"/>
                  </a:lnTo>
                  <a:lnTo>
                    <a:pt x="313207" y="337439"/>
                  </a:lnTo>
                  <a:lnTo>
                    <a:pt x="312953" y="339344"/>
                  </a:lnTo>
                  <a:lnTo>
                    <a:pt x="312572" y="340868"/>
                  </a:lnTo>
                  <a:lnTo>
                    <a:pt x="312318" y="342392"/>
                  </a:lnTo>
                  <a:lnTo>
                    <a:pt x="311937" y="343535"/>
                  </a:lnTo>
                  <a:lnTo>
                    <a:pt x="310921" y="345313"/>
                  </a:lnTo>
                  <a:lnTo>
                    <a:pt x="310286" y="345948"/>
                  </a:lnTo>
                  <a:lnTo>
                    <a:pt x="309270" y="346456"/>
                  </a:lnTo>
                  <a:lnTo>
                    <a:pt x="308381" y="347091"/>
                  </a:lnTo>
                  <a:lnTo>
                    <a:pt x="306730" y="347472"/>
                  </a:lnTo>
                  <a:lnTo>
                    <a:pt x="304317" y="347853"/>
                  </a:lnTo>
                  <a:lnTo>
                    <a:pt x="304063" y="351155"/>
                  </a:lnTo>
                  <a:lnTo>
                    <a:pt x="331114" y="353949"/>
                  </a:lnTo>
                  <a:lnTo>
                    <a:pt x="331368" y="350647"/>
                  </a:lnTo>
                  <a:lnTo>
                    <a:pt x="329209" y="349758"/>
                  </a:lnTo>
                  <a:lnTo>
                    <a:pt x="327558" y="348869"/>
                  </a:lnTo>
                  <a:lnTo>
                    <a:pt x="326669" y="347980"/>
                  </a:lnTo>
                  <a:lnTo>
                    <a:pt x="325653" y="347091"/>
                  </a:lnTo>
                  <a:lnTo>
                    <a:pt x="325145" y="345948"/>
                  </a:lnTo>
                  <a:lnTo>
                    <a:pt x="324751" y="343535"/>
                  </a:lnTo>
                  <a:lnTo>
                    <a:pt x="324840" y="339344"/>
                  </a:lnTo>
                  <a:lnTo>
                    <a:pt x="326796" y="319786"/>
                  </a:lnTo>
                  <a:lnTo>
                    <a:pt x="331876" y="320294"/>
                  </a:lnTo>
                  <a:lnTo>
                    <a:pt x="332765" y="320548"/>
                  </a:lnTo>
                  <a:lnTo>
                    <a:pt x="333527" y="320929"/>
                  </a:lnTo>
                  <a:lnTo>
                    <a:pt x="334162" y="321183"/>
                  </a:lnTo>
                  <a:lnTo>
                    <a:pt x="334924" y="321818"/>
                  </a:lnTo>
                  <a:lnTo>
                    <a:pt x="336067" y="323215"/>
                  </a:lnTo>
                  <a:lnTo>
                    <a:pt x="338353" y="326771"/>
                  </a:lnTo>
                  <a:lnTo>
                    <a:pt x="345338" y="338582"/>
                  </a:lnTo>
                  <a:lnTo>
                    <a:pt x="347116" y="341503"/>
                  </a:lnTo>
                  <a:lnTo>
                    <a:pt x="348386" y="343662"/>
                  </a:lnTo>
                  <a:lnTo>
                    <a:pt x="349021" y="344932"/>
                  </a:lnTo>
                  <a:lnTo>
                    <a:pt x="349656" y="346075"/>
                  </a:lnTo>
                  <a:lnTo>
                    <a:pt x="350291" y="347726"/>
                  </a:lnTo>
                  <a:lnTo>
                    <a:pt x="350418" y="349758"/>
                  </a:lnTo>
                  <a:lnTo>
                    <a:pt x="350291" y="350647"/>
                  </a:lnTo>
                  <a:lnTo>
                    <a:pt x="349910" y="351282"/>
                  </a:lnTo>
                  <a:lnTo>
                    <a:pt x="349402" y="351663"/>
                  </a:lnTo>
                  <a:lnTo>
                    <a:pt x="348767" y="351917"/>
                  </a:lnTo>
                  <a:lnTo>
                    <a:pt x="347878" y="352171"/>
                  </a:lnTo>
                  <a:lnTo>
                    <a:pt x="346608" y="352171"/>
                  </a:lnTo>
                  <a:lnTo>
                    <a:pt x="346354" y="355473"/>
                  </a:lnTo>
                  <a:lnTo>
                    <a:pt x="372516" y="358140"/>
                  </a:lnTo>
                  <a:lnTo>
                    <a:pt x="372770" y="354838"/>
                  </a:lnTo>
                  <a:lnTo>
                    <a:pt x="370738" y="354076"/>
                  </a:lnTo>
                  <a:lnTo>
                    <a:pt x="368833" y="352933"/>
                  </a:lnTo>
                  <a:lnTo>
                    <a:pt x="367055" y="351409"/>
                  </a:lnTo>
                  <a:lnTo>
                    <a:pt x="365404" y="349758"/>
                  </a:lnTo>
                  <a:lnTo>
                    <a:pt x="363499" y="347345"/>
                  </a:lnTo>
                  <a:lnTo>
                    <a:pt x="361276" y="343535"/>
                  </a:lnTo>
                  <a:lnTo>
                    <a:pt x="346608" y="319786"/>
                  </a:lnTo>
                  <a:lnTo>
                    <a:pt x="344576" y="316484"/>
                  </a:lnTo>
                  <a:lnTo>
                    <a:pt x="345719" y="315595"/>
                  </a:lnTo>
                  <a:lnTo>
                    <a:pt x="364515" y="301117"/>
                  </a:lnTo>
                  <a:lnTo>
                    <a:pt x="376580" y="296164"/>
                  </a:lnTo>
                  <a:lnTo>
                    <a:pt x="376834" y="292735"/>
                  </a:lnTo>
                  <a:close/>
                </a:path>
                <a:path w="377189" h="816610">
                  <a:moveTo>
                    <a:pt x="376834" y="63627"/>
                  </a:moveTo>
                  <a:lnTo>
                    <a:pt x="347497" y="60706"/>
                  </a:lnTo>
                  <a:lnTo>
                    <a:pt x="347243" y="64008"/>
                  </a:lnTo>
                  <a:lnTo>
                    <a:pt x="349021" y="64516"/>
                  </a:lnTo>
                  <a:lnTo>
                    <a:pt x="350418" y="65151"/>
                  </a:lnTo>
                  <a:lnTo>
                    <a:pt x="351942" y="66929"/>
                  </a:lnTo>
                  <a:lnTo>
                    <a:pt x="352069" y="69342"/>
                  </a:lnTo>
                  <a:lnTo>
                    <a:pt x="351942" y="70358"/>
                  </a:lnTo>
                  <a:lnTo>
                    <a:pt x="348640" y="75692"/>
                  </a:lnTo>
                  <a:lnTo>
                    <a:pt x="347497" y="76962"/>
                  </a:lnTo>
                  <a:lnTo>
                    <a:pt x="345719" y="78486"/>
                  </a:lnTo>
                  <a:lnTo>
                    <a:pt x="343433" y="80137"/>
                  </a:lnTo>
                  <a:lnTo>
                    <a:pt x="340639" y="82296"/>
                  </a:lnTo>
                  <a:lnTo>
                    <a:pt x="333146" y="86233"/>
                  </a:lnTo>
                  <a:lnTo>
                    <a:pt x="332257" y="86487"/>
                  </a:lnTo>
                  <a:lnTo>
                    <a:pt x="330987" y="86487"/>
                  </a:lnTo>
                  <a:lnTo>
                    <a:pt x="329463" y="86360"/>
                  </a:lnTo>
                  <a:lnTo>
                    <a:pt x="327304" y="86106"/>
                  </a:lnTo>
                  <a:lnTo>
                    <a:pt x="333273" y="26543"/>
                  </a:lnTo>
                  <a:lnTo>
                    <a:pt x="329209" y="26162"/>
                  </a:lnTo>
                  <a:lnTo>
                    <a:pt x="312699" y="25146"/>
                  </a:lnTo>
                  <a:lnTo>
                    <a:pt x="312318" y="28702"/>
                  </a:lnTo>
                  <a:lnTo>
                    <a:pt x="314604" y="29337"/>
                  </a:lnTo>
                  <a:lnTo>
                    <a:pt x="316255" y="29972"/>
                  </a:lnTo>
                  <a:lnTo>
                    <a:pt x="317017" y="30480"/>
                  </a:lnTo>
                  <a:lnTo>
                    <a:pt x="317906" y="30988"/>
                  </a:lnTo>
                  <a:lnTo>
                    <a:pt x="318541" y="31623"/>
                  </a:lnTo>
                  <a:lnTo>
                    <a:pt x="320192" y="37973"/>
                  </a:lnTo>
                  <a:lnTo>
                    <a:pt x="319684" y="44450"/>
                  </a:lnTo>
                  <a:lnTo>
                    <a:pt x="319176" y="48895"/>
                  </a:lnTo>
                  <a:lnTo>
                    <a:pt x="313207" y="108331"/>
                  </a:lnTo>
                  <a:lnTo>
                    <a:pt x="312953" y="110236"/>
                  </a:lnTo>
                  <a:lnTo>
                    <a:pt x="312572" y="111760"/>
                  </a:lnTo>
                  <a:lnTo>
                    <a:pt x="312318" y="113284"/>
                  </a:lnTo>
                  <a:lnTo>
                    <a:pt x="311937" y="114427"/>
                  </a:lnTo>
                  <a:lnTo>
                    <a:pt x="310921" y="116205"/>
                  </a:lnTo>
                  <a:lnTo>
                    <a:pt x="310286" y="116840"/>
                  </a:lnTo>
                  <a:lnTo>
                    <a:pt x="309270" y="117348"/>
                  </a:lnTo>
                  <a:lnTo>
                    <a:pt x="308381" y="117983"/>
                  </a:lnTo>
                  <a:lnTo>
                    <a:pt x="306730" y="118364"/>
                  </a:lnTo>
                  <a:lnTo>
                    <a:pt x="304317" y="118745"/>
                  </a:lnTo>
                  <a:lnTo>
                    <a:pt x="304063" y="122047"/>
                  </a:lnTo>
                  <a:lnTo>
                    <a:pt x="331114" y="124841"/>
                  </a:lnTo>
                  <a:lnTo>
                    <a:pt x="331368" y="121539"/>
                  </a:lnTo>
                  <a:lnTo>
                    <a:pt x="329209" y="120650"/>
                  </a:lnTo>
                  <a:lnTo>
                    <a:pt x="327558" y="119761"/>
                  </a:lnTo>
                  <a:lnTo>
                    <a:pt x="326669" y="118872"/>
                  </a:lnTo>
                  <a:lnTo>
                    <a:pt x="325653" y="117983"/>
                  </a:lnTo>
                  <a:lnTo>
                    <a:pt x="325145" y="116840"/>
                  </a:lnTo>
                  <a:lnTo>
                    <a:pt x="324751" y="114427"/>
                  </a:lnTo>
                  <a:lnTo>
                    <a:pt x="324840" y="110236"/>
                  </a:lnTo>
                  <a:lnTo>
                    <a:pt x="326796" y="90678"/>
                  </a:lnTo>
                  <a:lnTo>
                    <a:pt x="331876" y="91186"/>
                  </a:lnTo>
                  <a:lnTo>
                    <a:pt x="332765" y="91440"/>
                  </a:lnTo>
                  <a:lnTo>
                    <a:pt x="333527" y="91821"/>
                  </a:lnTo>
                  <a:lnTo>
                    <a:pt x="334162" y="92075"/>
                  </a:lnTo>
                  <a:lnTo>
                    <a:pt x="334924" y="92710"/>
                  </a:lnTo>
                  <a:lnTo>
                    <a:pt x="336067" y="94107"/>
                  </a:lnTo>
                  <a:lnTo>
                    <a:pt x="338353" y="97663"/>
                  </a:lnTo>
                  <a:lnTo>
                    <a:pt x="345338" y="109474"/>
                  </a:lnTo>
                  <a:lnTo>
                    <a:pt x="347116" y="112395"/>
                  </a:lnTo>
                  <a:lnTo>
                    <a:pt x="348386" y="114554"/>
                  </a:lnTo>
                  <a:lnTo>
                    <a:pt x="349021" y="115824"/>
                  </a:lnTo>
                  <a:lnTo>
                    <a:pt x="349656" y="116967"/>
                  </a:lnTo>
                  <a:lnTo>
                    <a:pt x="350291" y="118618"/>
                  </a:lnTo>
                  <a:lnTo>
                    <a:pt x="350418" y="120650"/>
                  </a:lnTo>
                  <a:lnTo>
                    <a:pt x="350291" y="121539"/>
                  </a:lnTo>
                  <a:lnTo>
                    <a:pt x="349910" y="122174"/>
                  </a:lnTo>
                  <a:lnTo>
                    <a:pt x="349402" y="122555"/>
                  </a:lnTo>
                  <a:lnTo>
                    <a:pt x="348767" y="122809"/>
                  </a:lnTo>
                  <a:lnTo>
                    <a:pt x="347878" y="123063"/>
                  </a:lnTo>
                  <a:lnTo>
                    <a:pt x="346608" y="123063"/>
                  </a:lnTo>
                  <a:lnTo>
                    <a:pt x="346354" y="126365"/>
                  </a:lnTo>
                  <a:lnTo>
                    <a:pt x="372516" y="129032"/>
                  </a:lnTo>
                  <a:lnTo>
                    <a:pt x="372770" y="125730"/>
                  </a:lnTo>
                  <a:lnTo>
                    <a:pt x="370738" y="124968"/>
                  </a:lnTo>
                  <a:lnTo>
                    <a:pt x="368833" y="123825"/>
                  </a:lnTo>
                  <a:lnTo>
                    <a:pt x="367055" y="122301"/>
                  </a:lnTo>
                  <a:lnTo>
                    <a:pt x="365404" y="120650"/>
                  </a:lnTo>
                  <a:lnTo>
                    <a:pt x="363499" y="118237"/>
                  </a:lnTo>
                  <a:lnTo>
                    <a:pt x="361276" y="114427"/>
                  </a:lnTo>
                  <a:lnTo>
                    <a:pt x="346608" y="90678"/>
                  </a:lnTo>
                  <a:lnTo>
                    <a:pt x="344576" y="87376"/>
                  </a:lnTo>
                  <a:lnTo>
                    <a:pt x="345719" y="86487"/>
                  </a:lnTo>
                  <a:lnTo>
                    <a:pt x="364515" y="72009"/>
                  </a:lnTo>
                  <a:lnTo>
                    <a:pt x="376580" y="67056"/>
                  </a:lnTo>
                  <a:lnTo>
                    <a:pt x="376834" y="63627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728465" y="4097274"/>
              <a:ext cx="173990" cy="896619"/>
            </a:xfrm>
            <a:custGeom>
              <a:avLst/>
              <a:gdLst/>
              <a:ahLst/>
              <a:cxnLst/>
              <a:rect l="l" t="t" r="r" b="b"/>
              <a:pathLst>
                <a:path w="173989" h="896620">
                  <a:moveTo>
                    <a:pt x="173736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173736" y="896112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728465" y="4097274"/>
              <a:ext cx="173990" cy="896619"/>
            </a:xfrm>
            <a:custGeom>
              <a:avLst/>
              <a:gdLst/>
              <a:ahLst/>
              <a:cxnLst/>
              <a:rect l="l" t="t" r="r" b="b"/>
              <a:pathLst>
                <a:path w="173989" h="896620">
                  <a:moveTo>
                    <a:pt x="0" y="896112"/>
                  </a:moveTo>
                  <a:lnTo>
                    <a:pt x="173736" y="896112"/>
                  </a:lnTo>
                  <a:lnTo>
                    <a:pt x="173736" y="0"/>
                  </a:lnTo>
                  <a:lnTo>
                    <a:pt x="0" y="0"/>
                  </a:lnTo>
                  <a:lnTo>
                    <a:pt x="0" y="89611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716273" y="4325873"/>
              <a:ext cx="170815" cy="457200"/>
            </a:xfrm>
            <a:custGeom>
              <a:avLst/>
              <a:gdLst/>
              <a:ahLst/>
              <a:cxnLst/>
              <a:rect l="l" t="t" r="r" b="b"/>
              <a:pathLst>
                <a:path w="170814" h="457200">
                  <a:moveTo>
                    <a:pt x="170052" y="0"/>
                  </a:moveTo>
                  <a:lnTo>
                    <a:pt x="12191" y="0"/>
                  </a:lnTo>
                </a:path>
                <a:path w="170814" h="457200">
                  <a:moveTo>
                    <a:pt x="170687" y="228600"/>
                  </a:moveTo>
                  <a:lnTo>
                    <a:pt x="0" y="228600"/>
                  </a:lnTo>
                </a:path>
                <a:path w="170814" h="457200">
                  <a:moveTo>
                    <a:pt x="170687" y="457200"/>
                  </a:moveTo>
                  <a:lnTo>
                    <a:pt x="0" y="457200"/>
                  </a:lnTo>
                </a:path>
              </a:pathLst>
            </a:custGeom>
            <a:ln w="19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756151" y="4150741"/>
              <a:ext cx="111506" cy="9944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3756151" y="4368673"/>
              <a:ext cx="111506" cy="9944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3756151" y="4607560"/>
              <a:ext cx="111506" cy="9956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3763009" y="4843652"/>
              <a:ext cx="111505" cy="9944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357115" y="2872740"/>
              <a:ext cx="856488" cy="70256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705417" y="2680223"/>
              <a:ext cx="1344930" cy="1213485"/>
            </a:xfrm>
            <a:custGeom>
              <a:avLst/>
              <a:gdLst/>
              <a:ahLst/>
              <a:cxnLst/>
              <a:rect l="l" t="t" r="r" b="b"/>
              <a:pathLst>
                <a:path w="1344929" h="1213485">
                  <a:moveTo>
                    <a:pt x="1031556" y="0"/>
                  </a:moveTo>
                  <a:lnTo>
                    <a:pt x="993753" y="9871"/>
                  </a:lnTo>
                  <a:lnTo>
                    <a:pt x="958785" y="31567"/>
                  </a:lnTo>
                  <a:lnTo>
                    <a:pt x="928686" y="64881"/>
                  </a:lnTo>
                  <a:lnTo>
                    <a:pt x="918588" y="50377"/>
                  </a:lnTo>
                  <a:lnTo>
                    <a:pt x="907239" y="37433"/>
                  </a:lnTo>
                  <a:lnTo>
                    <a:pt x="894772" y="26179"/>
                  </a:lnTo>
                  <a:lnTo>
                    <a:pt x="881315" y="16748"/>
                  </a:lnTo>
                  <a:lnTo>
                    <a:pt x="839832" y="754"/>
                  </a:lnTo>
                  <a:lnTo>
                    <a:pt x="797861" y="1481"/>
                  </a:lnTo>
                  <a:lnTo>
                    <a:pt x="758420" y="17699"/>
                  </a:lnTo>
                  <a:lnTo>
                    <a:pt x="724526" y="48175"/>
                  </a:lnTo>
                  <a:lnTo>
                    <a:pt x="699197" y="91678"/>
                  </a:lnTo>
                  <a:lnTo>
                    <a:pt x="690343" y="81686"/>
                  </a:lnTo>
                  <a:lnTo>
                    <a:pt x="660589" y="56880"/>
                  </a:lnTo>
                  <a:lnTo>
                    <a:pt x="618866" y="37833"/>
                  </a:lnTo>
                  <a:lnTo>
                    <a:pt x="576022" y="33117"/>
                  </a:lnTo>
                  <a:lnTo>
                    <a:pt x="534193" y="41925"/>
                  </a:lnTo>
                  <a:lnTo>
                    <a:pt x="495518" y="63455"/>
                  </a:lnTo>
                  <a:lnTo>
                    <a:pt x="462134" y="96902"/>
                  </a:lnTo>
                  <a:lnTo>
                    <a:pt x="436180" y="141462"/>
                  </a:lnTo>
                  <a:lnTo>
                    <a:pt x="404629" y="122870"/>
                  </a:lnTo>
                  <a:lnTo>
                    <a:pt x="371220" y="111029"/>
                  </a:lnTo>
                  <a:lnTo>
                    <a:pt x="336668" y="106118"/>
                  </a:lnTo>
                  <a:lnTo>
                    <a:pt x="301687" y="108315"/>
                  </a:lnTo>
                  <a:lnTo>
                    <a:pt x="260279" y="120556"/>
                  </a:lnTo>
                  <a:lnTo>
                    <a:pt x="222830" y="142023"/>
                  </a:lnTo>
                  <a:lnTo>
                    <a:pt x="190064" y="171548"/>
                  </a:lnTo>
                  <a:lnTo>
                    <a:pt x="162702" y="207962"/>
                  </a:lnTo>
                  <a:lnTo>
                    <a:pt x="141465" y="250097"/>
                  </a:lnTo>
                  <a:lnTo>
                    <a:pt x="127076" y="296785"/>
                  </a:lnTo>
                  <a:lnTo>
                    <a:pt x="120257" y="346857"/>
                  </a:lnTo>
                  <a:lnTo>
                    <a:pt x="121728" y="399145"/>
                  </a:lnTo>
                  <a:lnTo>
                    <a:pt x="120712" y="402955"/>
                  </a:lnTo>
                  <a:lnTo>
                    <a:pt x="61372" y="428656"/>
                  </a:lnTo>
                  <a:lnTo>
                    <a:pt x="17842" y="484743"/>
                  </a:lnTo>
                  <a:lnTo>
                    <a:pt x="2197" y="534633"/>
                  </a:lnTo>
                  <a:lnTo>
                    <a:pt x="0" y="586231"/>
                  </a:lnTo>
                  <a:lnTo>
                    <a:pt x="10463" y="635756"/>
                  </a:lnTo>
                  <a:lnTo>
                    <a:pt x="32802" y="679429"/>
                  </a:lnTo>
                  <a:lnTo>
                    <a:pt x="66229" y="713470"/>
                  </a:lnTo>
                  <a:lnTo>
                    <a:pt x="48473" y="742535"/>
                  </a:lnTo>
                  <a:lnTo>
                    <a:pt x="36384" y="775208"/>
                  </a:lnTo>
                  <a:lnTo>
                    <a:pt x="30296" y="810285"/>
                  </a:lnTo>
                  <a:lnTo>
                    <a:pt x="30542" y="846566"/>
                  </a:lnTo>
                  <a:lnTo>
                    <a:pt x="42414" y="897830"/>
                  </a:lnTo>
                  <a:lnTo>
                    <a:pt x="65869" y="940450"/>
                  </a:lnTo>
                  <a:lnTo>
                    <a:pt x="98437" y="972030"/>
                  </a:lnTo>
                  <a:lnTo>
                    <a:pt x="137649" y="990175"/>
                  </a:lnTo>
                  <a:lnTo>
                    <a:pt x="181037" y="992489"/>
                  </a:lnTo>
                  <a:lnTo>
                    <a:pt x="183577" y="997823"/>
                  </a:lnTo>
                  <a:lnTo>
                    <a:pt x="209133" y="1041035"/>
                  </a:lnTo>
                  <a:lnTo>
                    <a:pt x="239628" y="1076925"/>
                  </a:lnTo>
                  <a:lnTo>
                    <a:pt x="274133" y="1105208"/>
                  </a:lnTo>
                  <a:lnTo>
                    <a:pt x="311718" y="1125598"/>
                  </a:lnTo>
                  <a:lnTo>
                    <a:pt x="351451" y="1137810"/>
                  </a:lnTo>
                  <a:lnTo>
                    <a:pt x="392403" y="1141558"/>
                  </a:lnTo>
                  <a:lnTo>
                    <a:pt x="433644" y="1136558"/>
                  </a:lnTo>
                  <a:lnTo>
                    <a:pt x="474243" y="1122523"/>
                  </a:lnTo>
                  <a:lnTo>
                    <a:pt x="513269" y="1099169"/>
                  </a:lnTo>
                  <a:lnTo>
                    <a:pt x="535907" y="1133975"/>
                  </a:lnTo>
                  <a:lnTo>
                    <a:pt x="562831" y="1163304"/>
                  </a:lnTo>
                  <a:lnTo>
                    <a:pt x="593422" y="1186537"/>
                  </a:lnTo>
                  <a:lnTo>
                    <a:pt x="627061" y="1203055"/>
                  </a:lnTo>
                  <a:lnTo>
                    <a:pt x="668802" y="1213166"/>
                  </a:lnTo>
                  <a:lnTo>
                    <a:pt x="710074" y="1212820"/>
                  </a:lnTo>
                  <a:lnTo>
                    <a:pt x="749825" y="1202713"/>
                  </a:lnTo>
                  <a:lnTo>
                    <a:pt x="787002" y="1183544"/>
                  </a:lnTo>
                  <a:lnTo>
                    <a:pt x="820554" y="1156011"/>
                  </a:lnTo>
                  <a:lnTo>
                    <a:pt x="849429" y="1120812"/>
                  </a:lnTo>
                  <a:lnTo>
                    <a:pt x="872573" y="1078645"/>
                  </a:lnTo>
                  <a:lnTo>
                    <a:pt x="888935" y="1030208"/>
                  </a:lnTo>
                  <a:lnTo>
                    <a:pt x="910833" y="1044519"/>
                  </a:lnTo>
                  <a:lnTo>
                    <a:pt x="934005" y="1054973"/>
                  </a:lnTo>
                  <a:lnTo>
                    <a:pt x="958105" y="1061426"/>
                  </a:lnTo>
                  <a:lnTo>
                    <a:pt x="982788" y="1063736"/>
                  </a:lnTo>
                  <a:lnTo>
                    <a:pt x="1024112" y="1058311"/>
                  </a:lnTo>
                  <a:lnTo>
                    <a:pt x="1062122" y="1042047"/>
                  </a:lnTo>
                  <a:lnTo>
                    <a:pt x="1095726" y="1016266"/>
                  </a:lnTo>
                  <a:lnTo>
                    <a:pt x="1123833" y="982290"/>
                  </a:lnTo>
                  <a:lnTo>
                    <a:pt x="1145354" y="941440"/>
                  </a:lnTo>
                  <a:lnTo>
                    <a:pt x="1159197" y="895038"/>
                  </a:lnTo>
                  <a:lnTo>
                    <a:pt x="1164271" y="844407"/>
                  </a:lnTo>
                  <a:lnTo>
                    <a:pt x="1190797" y="837572"/>
                  </a:lnTo>
                  <a:lnTo>
                    <a:pt x="1240370" y="811903"/>
                  </a:lnTo>
                  <a:lnTo>
                    <a:pt x="1293908" y="757341"/>
                  </a:lnTo>
                  <a:lnTo>
                    <a:pt x="1317813" y="715718"/>
                  </a:lnTo>
                  <a:lnTo>
                    <a:pt x="1334379" y="669942"/>
                  </a:lnTo>
                  <a:lnTo>
                    <a:pt x="1343453" y="621474"/>
                  </a:lnTo>
                  <a:lnTo>
                    <a:pt x="1344876" y="571774"/>
                  </a:lnTo>
                  <a:lnTo>
                    <a:pt x="1338494" y="522301"/>
                  </a:lnTo>
                  <a:lnTo>
                    <a:pt x="1324149" y="474516"/>
                  </a:lnTo>
                  <a:lnTo>
                    <a:pt x="1301685" y="429879"/>
                  </a:lnTo>
                  <a:lnTo>
                    <a:pt x="1305765" y="416560"/>
                  </a:lnTo>
                  <a:lnTo>
                    <a:pt x="1309178" y="402955"/>
                  </a:lnTo>
                  <a:lnTo>
                    <a:pt x="1315069" y="348585"/>
                  </a:lnTo>
                  <a:lnTo>
                    <a:pt x="1309353" y="296035"/>
                  </a:lnTo>
                  <a:lnTo>
                    <a:pt x="1293145" y="247697"/>
                  </a:lnTo>
                  <a:lnTo>
                    <a:pt x="1267560" y="205964"/>
                  </a:lnTo>
                  <a:lnTo>
                    <a:pt x="1233713" y="173226"/>
                  </a:lnTo>
                  <a:lnTo>
                    <a:pt x="1192719" y="151876"/>
                  </a:lnTo>
                  <a:lnTo>
                    <a:pt x="1185885" y="120999"/>
                  </a:lnTo>
                  <a:lnTo>
                    <a:pt x="1160073" y="66151"/>
                  </a:lnTo>
                  <a:lnTo>
                    <a:pt x="1107545" y="16565"/>
                  </a:lnTo>
                  <a:lnTo>
                    <a:pt x="1070164" y="2161"/>
                  </a:lnTo>
                  <a:lnTo>
                    <a:pt x="1031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256789" y="3644772"/>
              <a:ext cx="67564" cy="6756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356611" y="3562477"/>
              <a:ext cx="135000" cy="13500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519806" y="3457066"/>
              <a:ext cx="202437" cy="20243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705417" y="2680223"/>
              <a:ext cx="1344930" cy="1213485"/>
            </a:xfrm>
            <a:custGeom>
              <a:avLst/>
              <a:gdLst/>
              <a:ahLst/>
              <a:cxnLst/>
              <a:rect l="l" t="t" r="r" b="b"/>
              <a:pathLst>
                <a:path w="1344929" h="1213485">
                  <a:moveTo>
                    <a:pt x="121728" y="399145"/>
                  </a:moveTo>
                  <a:lnTo>
                    <a:pt x="120257" y="346857"/>
                  </a:lnTo>
                  <a:lnTo>
                    <a:pt x="127076" y="296785"/>
                  </a:lnTo>
                  <a:lnTo>
                    <a:pt x="141465" y="250097"/>
                  </a:lnTo>
                  <a:lnTo>
                    <a:pt x="162702" y="207962"/>
                  </a:lnTo>
                  <a:lnTo>
                    <a:pt x="190064" y="171548"/>
                  </a:lnTo>
                  <a:lnTo>
                    <a:pt x="222830" y="142023"/>
                  </a:lnTo>
                  <a:lnTo>
                    <a:pt x="260279" y="120556"/>
                  </a:lnTo>
                  <a:lnTo>
                    <a:pt x="301687" y="108315"/>
                  </a:lnTo>
                  <a:lnTo>
                    <a:pt x="336668" y="106118"/>
                  </a:lnTo>
                  <a:lnTo>
                    <a:pt x="371220" y="111029"/>
                  </a:lnTo>
                  <a:lnTo>
                    <a:pt x="404629" y="122870"/>
                  </a:lnTo>
                  <a:lnTo>
                    <a:pt x="436180" y="141462"/>
                  </a:lnTo>
                  <a:lnTo>
                    <a:pt x="462134" y="96902"/>
                  </a:lnTo>
                  <a:lnTo>
                    <a:pt x="495518" y="63455"/>
                  </a:lnTo>
                  <a:lnTo>
                    <a:pt x="534193" y="41925"/>
                  </a:lnTo>
                  <a:lnTo>
                    <a:pt x="576022" y="33117"/>
                  </a:lnTo>
                  <a:lnTo>
                    <a:pt x="618866" y="37833"/>
                  </a:lnTo>
                  <a:lnTo>
                    <a:pt x="660589" y="56880"/>
                  </a:lnTo>
                  <a:lnTo>
                    <a:pt x="690343" y="81686"/>
                  </a:lnTo>
                  <a:lnTo>
                    <a:pt x="699197" y="91678"/>
                  </a:lnTo>
                  <a:lnTo>
                    <a:pt x="724526" y="48175"/>
                  </a:lnTo>
                  <a:lnTo>
                    <a:pt x="758420" y="17699"/>
                  </a:lnTo>
                  <a:lnTo>
                    <a:pt x="797861" y="1481"/>
                  </a:lnTo>
                  <a:lnTo>
                    <a:pt x="839832" y="754"/>
                  </a:lnTo>
                  <a:lnTo>
                    <a:pt x="881315" y="16748"/>
                  </a:lnTo>
                  <a:lnTo>
                    <a:pt x="894772" y="26179"/>
                  </a:lnTo>
                  <a:lnTo>
                    <a:pt x="907239" y="37433"/>
                  </a:lnTo>
                  <a:lnTo>
                    <a:pt x="918588" y="50377"/>
                  </a:lnTo>
                  <a:lnTo>
                    <a:pt x="928686" y="64881"/>
                  </a:lnTo>
                  <a:lnTo>
                    <a:pt x="958785" y="31567"/>
                  </a:lnTo>
                  <a:lnTo>
                    <a:pt x="993753" y="9871"/>
                  </a:lnTo>
                  <a:lnTo>
                    <a:pt x="1031556" y="0"/>
                  </a:lnTo>
                  <a:lnTo>
                    <a:pt x="1070164" y="2161"/>
                  </a:lnTo>
                  <a:lnTo>
                    <a:pt x="1107545" y="16565"/>
                  </a:lnTo>
                  <a:lnTo>
                    <a:pt x="1141665" y="43418"/>
                  </a:lnTo>
                  <a:lnTo>
                    <a:pt x="1174908" y="92217"/>
                  </a:lnTo>
                  <a:lnTo>
                    <a:pt x="1192719" y="151876"/>
                  </a:lnTo>
                  <a:lnTo>
                    <a:pt x="1233713" y="173226"/>
                  </a:lnTo>
                  <a:lnTo>
                    <a:pt x="1267560" y="205964"/>
                  </a:lnTo>
                  <a:lnTo>
                    <a:pt x="1293145" y="247697"/>
                  </a:lnTo>
                  <a:lnTo>
                    <a:pt x="1309353" y="296035"/>
                  </a:lnTo>
                  <a:lnTo>
                    <a:pt x="1315069" y="348585"/>
                  </a:lnTo>
                  <a:lnTo>
                    <a:pt x="1309178" y="402955"/>
                  </a:lnTo>
                  <a:lnTo>
                    <a:pt x="1307561" y="409787"/>
                  </a:lnTo>
                  <a:lnTo>
                    <a:pt x="1305765" y="416560"/>
                  </a:lnTo>
                  <a:lnTo>
                    <a:pt x="1303803" y="423261"/>
                  </a:lnTo>
                  <a:lnTo>
                    <a:pt x="1301685" y="429879"/>
                  </a:lnTo>
                  <a:lnTo>
                    <a:pt x="1324149" y="474516"/>
                  </a:lnTo>
                  <a:lnTo>
                    <a:pt x="1338494" y="522301"/>
                  </a:lnTo>
                  <a:lnTo>
                    <a:pt x="1344876" y="571774"/>
                  </a:lnTo>
                  <a:lnTo>
                    <a:pt x="1343453" y="621474"/>
                  </a:lnTo>
                  <a:lnTo>
                    <a:pt x="1334379" y="669942"/>
                  </a:lnTo>
                  <a:lnTo>
                    <a:pt x="1317813" y="715718"/>
                  </a:lnTo>
                  <a:lnTo>
                    <a:pt x="1293908" y="757341"/>
                  </a:lnTo>
                  <a:lnTo>
                    <a:pt x="1262823" y="793353"/>
                  </a:lnTo>
                  <a:lnTo>
                    <a:pt x="1216262" y="826690"/>
                  </a:lnTo>
                  <a:lnTo>
                    <a:pt x="1164271" y="844407"/>
                  </a:lnTo>
                  <a:lnTo>
                    <a:pt x="1159197" y="895038"/>
                  </a:lnTo>
                  <a:lnTo>
                    <a:pt x="1145354" y="941440"/>
                  </a:lnTo>
                  <a:lnTo>
                    <a:pt x="1123833" y="982290"/>
                  </a:lnTo>
                  <a:lnTo>
                    <a:pt x="1095726" y="1016266"/>
                  </a:lnTo>
                  <a:lnTo>
                    <a:pt x="1062122" y="1042047"/>
                  </a:lnTo>
                  <a:lnTo>
                    <a:pt x="1024112" y="1058311"/>
                  </a:lnTo>
                  <a:lnTo>
                    <a:pt x="982788" y="1063736"/>
                  </a:lnTo>
                  <a:lnTo>
                    <a:pt x="958105" y="1061426"/>
                  </a:lnTo>
                  <a:lnTo>
                    <a:pt x="934005" y="1054973"/>
                  </a:lnTo>
                  <a:lnTo>
                    <a:pt x="910833" y="1044519"/>
                  </a:lnTo>
                  <a:lnTo>
                    <a:pt x="888935" y="1030208"/>
                  </a:lnTo>
                  <a:lnTo>
                    <a:pt x="872573" y="1078645"/>
                  </a:lnTo>
                  <a:lnTo>
                    <a:pt x="849429" y="1120812"/>
                  </a:lnTo>
                  <a:lnTo>
                    <a:pt x="820554" y="1156011"/>
                  </a:lnTo>
                  <a:lnTo>
                    <a:pt x="787002" y="1183544"/>
                  </a:lnTo>
                  <a:lnTo>
                    <a:pt x="749825" y="1202713"/>
                  </a:lnTo>
                  <a:lnTo>
                    <a:pt x="710074" y="1212820"/>
                  </a:lnTo>
                  <a:lnTo>
                    <a:pt x="668802" y="1213166"/>
                  </a:lnTo>
                  <a:lnTo>
                    <a:pt x="627061" y="1203055"/>
                  </a:lnTo>
                  <a:lnTo>
                    <a:pt x="593422" y="1186537"/>
                  </a:lnTo>
                  <a:lnTo>
                    <a:pt x="562831" y="1163304"/>
                  </a:lnTo>
                  <a:lnTo>
                    <a:pt x="535907" y="1133975"/>
                  </a:lnTo>
                  <a:lnTo>
                    <a:pt x="513269" y="1099169"/>
                  </a:lnTo>
                  <a:lnTo>
                    <a:pt x="474243" y="1122523"/>
                  </a:lnTo>
                  <a:lnTo>
                    <a:pt x="433644" y="1136558"/>
                  </a:lnTo>
                  <a:lnTo>
                    <a:pt x="392403" y="1141558"/>
                  </a:lnTo>
                  <a:lnTo>
                    <a:pt x="351451" y="1137810"/>
                  </a:lnTo>
                  <a:lnTo>
                    <a:pt x="311718" y="1125598"/>
                  </a:lnTo>
                  <a:lnTo>
                    <a:pt x="274133" y="1105208"/>
                  </a:lnTo>
                  <a:lnTo>
                    <a:pt x="239628" y="1076925"/>
                  </a:lnTo>
                  <a:lnTo>
                    <a:pt x="209133" y="1041035"/>
                  </a:lnTo>
                  <a:lnTo>
                    <a:pt x="183577" y="997823"/>
                  </a:lnTo>
                  <a:lnTo>
                    <a:pt x="181926" y="994267"/>
                  </a:lnTo>
                  <a:lnTo>
                    <a:pt x="181037" y="992489"/>
                  </a:lnTo>
                  <a:lnTo>
                    <a:pt x="137649" y="990175"/>
                  </a:lnTo>
                  <a:lnTo>
                    <a:pt x="98437" y="972030"/>
                  </a:lnTo>
                  <a:lnTo>
                    <a:pt x="65869" y="940450"/>
                  </a:lnTo>
                  <a:lnTo>
                    <a:pt x="42414" y="897830"/>
                  </a:lnTo>
                  <a:lnTo>
                    <a:pt x="30542" y="846566"/>
                  </a:lnTo>
                  <a:lnTo>
                    <a:pt x="30296" y="810285"/>
                  </a:lnTo>
                  <a:lnTo>
                    <a:pt x="36384" y="775208"/>
                  </a:lnTo>
                  <a:lnTo>
                    <a:pt x="48473" y="742535"/>
                  </a:lnTo>
                  <a:lnTo>
                    <a:pt x="66229" y="713470"/>
                  </a:lnTo>
                  <a:lnTo>
                    <a:pt x="32802" y="679429"/>
                  </a:lnTo>
                  <a:lnTo>
                    <a:pt x="10463" y="635756"/>
                  </a:lnTo>
                  <a:lnTo>
                    <a:pt x="0" y="586231"/>
                  </a:lnTo>
                  <a:lnTo>
                    <a:pt x="2197" y="534633"/>
                  </a:lnTo>
                  <a:lnTo>
                    <a:pt x="17842" y="484743"/>
                  </a:lnTo>
                  <a:lnTo>
                    <a:pt x="61372" y="428656"/>
                  </a:lnTo>
                  <a:lnTo>
                    <a:pt x="120712" y="402955"/>
                  </a:lnTo>
                  <a:lnTo>
                    <a:pt x="121728" y="399145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243835" y="3444113"/>
              <a:ext cx="491363" cy="28117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773044" y="2741168"/>
              <a:ext cx="1233805" cy="1033780"/>
            </a:xfrm>
            <a:custGeom>
              <a:avLst/>
              <a:gdLst/>
              <a:ahLst/>
              <a:cxnLst/>
              <a:rect l="l" t="t" r="r" b="b"/>
              <a:pathLst>
                <a:path w="1233804" h="1033779">
                  <a:moveTo>
                    <a:pt x="78867" y="670179"/>
                  </a:moveTo>
                  <a:lnTo>
                    <a:pt x="58275" y="670240"/>
                  </a:lnTo>
                  <a:lnTo>
                    <a:pt x="38052" y="666480"/>
                  </a:lnTo>
                  <a:lnTo>
                    <a:pt x="18520" y="658981"/>
                  </a:lnTo>
                  <a:lnTo>
                    <a:pt x="0" y="647827"/>
                  </a:lnTo>
                </a:path>
                <a:path w="1233804" h="1033779">
                  <a:moveTo>
                    <a:pt x="148336" y="915416"/>
                  </a:moveTo>
                  <a:lnTo>
                    <a:pt x="139957" y="919156"/>
                  </a:lnTo>
                  <a:lnTo>
                    <a:pt x="131413" y="922194"/>
                  </a:lnTo>
                  <a:lnTo>
                    <a:pt x="122725" y="924542"/>
                  </a:lnTo>
                  <a:lnTo>
                    <a:pt x="113918" y="926211"/>
                  </a:lnTo>
                </a:path>
                <a:path w="1233804" h="1033779">
                  <a:moveTo>
                    <a:pt x="445516" y="1033272"/>
                  </a:moveTo>
                  <a:lnTo>
                    <a:pt x="439566" y="1021560"/>
                  </a:lnTo>
                  <a:lnTo>
                    <a:pt x="434117" y="1009491"/>
                  </a:lnTo>
                  <a:lnTo>
                    <a:pt x="429192" y="997088"/>
                  </a:lnTo>
                  <a:lnTo>
                    <a:pt x="424815" y="984377"/>
                  </a:lnTo>
                </a:path>
                <a:path w="1233804" h="1033779">
                  <a:moveTo>
                    <a:pt x="829818" y="911225"/>
                  </a:moveTo>
                  <a:lnTo>
                    <a:pt x="828579" y="924887"/>
                  </a:lnTo>
                  <a:lnTo>
                    <a:pt x="826769" y="938418"/>
                  </a:lnTo>
                  <a:lnTo>
                    <a:pt x="824388" y="951783"/>
                  </a:lnTo>
                  <a:lnTo>
                    <a:pt x="821435" y="964946"/>
                  </a:lnTo>
                </a:path>
                <a:path w="1233804" h="1033779">
                  <a:moveTo>
                    <a:pt x="994791" y="579628"/>
                  </a:moveTo>
                  <a:lnTo>
                    <a:pt x="1029310" y="606641"/>
                  </a:lnTo>
                  <a:lnTo>
                    <a:pt x="1057496" y="641811"/>
                  </a:lnTo>
                  <a:lnTo>
                    <a:pt x="1078531" y="683540"/>
                  </a:lnTo>
                  <a:lnTo>
                    <a:pt x="1091599" y="730231"/>
                  </a:lnTo>
                  <a:lnTo>
                    <a:pt x="1095883" y="780288"/>
                  </a:lnTo>
                </a:path>
                <a:path w="1233804" h="1033779">
                  <a:moveTo>
                    <a:pt x="1233424" y="365887"/>
                  </a:moveTo>
                  <a:lnTo>
                    <a:pt x="1224843" y="387048"/>
                  </a:lnTo>
                  <a:lnTo>
                    <a:pt x="1214405" y="406781"/>
                  </a:lnTo>
                  <a:lnTo>
                    <a:pt x="1202205" y="424894"/>
                  </a:lnTo>
                  <a:lnTo>
                    <a:pt x="1188339" y="441198"/>
                  </a:lnTo>
                </a:path>
                <a:path w="1233804" h="1033779">
                  <a:moveTo>
                    <a:pt x="1125220" y="86741"/>
                  </a:moveTo>
                  <a:lnTo>
                    <a:pt x="1126364" y="95601"/>
                  </a:lnTo>
                  <a:lnTo>
                    <a:pt x="1127140" y="104473"/>
                  </a:lnTo>
                  <a:lnTo>
                    <a:pt x="1127559" y="113369"/>
                  </a:lnTo>
                  <a:lnTo>
                    <a:pt x="1127633" y="122301"/>
                  </a:lnTo>
                </a:path>
                <a:path w="1233804" h="1033779">
                  <a:moveTo>
                    <a:pt x="837565" y="45339"/>
                  </a:moveTo>
                  <a:lnTo>
                    <a:pt x="842319" y="33272"/>
                  </a:lnTo>
                  <a:lnTo>
                    <a:pt x="847788" y="21669"/>
                  </a:lnTo>
                  <a:lnTo>
                    <a:pt x="853924" y="10566"/>
                  </a:lnTo>
                  <a:lnTo>
                    <a:pt x="860679" y="0"/>
                  </a:lnTo>
                </a:path>
                <a:path w="1233804" h="1033779">
                  <a:moveTo>
                    <a:pt x="621792" y="66929"/>
                  </a:moveTo>
                  <a:lnTo>
                    <a:pt x="623788" y="56834"/>
                  </a:lnTo>
                  <a:lnTo>
                    <a:pt x="626332" y="46942"/>
                  </a:lnTo>
                  <a:lnTo>
                    <a:pt x="629400" y="37264"/>
                  </a:lnTo>
                  <a:lnTo>
                    <a:pt x="632968" y="27812"/>
                  </a:lnTo>
                </a:path>
                <a:path w="1233804" h="1033779">
                  <a:moveTo>
                    <a:pt x="368427" y="80137"/>
                  </a:moveTo>
                  <a:lnTo>
                    <a:pt x="379255" y="88517"/>
                  </a:lnTo>
                  <a:lnTo>
                    <a:pt x="389620" y="97647"/>
                  </a:lnTo>
                  <a:lnTo>
                    <a:pt x="399484" y="107515"/>
                  </a:lnTo>
                  <a:lnTo>
                    <a:pt x="408813" y="118110"/>
                  </a:lnTo>
                </a:path>
                <a:path w="1233804" h="1033779">
                  <a:moveTo>
                    <a:pt x="61213" y="378206"/>
                  </a:moveTo>
                  <a:lnTo>
                    <a:pt x="58979" y="368347"/>
                  </a:lnTo>
                  <a:lnTo>
                    <a:pt x="57054" y="358394"/>
                  </a:lnTo>
                  <a:lnTo>
                    <a:pt x="55463" y="348345"/>
                  </a:lnTo>
                  <a:lnTo>
                    <a:pt x="54229" y="338201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3034283" y="2776728"/>
              <a:ext cx="679704" cy="679703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7115555" y="5974080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 h="0">
                  <a:moveTo>
                    <a:pt x="283591" y="0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DFCAA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2858516" y="3439109"/>
            <a:ext cx="10636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0">
                <a:latin typeface="FreeSerif"/>
                <a:cs typeface="FreeSerif"/>
              </a:rPr>
              <a:t>File</a:t>
            </a:r>
            <a:r>
              <a:rPr dirty="0" sz="1400" spc="-120">
                <a:latin typeface="FreeSerif"/>
                <a:cs typeface="FreeSerif"/>
              </a:rPr>
              <a:t> </a:t>
            </a:r>
            <a:r>
              <a:rPr dirty="0" sz="1400" spc="10" b="0">
                <a:latin typeface="Noto Sans CJK JP Medium"/>
                <a:cs typeface="Noto Sans CJK JP Medium"/>
              </a:rPr>
              <a:t>/foo/bar</a:t>
            </a:r>
            <a:endParaRPr sz="1400">
              <a:latin typeface="Noto Sans CJK JP Medium"/>
              <a:cs typeface="Noto Sans CJK JP Medium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4441316" y="3542284"/>
            <a:ext cx="4416425" cy="3315970"/>
            <a:chOff x="4441316" y="3542284"/>
            <a:chExt cx="4416425" cy="3315970"/>
          </a:xfrm>
        </p:grpSpPr>
        <p:sp>
          <p:nvSpPr>
            <p:cNvPr id="122" name="object 122"/>
            <p:cNvSpPr/>
            <p:nvPr/>
          </p:nvSpPr>
          <p:spPr>
            <a:xfrm>
              <a:off x="4487417" y="3542284"/>
              <a:ext cx="444500" cy="473709"/>
            </a:xfrm>
            <a:custGeom>
              <a:avLst/>
              <a:gdLst/>
              <a:ahLst/>
              <a:cxnLst/>
              <a:rect l="l" t="t" r="r" b="b"/>
              <a:pathLst>
                <a:path w="444500" h="473710">
                  <a:moveTo>
                    <a:pt x="424561" y="0"/>
                  </a:moveTo>
                  <a:lnTo>
                    <a:pt x="423926" y="19685"/>
                  </a:lnTo>
                  <a:lnTo>
                    <a:pt x="443738" y="20319"/>
                  </a:lnTo>
                  <a:lnTo>
                    <a:pt x="444373" y="507"/>
                  </a:lnTo>
                  <a:lnTo>
                    <a:pt x="424561" y="0"/>
                  </a:lnTo>
                  <a:close/>
                </a:path>
                <a:path w="444500" h="473710">
                  <a:moveTo>
                    <a:pt x="422275" y="38988"/>
                  </a:moveTo>
                  <a:lnTo>
                    <a:pt x="422148" y="41020"/>
                  </a:lnTo>
                  <a:lnTo>
                    <a:pt x="419608" y="57912"/>
                  </a:lnTo>
                  <a:lnTo>
                    <a:pt x="439166" y="60832"/>
                  </a:lnTo>
                  <a:lnTo>
                    <a:pt x="441833" y="42799"/>
                  </a:lnTo>
                  <a:lnTo>
                    <a:pt x="441960" y="40639"/>
                  </a:lnTo>
                  <a:lnTo>
                    <a:pt x="422275" y="38988"/>
                  </a:lnTo>
                  <a:close/>
                </a:path>
                <a:path w="444500" h="473710">
                  <a:moveTo>
                    <a:pt x="415925" y="76834"/>
                  </a:moveTo>
                  <a:lnTo>
                    <a:pt x="415036" y="81152"/>
                  </a:lnTo>
                  <a:lnTo>
                    <a:pt x="411226" y="95630"/>
                  </a:lnTo>
                  <a:lnTo>
                    <a:pt x="430403" y="100583"/>
                  </a:lnTo>
                  <a:lnTo>
                    <a:pt x="434467" y="85089"/>
                  </a:lnTo>
                  <a:lnTo>
                    <a:pt x="435356" y="80771"/>
                  </a:lnTo>
                  <a:lnTo>
                    <a:pt x="415925" y="76834"/>
                  </a:lnTo>
                  <a:close/>
                </a:path>
                <a:path w="444500" h="473710">
                  <a:moveTo>
                    <a:pt x="405638" y="114045"/>
                  </a:moveTo>
                  <a:lnTo>
                    <a:pt x="403606" y="120776"/>
                  </a:lnTo>
                  <a:lnTo>
                    <a:pt x="399288" y="132333"/>
                  </a:lnTo>
                  <a:lnTo>
                    <a:pt x="417830" y="139191"/>
                  </a:lnTo>
                  <a:lnTo>
                    <a:pt x="422402" y="126745"/>
                  </a:lnTo>
                  <a:lnTo>
                    <a:pt x="424561" y="120014"/>
                  </a:lnTo>
                  <a:lnTo>
                    <a:pt x="405638" y="114045"/>
                  </a:lnTo>
                  <a:close/>
                </a:path>
                <a:path w="444500" h="473710">
                  <a:moveTo>
                    <a:pt x="392049" y="150113"/>
                  </a:moveTo>
                  <a:lnTo>
                    <a:pt x="387985" y="159511"/>
                  </a:lnTo>
                  <a:lnTo>
                    <a:pt x="384048" y="167766"/>
                  </a:lnTo>
                  <a:lnTo>
                    <a:pt x="401828" y="176402"/>
                  </a:lnTo>
                  <a:lnTo>
                    <a:pt x="406146" y="167385"/>
                  </a:lnTo>
                  <a:lnTo>
                    <a:pt x="410210" y="157987"/>
                  </a:lnTo>
                  <a:lnTo>
                    <a:pt x="392049" y="150113"/>
                  </a:lnTo>
                  <a:close/>
                </a:path>
                <a:path w="444500" h="473710">
                  <a:moveTo>
                    <a:pt x="375285" y="185038"/>
                  </a:moveTo>
                  <a:lnTo>
                    <a:pt x="368808" y="197103"/>
                  </a:lnTo>
                  <a:lnTo>
                    <a:pt x="365760" y="201929"/>
                  </a:lnTo>
                  <a:lnTo>
                    <a:pt x="382778" y="212216"/>
                  </a:lnTo>
                  <a:lnTo>
                    <a:pt x="386207" y="206501"/>
                  </a:lnTo>
                  <a:lnTo>
                    <a:pt x="392684" y="194563"/>
                  </a:lnTo>
                  <a:lnTo>
                    <a:pt x="375285" y="185038"/>
                  </a:lnTo>
                  <a:close/>
                </a:path>
                <a:path w="444500" h="473710">
                  <a:moveTo>
                    <a:pt x="355600" y="218439"/>
                  </a:moveTo>
                  <a:lnTo>
                    <a:pt x="345948" y="233171"/>
                  </a:lnTo>
                  <a:lnTo>
                    <a:pt x="344932" y="234568"/>
                  </a:lnTo>
                  <a:lnTo>
                    <a:pt x="360934" y="246252"/>
                  </a:lnTo>
                  <a:lnTo>
                    <a:pt x="372110" y="229361"/>
                  </a:lnTo>
                  <a:lnTo>
                    <a:pt x="355600" y="218439"/>
                  </a:lnTo>
                  <a:close/>
                </a:path>
                <a:path w="444500" h="473710">
                  <a:moveTo>
                    <a:pt x="333502" y="250316"/>
                  </a:moveTo>
                  <a:lnTo>
                    <a:pt x="321183" y="265810"/>
                  </a:lnTo>
                  <a:lnTo>
                    <a:pt x="336804" y="278129"/>
                  </a:lnTo>
                  <a:lnTo>
                    <a:pt x="348996" y="262635"/>
                  </a:lnTo>
                  <a:lnTo>
                    <a:pt x="333502" y="250316"/>
                  </a:lnTo>
                  <a:close/>
                </a:path>
                <a:path w="444500" h="473710">
                  <a:moveTo>
                    <a:pt x="308610" y="280542"/>
                  </a:moveTo>
                  <a:lnTo>
                    <a:pt x="306197" y="283336"/>
                  </a:lnTo>
                  <a:lnTo>
                    <a:pt x="295402" y="294766"/>
                  </a:lnTo>
                  <a:lnTo>
                    <a:pt x="309880" y="308355"/>
                  </a:lnTo>
                  <a:lnTo>
                    <a:pt x="321183" y="296290"/>
                  </a:lnTo>
                  <a:lnTo>
                    <a:pt x="323596" y="293496"/>
                  </a:lnTo>
                  <a:lnTo>
                    <a:pt x="308610" y="280542"/>
                  </a:lnTo>
                  <a:close/>
                </a:path>
                <a:path w="444500" h="473710">
                  <a:moveTo>
                    <a:pt x="281686" y="308482"/>
                  </a:moveTo>
                  <a:lnTo>
                    <a:pt x="276225" y="313943"/>
                  </a:lnTo>
                  <a:lnTo>
                    <a:pt x="267589" y="321817"/>
                  </a:lnTo>
                  <a:lnTo>
                    <a:pt x="280797" y="336422"/>
                  </a:lnTo>
                  <a:lnTo>
                    <a:pt x="289941" y="328167"/>
                  </a:lnTo>
                  <a:lnTo>
                    <a:pt x="295529" y="322706"/>
                  </a:lnTo>
                  <a:lnTo>
                    <a:pt x="281686" y="308482"/>
                  </a:lnTo>
                  <a:close/>
                </a:path>
                <a:path w="444500" h="473710">
                  <a:moveTo>
                    <a:pt x="252857" y="334517"/>
                  </a:moveTo>
                  <a:lnTo>
                    <a:pt x="243840" y="341883"/>
                  </a:lnTo>
                  <a:lnTo>
                    <a:pt x="237744" y="346582"/>
                  </a:lnTo>
                  <a:lnTo>
                    <a:pt x="249682" y="362330"/>
                  </a:lnTo>
                  <a:lnTo>
                    <a:pt x="256540" y="357123"/>
                  </a:lnTo>
                  <a:lnTo>
                    <a:pt x="265557" y="349757"/>
                  </a:lnTo>
                  <a:lnTo>
                    <a:pt x="252857" y="334517"/>
                  </a:lnTo>
                  <a:close/>
                </a:path>
                <a:path w="444500" h="473710">
                  <a:moveTo>
                    <a:pt x="222123" y="358013"/>
                  </a:moveTo>
                  <a:lnTo>
                    <a:pt x="209550" y="366775"/>
                  </a:lnTo>
                  <a:lnTo>
                    <a:pt x="206121" y="368934"/>
                  </a:lnTo>
                  <a:lnTo>
                    <a:pt x="216662" y="385698"/>
                  </a:lnTo>
                  <a:lnTo>
                    <a:pt x="220853" y="383158"/>
                  </a:lnTo>
                  <a:lnTo>
                    <a:pt x="233426" y="374395"/>
                  </a:lnTo>
                  <a:lnTo>
                    <a:pt x="222123" y="358013"/>
                  </a:lnTo>
                  <a:close/>
                </a:path>
                <a:path w="444500" h="473710">
                  <a:moveTo>
                    <a:pt x="189737" y="379094"/>
                  </a:moveTo>
                  <a:lnTo>
                    <a:pt x="173609" y="388238"/>
                  </a:lnTo>
                  <a:lnTo>
                    <a:pt x="172847" y="388619"/>
                  </a:lnTo>
                  <a:lnTo>
                    <a:pt x="181737" y="406272"/>
                  </a:lnTo>
                  <a:lnTo>
                    <a:pt x="183387" y="405510"/>
                  </a:lnTo>
                  <a:lnTo>
                    <a:pt x="199390" y="396366"/>
                  </a:lnTo>
                  <a:lnTo>
                    <a:pt x="189737" y="379094"/>
                  </a:lnTo>
                  <a:close/>
                </a:path>
                <a:path w="444500" h="473710">
                  <a:moveTo>
                    <a:pt x="155194" y="397636"/>
                  </a:moveTo>
                  <a:lnTo>
                    <a:pt x="137541" y="405510"/>
                  </a:lnTo>
                  <a:lnTo>
                    <a:pt x="145542" y="423544"/>
                  </a:lnTo>
                  <a:lnTo>
                    <a:pt x="164084" y="415289"/>
                  </a:lnTo>
                  <a:lnTo>
                    <a:pt x="155194" y="397636"/>
                  </a:lnTo>
                  <a:close/>
                </a:path>
                <a:path w="444500" h="473710">
                  <a:moveTo>
                    <a:pt x="119507" y="412495"/>
                  </a:moveTo>
                  <a:lnTo>
                    <a:pt x="117221" y="413511"/>
                  </a:lnTo>
                  <a:lnTo>
                    <a:pt x="101219" y="418718"/>
                  </a:lnTo>
                  <a:lnTo>
                    <a:pt x="107442" y="437514"/>
                  </a:lnTo>
                  <a:lnTo>
                    <a:pt x="124333" y="431926"/>
                  </a:lnTo>
                  <a:lnTo>
                    <a:pt x="126746" y="431038"/>
                  </a:lnTo>
                  <a:lnTo>
                    <a:pt x="119507" y="412495"/>
                  </a:lnTo>
                  <a:close/>
                </a:path>
                <a:path w="444500" h="473710">
                  <a:moveTo>
                    <a:pt x="71247" y="398017"/>
                  </a:moveTo>
                  <a:lnTo>
                    <a:pt x="0" y="444626"/>
                  </a:lnTo>
                  <a:lnTo>
                    <a:pt x="80137" y="473709"/>
                  </a:lnTo>
                  <a:lnTo>
                    <a:pt x="76959" y="446658"/>
                  </a:lnTo>
                  <a:lnTo>
                    <a:pt x="67183" y="446658"/>
                  </a:lnTo>
                  <a:lnTo>
                    <a:pt x="64389" y="427100"/>
                  </a:lnTo>
                  <a:lnTo>
                    <a:pt x="74491" y="425644"/>
                  </a:lnTo>
                  <a:lnTo>
                    <a:pt x="71247" y="398017"/>
                  </a:lnTo>
                  <a:close/>
                </a:path>
                <a:path w="444500" h="473710">
                  <a:moveTo>
                    <a:pt x="74491" y="425644"/>
                  </a:moveTo>
                  <a:lnTo>
                    <a:pt x="64389" y="427100"/>
                  </a:lnTo>
                  <a:lnTo>
                    <a:pt x="67183" y="446658"/>
                  </a:lnTo>
                  <a:lnTo>
                    <a:pt x="76794" y="445254"/>
                  </a:lnTo>
                  <a:lnTo>
                    <a:pt x="74491" y="425644"/>
                  </a:lnTo>
                  <a:close/>
                </a:path>
                <a:path w="444500" h="473710">
                  <a:moveTo>
                    <a:pt x="76794" y="445254"/>
                  </a:moveTo>
                  <a:lnTo>
                    <a:pt x="67183" y="446658"/>
                  </a:lnTo>
                  <a:lnTo>
                    <a:pt x="76959" y="446658"/>
                  </a:lnTo>
                  <a:lnTo>
                    <a:pt x="76794" y="445254"/>
                  </a:lnTo>
                  <a:close/>
                </a:path>
                <a:path w="444500" h="473710">
                  <a:moveTo>
                    <a:pt x="82677" y="423925"/>
                  </a:moveTo>
                  <a:lnTo>
                    <a:pt x="78486" y="425068"/>
                  </a:lnTo>
                  <a:lnTo>
                    <a:pt x="74491" y="425644"/>
                  </a:lnTo>
                  <a:lnTo>
                    <a:pt x="76794" y="445254"/>
                  </a:lnTo>
                  <a:lnTo>
                    <a:pt x="83693" y="444245"/>
                  </a:lnTo>
                  <a:lnTo>
                    <a:pt x="87884" y="443102"/>
                  </a:lnTo>
                  <a:lnTo>
                    <a:pt x="82677" y="42392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441316" y="4141470"/>
              <a:ext cx="1313815" cy="271652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237220" y="4366260"/>
              <a:ext cx="431292" cy="43129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37220" y="5350764"/>
              <a:ext cx="431292" cy="42976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237220" y="6330694"/>
              <a:ext cx="431292" cy="43129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8374379" y="4094988"/>
              <a:ext cx="483107" cy="48310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374379" y="5076444"/>
              <a:ext cx="483107" cy="483108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374379" y="6050280"/>
              <a:ext cx="483107" cy="48463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3739641" y="3899153"/>
            <a:ext cx="6483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ahoma"/>
                <a:cs typeface="Tahoma"/>
              </a:rPr>
              <a:t>/foo/bar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990" y="6466433"/>
            <a:ext cx="11150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5" b="1">
                <a:solidFill>
                  <a:srgbClr val="001F5F"/>
                </a:solidFill>
                <a:latin typeface="FreeSerif"/>
                <a:cs typeface="FreeSerif"/>
              </a:rPr>
              <a:t>2020</a:t>
            </a:r>
            <a:r>
              <a:rPr dirty="0" sz="1400" spc="-130" b="1">
                <a:solidFill>
                  <a:srgbClr val="001F5F"/>
                </a:solidFill>
                <a:latin typeface="FreeSerif"/>
                <a:cs typeface="FreeSerif"/>
              </a:rPr>
              <a:t> </a:t>
            </a:r>
            <a:r>
              <a:rPr dirty="0" sz="1400" spc="-10" b="1">
                <a:solidFill>
                  <a:srgbClr val="001F5F"/>
                </a:solidFill>
                <a:latin typeface="FreeSerif"/>
                <a:cs typeface="FreeSerif"/>
              </a:rPr>
              <a:t>Fall </a:t>
            </a:r>
            <a:r>
              <a:rPr dirty="0" sz="1400" spc="-55" b="1">
                <a:solidFill>
                  <a:srgbClr val="001F5F"/>
                </a:solidFill>
                <a:latin typeface="FreeSerif"/>
                <a:cs typeface="FreeSerif"/>
              </a:rPr>
              <a:t>D.S.</a:t>
            </a:r>
            <a:endParaRPr sz="1400">
              <a:latin typeface="FreeSerif"/>
              <a:cs typeface="Free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083" y="951288"/>
            <a:ext cx="7239634" cy="495046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640"/>
              </a:spcBef>
              <a:buClr>
                <a:srgbClr val="000066"/>
              </a:buClr>
              <a:buFont typeface="Wingdings"/>
              <a:buChar char=""/>
              <a:tabLst>
                <a:tab pos="297815" algn="l"/>
              </a:tabLst>
            </a:pPr>
            <a:r>
              <a:rPr dirty="0" sz="2200" spc="200" b="1">
                <a:latin typeface="FreeSerif"/>
                <a:cs typeface="FreeSerif"/>
              </a:rPr>
              <a:t>3 </a:t>
            </a:r>
            <a:r>
              <a:rPr dirty="0" sz="2200" spc="114" b="1">
                <a:latin typeface="FreeSerif"/>
                <a:cs typeface="FreeSerif"/>
              </a:rPr>
              <a:t>types</a:t>
            </a:r>
            <a:r>
              <a:rPr dirty="0" sz="2200" spc="-405" b="1">
                <a:latin typeface="FreeSerif"/>
                <a:cs typeface="FreeSerif"/>
              </a:rPr>
              <a:t> </a:t>
            </a:r>
            <a:r>
              <a:rPr dirty="0" sz="2200" spc="-5" b="1">
                <a:latin typeface="FreeSerif"/>
                <a:cs typeface="FreeSerif"/>
              </a:rPr>
              <a:t>of </a:t>
            </a:r>
            <a:r>
              <a:rPr dirty="0" sz="2200" spc="90" b="1">
                <a:latin typeface="FreeSerif"/>
                <a:cs typeface="FreeSerif"/>
              </a:rPr>
              <a:t>metadata</a:t>
            </a:r>
            <a:endParaRPr sz="22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50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File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namespaces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(In-memory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65">
                <a:solidFill>
                  <a:srgbClr val="252525"/>
                </a:solidFill>
                <a:latin typeface="FreeSerif"/>
                <a:cs typeface="FreeSerif"/>
              </a:rPr>
              <a:t>&amp;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Operation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log)</a:t>
            </a:r>
            <a:endParaRPr sz="18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30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Mapping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from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ﬁles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chunks</a:t>
            </a:r>
            <a:r>
              <a:rPr dirty="0" sz="1800" spc="-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(In-memory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65">
                <a:solidFill>
                  <a:srgbClr val="252525"/>
                </a:solidFill>
                <a:latin typeface="FreeSerif"/>
                <a:cs typeface="FreeSerif"/>
              </a:rPr>
              <a:t>&amp;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Operation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log)</a:t>
            </a:r>
            <a:endParaRPr sz="18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Locations</a:t>
            </a:r>
            <a:r>
              <a:rPr dirty="0" sz="1800" spc="-9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chunk’s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(In-memory)</a:t>
            </a:r>
            <a:endParaRPr sz="1800">
              <a:latin typeface="FreeSerif"/>
              <a:cs typeface="FreeSerif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00079"/>
              </a:buClr>
              <a:buFont typeface="Tahoma"/>
              <a:buChar char="‣"/>
            </a:pPr>
            <a:endParaRPr sz="3150">
              <a:latin typeface="FreeSerif"/>
              <a:cs typeface="FreeSerif"/>
            </a:endParaRPr>
          </a:p>
          <a:p>
            <a:pPr marL="297180" indent="-285115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97815" algn="l"/>
              </a:tabLst>
            </a:pPr>
            <a:r>
              <a:rPr dirty="0" sz="2200" spc="-60">
                <a:latin typeface="FreeSerif"/>
                <a:cs typeface="FreeSerif"/>
              </a:rPr>
              <a:t>All</a:t>
            </a:r>
            <a:r>
              <a:rPr dirty="0" sz="2200" spc="-50">
                <a:latin typeface="FreeSerif"/>
                <a:cs typeface="FreeSerif"/>
              </a:rPr>
              <a:t> </a:t>
            </a:r>
            <a:r>
              <a:rPr dirty="0" sz="2200" spc="105">
                <a:latin typeface="FreeSerif"/>
                <a:cs typeface="FreeSerif"/>
              </a:rPr>
              <a:t>metadata</a:t>
            </a:r>
            <a:r>
              <a:rPr dirty="0" sz="2200" spc="-20">
                <a:latin typeface="FreeSerif"/>
                <a:cs typeface="FreeSerif"/>
              </a:rPr>
              <a:t> </a:t>
            </a:r>
            <a:r>
              <a:rPr dirty="0" sz="2200" spc="65">
                <a:latin typeface="FreeSerif"/>
                <a:cs typeface="FreeSerif"/>
              </a:rPr>
              <a:t>is</a:t>
            </a:r>
            <a:r>
              <a:rPr dirty="0" sz="2200" spc="-50">
                <a:latin typeface="FreeSerif"/>
                <a:cs typeface="FreeSerif"/>
              </a:rPr>
              <a:t> </a:t>
            </a:r>
            <a:r>
              <a:rPr dirty="0" sz="2200" spc="75">
                <a:latin typeface="FreeSerif"/>
                <a:cs typeface="FreeSerif"/>
              </a:rPr>
              <a:t>kept</a:t>
            </a:r>
            <a:r>
              <a:rPr dirty="0" sz="2200" spc="-50">
                <a:latin typeface="FreeSerif"/>
                <a:cs typeface="FreeSerif"/>
              </a:rPr>
              <a:t> </a:t>
            </a:r>
            <a:r>
              <a:rPr dirty="0" sz="2200" spc="70">
                <a:latin typeface="FreeSerif"/>
                <a:cs typeface="FreeSerif"/>
              </a:rPr>
              <a:t>in</a:t>
            </a:r>
            <a:r>
              <a:rPr dirty="0" sz="2200" spc="-50">
                <a:latin typeface="FreeSerif"/>
                <a:cs typeface="FreeSerif"/>
              </a:rPr>
              <a:t> </a:t>
            </a:r>
            <a:r>
              <a:rPr dirty="0" sz="2200" spc="-130">
                <a:latin typeface="FreeSerif"/>
                <a:cs typeface="FreeSerif"/>
              </a:rPr>
              <a:t>GFS</a:t>
            </a:r>
            <a:r>
              <a:rPr dirty="0" sz="2200" spc="-55">
                <a:latin typeface="FreeSerif"/>
                <a:cs typeface="FreeSerif"/>
              </a:rPr>
              <a:t> </a:t>
            </a:r>
            <a:r>
              <a:rPr dirty="0" sz="2200" spc="105">
                <a:latin typeface="FreeSerif"/>
                <a:cs typeface="FreeSerif"/>
              </a:rPr>
              <a:t>master’s</a:t>
            </a:r>
            <a:r>
              <a:rPr dirty="0" sz="2200" spc="-30">
                <a:latin typeface="FreeSerif"/>
                <a:cs typeface="FreeSerif"/>
              </a:rPr>
              <a:t> </a:t>
            </a:r>
            <a:r>
              <a:rPr dirty="0" sz="2200" spc="95">
                <a:latin typeface="FreeSerif"/>
                <a:cs typeface="FreeSerif"/>
              </a:rPr>
              <a:t>memory</a:t>
            </a:r>
            <a:r>
              <a:rPr dirty="0" sz="2200" spc="-45">
                <a:latin typeface="FreeSerif"/>
                <a:cs typeface="FreeSerif"/>
              </a:rPr>
              <a:t> </a:t>
            </a:r>
            <a:r>
              <a:rPr dirty="0" sz="2200" spc="85">
                <a:latin typeface="FreeSerif"/>
                <a:cs typeface="FreeSerif"/>
              </a:rPr>
              <a:t>(in-memory)</a:t>
            </a:r>
            <a:endParaRPr sz="22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5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Easy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efficient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do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i="1">
                <a:solidFill>
                  <a:srgbClr val="252525"/>
                </a:solidFill>
                <a:latin typeface="Caladea"/>
                <a:cs typeface="Caladea"/>
              </a:rPr>
              <a:t>periodic</a:t>
            </a:r>
            <a:r>
              <a:rPr dirty="0" sz="1800" spc="-25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800" spc="-5" i="1">
                <a:solidFill>
                  <a:srgbClr val="252525"/>
                </a:solidFill>
                <a:latin typeface="Caladea"/>
                <a:cs typeface="Caladea"/>
              </a:rPr>
              <a:t>scanning</a:t>
            </a:r>
            <a:endParaRPr sz="1800">
              <a:latin typeface="Caladea"/>
              <a:cs typeface="Caladea"/>
            </a:endParaRPr>
          </a:p>
          <a:p>
            <a:pPr lvl="2" marL="699770" indent="-17272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chunk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garbage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25">
                <a:solidFill>
                  <a:srgbClr val="585858"/>
                </a:solidFill>
                <a:latin typeface="FreeSerif"/>
                <a:cs typeface="FreeSerif"/>
              </a:rPr>
              <a:t>collection,</a:t>
            </a:r>
            <a:r>
              <a:rPr dirty="0" sz="1600" spc="-7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re-replication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90">
                <a:solidFill>
                  <a:srgbClr val="585858"/>
                </a:solidFill>
                <a:latin typeface="FreeSerif"/>
                <a:cs typeface="FreeSerif"/>
              </a:rPr>
              <a:t>(when</a:t>
            </a:r>
            <a:r>
              <a:rPr dirty="0" sz="1600" spc="-7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chunkserver</a:t>
            </a:r>
            <a:r>
              <a:rPr dirty="0" sz="1600" spc="-1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0">
                <a:solidFill>
                  <a:srgbClr val="585858"/>
                </a:solidFill>
                <a:latin typeface="FreeSerif"/>
                <a:cs typeface="FreeSerif"/>
              </a:rPr>
              <a:t>failure)</a:t>
            </a:r>
            <a:endParaRPr sz="16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80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chunk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migration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to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balance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load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disk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space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usage</a:t>
            </a:r>
            <a:r>
              <a:rPr dirty="0" sz="1600" spc="-2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across</a:t>
            </a:r>
            <a:r>
              <a:rPr dirty="0" sz="1600" spc="3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chunkservers</a:t>
            </a:r>
            <a:endParaRPr sz="1600">
              <a:latin typeface="FreeSerif"/>
              <a:cs typeface="FreeSerif"/>
            </a:endParaRPr>
          </a:p>
          <a:p>
            <a:pPr lvl="2">
              <a:lnSpc>
                <a:spcPct val="100000"/>
              </a:lnSpc>
              <a:buClr>
                <a:srgbClr val="002C85"/>
              </a:buClr>
              <a:buFont typeface="Tahoma"/>
              <a:buChar char="‣"/>
            </a:pPr>
            <a:endParaRPr sz="19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1639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5">
                <a:latin typeface="FreeSerif"/>
                <a:cs typeface="FreeSerif"/>
              </a:rPr>
              <a:t>Operation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-5">
                <a:latin typeface="FreeSerif"/>
                <a:cs typeface="FreeSerif"/>
              </a:rPr>
              <a:t>Log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5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Only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persistent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record</a:t>
            </a:r>
            <a:r>
              <a:rPr dirty="0" sz="1800" spc="-2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metadata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logical</a:t>
            </a:r>
            <a:r>
              <a:rPr dirty="0" sz="1800" spc="-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timeline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that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deﬁnes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order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concurrent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operations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recovers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its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state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by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replaying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operation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log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94842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60">
                <a:solidFill>
                  <a:srgbClr val="0E1745"/>
                </a:solidFill>
              </a:rPr>
              <a:t>Metadata </a:t>
            </a:r>
            <a:r>
              <a:rPr dirty="0" sz="2800" spc="160">
                <a:solidFill>
                  <a:srgbClr val="0E1745"/>
                </a:solidFill>
              </a:rPr>
              <a:t>on </a:t>
            </a:r>
            <a:r>
              <a:rPr dirty="0" sz="2800" spc="-240">
                <a:solidFill>
                  <a:srgbClr val="0E1745"/>
                </a:solidFill>
              </a:rPr>
              <a:t>GFS</a:t>
            </a:r>
            <a:r>
              <a:rPr dirty="0" sz="2800" spc="-500">
                <a:solidFill>
                  <a:srgbClr val="0E1745"/>
                </a:solidFill>
              </a:rPr>
              <a:t> </a:t>
            </a:r>
            <a:r>
              <a:rPr dirty="0" sz="2800" spc="50">
                <a:solidFill>
                  <a:srgbClr val="0E1745"/>
                </a:solidFill>
              </a:rPr>
              <a:t>Master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990" y="6466433"/>
            <a:ext cx="11150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5" b="1">
                <a:solidFill>
                  <a:srgbClr val="001F5F"/>
                </a:solidFill>
                <a:latin typeface="FreeSerif"/>
                <a:cs typeface="FreeSerif"/>
              </a:rPr>
              <a:t>2020</a:t>
            </a:r>
            <a:r>
              <a:rPr dirty="0" sz="1400" spc="-130" b="1">
                <a:solidFill>
                  <a:srgbClr val="001F5F"/>
                </a:solidFill>
                <a:latin typeface="FreeSerif"/>
                <a:cs typeface="FreeSerif"/>
              </a:rPr>
              <a:t> </a:t>
            </a:r>
            <a:r>
              <a:rPr dirty="0" sz="1400" spc="-10" b="1">
                <a:solidFill>
                  <a:srgbClr val="001F5F"/>
                </a:solidFill>
                <a:latin typeface="FreeSerif"/>
                <a:cs typeface="FreeSerif"/>
              </a:rPr>
              <a:t>Fall </a:t>
            </a:r>
            <a:r>
              <a:rPr dirty="0" sz="1400" spc="-55" b="1">
                <a:solidFill>
                  <a:srgbClr val="001F5F"/>
                </a:solidFill>
                <a:latin typeface="FreeSerif"/>
                <a:cs typeface="FreeSerif"/>
              </a:rPr>
              <a:t>D.S.</a:t>
            </a:r>
            <a:endParaRPr sz="1400">
              <a:latin typeface="FreeSerif"/>
              <a:cs typeface="Free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083" y="960475"/>
            <a:ext cx="7514590" cy="14166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0">
                <a:latin typeface="FreeSerif"/>
                <a:cs typeface="FreeSerif"/>
              </a:rPr>
              <a:t>Library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code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linked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into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each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applications</a:t>
            </a:r>
            <a:endParaRPr sz="20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70" b="1" i="1">
                <a:latin typeface="Carlito"/>
                <a:cs typeface="Carlito"/>
              </a:rPr>
              <a:t>Data</a:t>
            </a:r>
            <a:r>
              <a:rPr dirty="0" sz="2000" spc="-25" b="1" i="1">
                <a:latin typeface="Carlito"/>
                <a:cs typeface="Carlito"/>
              </a:rPr>
              <a:t> </a:t>
            </a:r>
            <a:r>
              <a:rPr dirty="0" sz="2000" spc="35" b="1" i="1">
                <a:latin typeface="Carlito"/>
                <a:cs typeface="Carlito"/>
              </a:rPr>
              <a:t>flow</a:t>
            </a:r>
            <a:r>
              <a:rPr dirty="0" sz="2000" spc="-5" b="1" i="1">
                <a:latin typeface="Carlito"/>
                <a:cs typeface="Carlito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decoupled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40">
                <a:latin typeface="FreeSerif"/>
                <a:cs typeface="FreeSerif"/>
              </a:rPr>
              <a:t>from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75" b="1" i="1">
                <a:latin typeface="Carlito"/>
                <a:cs typeface="Carlito"/>
              </a:rPr>
              <a:t>control</a:t>
            </a:r>
            <a:r>
              <a:rPr dirty="0" sz="2000" spc="-40" b="1" i="1">
                <a:latin typeface="Carlito"/>
                <a:cs typeface="Carlito"/>
              </a:rPr>
              <a:t> </a:t>
            </a:r>
            <a:r>
              <a:rPr dirty="0" sz="2000" spc="35" b="1" i="1">
                <a:latin typeface="Carlito"/>
                <a:cs typeface="Carlito"/>
              </a:rPr>
              <a:t>flow</a:t>
            </a:r>
            <a:endParaRPr sz="2000">
              <a:latin typeface="Carlito"/>
              <a:cs typeface="Carlito"/>
            </a:endParaRPr>
          </a:p>
          <a:p>
            <a:pPr lvl="1" marL="480059" indent="-210820">
              <a:lnSpc>
                <a:spcPct val="100000"/>
              </a:lnSpc>
              <a:spcBef>
                <a:spcPts val="439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60" b="1" i="1">
                <a:solidFill>
                  <a:srgbClr val="252525"/>
                </a:solidFill>
                <a:latin typeface="Carlito"/>
                <a:cs typeface="Carlito"/>
              </a:rPr>
              <a:t>Data </a:t>
            </a:r>
            <a:r>
              <a:rPr dirty="0" sz="1800" spc="30" b="1" i="1">
                <a:solidFill>
                  <a:srgbClr val="252525"/>
                </a:solidFill>
                <a:latin typeface="Carlito"/>
                <a:cs typeface="Carlito"/>
              </a:rPr>
              <a:t>flow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: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Communicates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with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chunkservers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for </a:t>
            </a:r>
            <a:r>
              <a:rPr dirty="0" sz="1800" spc="114">
                <a:solidFill>
                  <a:srgbClr val="252525"/>
                </a:solidFill>
                <a:latin typeface="FreeSerif"/>
                <a:cs typeface="FreeSerif"/>
              </a:rPr>
              <a:t>read/write</a:t>
            </a:r>
            <a:r>
              <a:rPr dirty="0" sz="1800" spc="-2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operations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65" b="1" i="1">
                <a:solidFill>
                  <a:srgbClr val="252525"/>
                </a:solidFill>
                <a:latin typeface="Carlito"/>
                <a:cs typeface="Carlito"/>
              </a:rPr>
              <a:t>Control</a:t>
            </a:r>
            <a:r>
              <a:rPr dirty="0" sz="1800" spc="-20" b="1" i="1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dirty="0" sz="1800" spc="30" b="1" i="1">
                <a:solidFill>
                  <a:srgbClr val="252525"/>
                </a:solidFill>
                <a:latin typeface="Carlito"/>
                <a:cs typeface="Carlito"/>
              </a:rPr>
              <a:t>flow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: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Communicates</a:t>
            </a:r>
            <a:r>
              <a:rPr dirty="0" sz="1800" spc="-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with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05">
                <a:solidFill>
                  <a:srgbClr val="252525"/>
                </a:solidFill>
                <a:latin typeface="FreeSerif"/>
                <a:cs typeface="FreeSerif"/>
              </a:rPr>
              <a:t>GFS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for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metadata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operations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8982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60">
                <a:solidFill>
                  <a:srgbClr val="0E1745"/>
                </a:solidFill>
              </a:rPr>
              <a:t>Architecture: </a:t>
            </a:r>
            <a:r>
              <a:rPr dirty="0" sz="2800" spc="-240">
                <a:solidFill>
                  <a:srgbClr val="0E1745"/>
                </a:solidFill>
              </a:rPr>
              <a:t>GFS</a:t>
            </a:r>
            <a:r>
              <a:rPr dirty="0" sz="2800" spc="-285">
                <a:solidFill>
                  <a:srgbClr val="0E1745"/>
                </a:solidFill>
              </a:rPr>
              <a:t> </a:t>
            </a:r>
            <a:r>
              <a:rPr dirty="0" sz="2800" spc="30">
                <a:solidFill>
                  <a:srgbClr val="0E1745"/>
                </a:solidFill>
              </a:rPr>
              <a:t>Client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5754623" y="2932176"/>
            <a:ext cx="2400300" cy="1125220"/>
            <a:chOff x="5754623" y="2932176"/>
            <a:chExt cx="2400300" cy="1125220"/>
          </a:xfrm>
        </p:grpSpPr>
        <p:sp>
          <p:nvSpPr>
            <p:cNvPr id="6" name="object 6"/>
            <p:cNvSpPr/>
            <p:nvPr/>
          </p:nvSpPr>
          <p:spPr>
            <a:xfrm>
              <a:off x="5754623" y="2932176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3253740"/>
              <a:ext cx="2286000" cy="6918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4623" y="2932176"/>
            <a:ext cx="2400300" cy="112522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648335">
              <a:lnSpc>
                <a:spcPct val="100000"/>
              </a:lnSpc>
              <a:spcBef>
                <a:spcPts val="31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4471161"/>
            <a:ext cx="2413000" cy="886460"/>
            <a:chOff x="5748273" y="4471161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3" y="44775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447751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4809743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992114" y="4505325"/>
            <a:ext cx="1960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4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48273" y="6437121"/>
            <a:ext cx="2413000" cy="427355"/>
            <a:chOff x="5748273" y="6437121"/>
            <a:chExt cx="2413000" cy="427355"/>
          </a:xfrm>
        </p:grpSpPr>
        <p:sp>
          <p:nvSpPr>
            <p:cNvPr id="15" name="object 15"/>
            <p:cNvSpPr/>
            <p:nvPr/>
          </p:nvSpPr>
          <p:spPr>
            <a:xfrm>
              <a:off x="5754623" y="6443471"/>
              <a:ext cx="2400300" cy="414655"/>
            </a:xfrm>
            <a:custGeom>
              <a:avLst/>
              <a:gdLst/>
              <a:ahLst/>
              <a:cxnLst/>
              <a:rect l="l" t="t" r="r" b="b"/>
              <a:pathLst>
                <a:path w="2400300" h="414654">
                  <a:moveTo>
                    <a:pt x="2400300" y="0"/>
                  </a:moveTo>
                  <a:lnTo>
                    <a:pt x="0" y="0"/>
                  </a:lnTo>
                  <a:lnTo>
                    <a:pt x="0" y="414526"/>
                  </a:lnTo>
                  <a:lnTo>
                    <a:pt x="2400300" y="41452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54623" y="6443471"/>
              <a:ext cx="2400300" cy="414655"/>
            </a:xfrm>
            <a:custGeom>
              <a:avLst/>
              <a:gdLst/>
              <a:ahLst/>
              <a:cxnLst/>
              <a:rect l="l" t="t" r="r" b="b"/>
              <a:pathLst>
                <a:path w="2400300" h="414654">
                  <a:moveTo>
                    <a:pt x="2400300" y="414526"/>
                  </a:moveTo>
                  <a:lnTo>
                    <a:pt x="2400300" y="0"/>
                  </a:lnTo>
                  <a:lnTo>
                    <a:pt x="0" y="0"/>
                  </a:lnTo>
                  <a:lnTo>
                    <a:pt x="0" y="414526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830823" y="6775702"/>
              <a:ext cx="2286000" cy="822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754623" y="5460491"/>
            <a:ext cx="2400300" cy="873760"/>
            <a:chOff x="5754623" y="5460491"/>
            <a:chExt cx="2400300" cy="873760"/>
          </a:xfrm>
        </p:grpSpPr>
        <p:sp>
          <p:nvSpPr>
            <p:cNvPr id="19" name="object 19"/>
            <p:cNvSpPr/>
            <p:nvPr/>
          </p:nvSpPr>
          <p:spPr>
            <a:xfrm>
              <a:off x="5754623" y="5460491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30823" y="5792723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75603" y="5763767"/>
              <a:ext cx="333756" cy="3230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80175" y="6065519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4612" y="54863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80175" y="6065519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3"/>
                  </a:moveTo>
                  <a:lnTo>
                    <a:pt x="324612" y="54863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68923" y="6141719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28815" y="5763767"/>
              <a:ext cx="332232" cy="3230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533387" y="6065519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533387" y="6065519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22135" y="6141719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760720" y="6471310"/>
            <a:ext cx="2388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67130" y="3040126"/>
            <a:ext cx="1454785" cy="688340"/>
            <a:chOff x="1167130" y="3040126"/>
            <a:chExt cx="1454785" cy="688340"/>
          </a:xfrm>
        </p:grpSpPr>
        <p:sp>
          <p:nvSpPr>
            <p:cNvPr id="31" name="object 31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73480" y="3046476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304289" y="3252679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144269" y="3692397"/>
            <a:ext cx="1500505" cy="476250"/>
            <a:chOff x="1144269" y="3692397"/>
            <a:chExt cx="1500505" cy="476250"/>
          </a:xfrm>
        </p:grpSpPr>
        <p:sp>
          <p:nvSpPr>
            <p:cNvPr id="35" name="object 35"/>
            <p:cNvSpPr/>
            <p:nvPr/>
          </p:nvSpPr>
          <p:spPr>
            <a:xfrm>
              <a:off x="1173480" y="3721607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1094232" y="126492"/>
                  </a:lnTo>
                  <a:lnTo>
                    <a:pt x="1094232" y="252984"/>
                  </a:lnTo>
                  <a:lnTo>
                    <a:pt x="0" y="252984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2984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73479" y="3721607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6"/>
                  </a:moveTo>
                  <a:lnTo>
                    <a:pt x="1441704" y="41757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188009" y="3799160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88415" y="3379425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51305" y="3166617"/>
            <a:ext cx="1454785" cy="688340"/>
            <a:chOff x="1051305" y="3166617"/>
            <a:chExt cx="1454785" cy="688340"/>
          </a:xfrm>
        </p:grpSpPr>
        <p:sp>
          <p:nvSpPr>
            <p:cNvPr id="40" name="object 40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41704" y="67513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57655" y="3172967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1"/>
                  </a:moveTo>
                  <a:lnTo>
                    <a:pt x="1441704" y="67513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1028446" y="3818890"/>
            <a:ext cx="1500505" cy="476250"/>
            <a:chOff x="1028446" y="3818890"/>
            <a:chExt cx="1500505" cy="476250"/>
          </a:xfrm>
        </p:grpSpPr>
        <p:sp>
          <p:nvSpPr>
            <p:cNvPr id="43" name="object 43"/>
            <p:cNvSpPr/>
            <p:nvPr/>
          </p:nvSpPr>
          <p:spPr>
            <a:xfrm>
              <a:off x="1057656" y="3848100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0" y="126492"/>
                  </a:lnTo>
                  <a:lnTo>
                    <a:pt x="0" y="254508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254508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57656" y="3848100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266139" y="3925906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5482" y="3293109"/>
            <a:ext cx="1454785" cy="688340"/>
            <a:chOff x="935482" y="3293109"/>
            <a:chExt cx="1454785" cy="688340"/>
          </a:xfrm>
        </p:grpSpPr>
        <p:sp>
          <p:nvSpPr>
            <p:cNvPr id="47" name="object 47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41832" y="329945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1072591" y="3505881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12622" y="3945382"/>
            <a:ext cx="1500505" cy="476250"/>
            <a:chOff x="912622" y="3945382"/>
            <a:chExt cx="1500505" cy="476250"/>
          </a:xfrm>
        </p:grpSpPr>
        <p:sp>
          <p:nvSpPr>
            <p:cNvPr id="51" name="object 51"/>
            <p:cNvSpPr/>
            <p:nvPr/>
          </p:nvSpPr>
          <p:spPr>
            <a:xfrm>
              <a:off x="941832" y="397459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41832" y="3974592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150315" y="4052779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19658" y="3419602"/>
            <a:ext cx="1454785" cy="689610"/>
            <a:chOff x="819658" y="3419602"/>
            <a:chExt cx="1454785" cy="689610"/>
          </a:xfrm>
        </p:grpSpPr>
        <p:sp>
          <p:nvSpPr>
            <p:cNvPr id="55" name="object 55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26008" y="342595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947927" y="3721608"/>
            <a:ext cx="157480" cy="224154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375"/>
              </a:lnSpc>
            </a:pPr>
            <a:r>
              <a:rPr dirty="0" sz="1800" spc="10" b="1" i="1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82827" y="3609213"/>
            <a:ext cx="1066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pplication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97051" y="4073652"/>
            <a:ext cx="1499870" cy="474345"/>
            <a:chOff x="797051" y="4073652"/>
            <a:chExt cx="1499870" cy="474345"/>
          </a:xfrm>
        </p:grpSpPr>
        <p:sp>
          <p:nvSpPr>
            <p:cNvPr id="60" name="object 60"/>
            <p:cNvSpPr/>
            <p:nvPr/>
          </p:nvSpPr>
          <p:spPr>
            <a:xfrm>
              <a:off x="826007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416051"/>
                  </a:lnTo>
                  <a:lnTo>
                    <a:pt x="1441704" y="41605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26007" y="410260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1021791" y="4155440"/>
            <a:ext cx="104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7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68923" y="4786884"/>
            <a:ext cx="539750" cy="489584"/>
            <a:chOff x="5868923" y="4786884"/>
            <a:chExt cx="539750" cy="489584"/>
          </a:xfrm>
        </p:grpSpPr>
        <p:sp>
          <p:nvSpPr>
            <p:cNvPr id="64" name="object 64"/>
            <p:cNvSpPr/>
            <p:nvPr/>
          </p:nvSpPr>
          <p:spPr>
            <a:xfrm>
              <a:off x="5975603" y="4786884"/>
              <a:ext cx="333756" cy="3215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80175" y="508863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4612" y="54863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980175" y="5088636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3"/>
                  </a:moveTo>
                  <a:lnTo>
                    <a:pt x="324612" y="54863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868923" y="516483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5952235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422135" y="4786884"/>
            <a:ext cx="538480" cy="489584"/>
            <a:chOff x="6422135" y="4786884"/>
            <a:chExt cx="538480" cy="489584"/>
          </a:xfrm>
        </p:grpSpPr>
        <p:sp>
          <p:nvSpPr>
            <p:cNvPr id="70" name="object 70"/>
            <p:cNvSpPr/>
            <p:nvPr/>
          </p:nvSpPr>
          <p:spPr>
            <a:xfrm>
              <a:off x="6528815" y="4786884"/>
              <a:ext cx="332232" cy="3215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533387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533387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422135" y="516483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6504813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970776" y="4786884"/>
            <a:ext cx="539750" cy="489584"/>
            <a:chOff x="6970776" y="4786884"/>
            <a:chExt cx="539750" cy="489584"/>
          </a:xfrm>
        </p:grpSpPr>
        <p:sp>
          <p:nvSpPr>
            <p:cNvPr id="76" name="object 76"/>
            <p:cNvSpPr/>
            <p:nvPr/>
          </p:nvSpPr>
          <p:spPr>
            <a:xfrm>
              <a:off x="7077456" y="4786884"/>
              <a:ext cx="332232" cy="3215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7082028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7082028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970776" y="5164836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7054088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754623" y="5460491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tabLst>
                <a:tab pos="762635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975603" y="6740652"/>
            <a:ext cx="1434465" cy="121920"/>
            <a:chOff x="5975603" y="6740652"/>
            <a:chExt cx="1434465" cy="121920"/>
          </a:xfrm>
        </p:grpSpPr>
        <p:sp>
          <p:nvSpPr>
            <p:cNvPr id="83" name="object 83"/>
            <p:cNvSpPr/>
            <p:nvPr/>
          </p:nvSpPr>
          <p:spPr>
            <a:xfrm>
              <a:off x="5975603" y="6740652"/>
              <a:ext cx="333756" cy="12191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528815" y="6740652"/>
              <a:ext cx="332232" cy="12191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077455" y="6740652"/>
              <a:ext cx="332232" cy="12191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/>
          <p:cNvGrpSpPr/>
          <p:nvPr/>
        </p:nvGrpSpPr>
        <p:grpSpPr>
          <a:xfrm>
            <a:off x="7508747" y="4786884"/>
            <a:ext cx="538480" cy="489584"/>
            <a:chOff x="7508747" y="4786884"/>
            <a:chExt cx="538480" cy="489584"/>
          </a:xfrm>
        </p:grpSpPr>
        <p:sp>
          <p:nvSpPr>
            <p:cNvPr id="87" name="object 87"/>
            <p:cNvSpPr/>
            <p:nvPr/>
          </p:nvSpPr>
          <p:spPr>
            <a:xfrm>
              <a:off x="7615427" y="4786884"/>
              <a:ext cx="332232" cy="3215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619999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619999" y="5088636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508747" y="5164836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2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2" y="111251"/>
                  </a:lnTo>
                  <a:lnTo>
                    <a:pt x="537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7591806" y="5163058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115556" y="5974079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 h="0">
                <a:moveTo>
                  <a:pt x="283591" y="0"/>
                </a:moveTo>
                <a:lnTo>
                  <a:pt x="0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023859" y="4983479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 h="0">
                <a:moveTo>
                  <a:pt x="283591" y="0"/>
                </a:moveTo>
                <a:lnTo>
                  <a:pt x="0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94" name="object 94"/>
          <p:cNvGrpSpPr/>
          <p:nvPr/>
        </p:nvGrpSpPr>
        <p:grpSpPr>
          <a:xfrm>
            <a:off x="2748788" y="3252978"/>
            <a:ext cx="2795270" cy="733425"/>
            <a:chOff x="2748788" y="3252978"/>
            <a:chExt cx="2795270" cy="733425"/>
          </a:xfrm>
        </p:grpSpPr>
        <p:sp>
          <p:nvSpPr>
            <p:cNvPr id="95" name="object 95"/>
            <p:cNvSpPr/>
            <p:nvPr/>
          </p:nvSpPr>
          <p:spPr>
            <a:xfrm>
              <a:off x="2751963" y="3312922"/>
              <a:ext cx="2788920" cy="670560"/>
            </a:xfrm>
            <a:custGeom>
              <a:avLst/>
              <a:gdLst/>
              <a:ahLst/>
              <a:cxnLst/>
              <a:rect l="l" t="t" r="r" b="b"/>
              <a:pathLst>
                <a:path w="2788920" h="670560">
                  <a:moveTo>
                    <a:pt x="2612263" y="0"/>
                  </a:moveTo>
                  <a:lnTo>
                    <a:pt x="2623566" y="77088"/>
                  </a:lnTo>
                  <a:lnTo>
                    <a:pt x="143001" y="438784"/>
                  </a:lnTo>
                  <a:lnTo>
                    <a:pt x="131699" y="361822"/>
                  </a:lnTo>
                  <a:lnTo>
                    <a:pt x="0" y="538352"/>
                  </a:lnTo>
                  <a:lnTo>
                    <a:pt x="176656" y="670051"/>
                  </a:lnTo>
                  <a:lnTo>
                    <a:pt x="165481" y="592963"/>
                  </a:lnTo>
                  <a:lnTo>
                    <a:pt x="2646045" y="231266"/>
                  </a:lnTo>
                  <a:lnTo>
                    <a:pt x="2657221" y="308355"/>
                  </a:lnTo>
                  <a:lnTo>
                    <a:pt x="2788920" y="131699"/>
                  </a:lnTo>
                  <a:lnTo>
                    <a:pt x="26122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2751963" y="3312922"/>
              <a:ext cx="2788920" cy="670560"/>
            </a:xfrm>
            <a:custGeom>
              <a:avLst/>
              <a:gdLst/>
              <a:ahLst/>
              <a:cxnLst/>
              <a:rect l="l" t="t" r="r" b="b"/>
              <a:pathLst>
                <a:path w="2788920" h="670560">
                  <a:moveTo>
                    <a:pt x="0" y="538352"/>
                  </a:moveTo>
                  <a:lnTo>
                    <a:pt x="131699" y="361822"/>
                  </a:lnTo>
                  <a:lnTo>
                    <a:pt x="143001" y="438784"/>
                  </a:lnTo>
                  <a:lnTo>
                    <a:pt x="2623566" y="77088"/>
                  </a:lnTo>
                  <a:lnTo>
                    <a:pt x="2612263" y="0"/>
                  </a:lnTo>
                  <a:lnTo>
                    <a:pt x="2788920" y="131699"/>
                  </a:lnTo>
                  <a:lnTo>
                    <a:pt x="2657221" y="308355"/>
                  </a:lnTo>
                  <a:lnTo>
                    <a:pt x="2646045" y="231266"/>
                  </a:lnTo>
                  <a:lnTo>
                    <a:pt x="165481" y="592963"/>
                  </a:lnTo>
                  <a:lnTo>
                    <a:pt x="176656" y="670051"/>
                  </a:lnTo>
                  <a:lnTo>
                    <a:pt x="0" y="53835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114167" y="3512947"/>
              <a:ext cx="271780" cy="150495"/>
            </a:xfrm>
            <a:custGeom>
              <a:avLst/>
              <a:gdLst/>
              <a:ahLst/>
              <a:cxnLst/>
              <a:rect l="l" t="t" r="r" b="b"/>
              <a:pathLst>
                <a:path w="271779" h="150495">
                  <a:moveTo>
                    <a:pt x="35415" y="17779"/>
                  </a:moveTo>
                  <a:lnTo>
                    <a:pt x="8889" y="17779"/>
                  </a:lnTo>
                  <a:lnTo>
                    <a:pt x="11430" y="18033"/>
                  </a:lnTo>
                  <a:lnTo>
                    <a:pt x="13081" y="19050"/>
                  </a:lnTo>
                  <a:lnTo>
                    <a:pt x="17018" y="34543"/>
                  </a:lnTo>
                  <a:lnTo>
                    <a:pt x="16509" y="41275"/>
                  </a:lnTo>
                  <a:lnTo>
                    <a:pt x="10804" y="122300"/>
                  </a:lnTo>
                  <a:lnTo>
                    <a:pt x="253" y="145541"/>
                  </a:lnTo>
                  <a:lnTo>
                    <a:pt x="0" y="150494"/>
                  </a:lnTo>
                  <a:lnTo>
                    <a:pt x="40131" y="144525"/>
                  </a:lnTo>
                  <a:lnTo>
                    <a:pt x="40493" y="139826"/>
                  </a:lnTo>
                  <a:lnTo>
                    <a:pt x="35051" y="139826"/>
                  </a:lnTo>
                  <a:lnTo>
                    <a:pt x="32257" y="139064"/>
                  </a:lnTo>
                  <a:lnTo>
                    <a:pt x="28447" y="131317"/>
                  </a:lnTo>
                  <a:lnTo>
                    <a:pt x="28302" y="130301"/>
                  </a:lnTo>
                  <a:lnTo>
                    <a:pt x="28193" y="127507"/>
                  </a:lnTo>
                  <a:lnTo>
                    <a:pt x="28082" y="125729"/>
                  </a:lnTo>
                  <a:lnTo>
                    <a:pt x="28066" y="122300"/>
                  </a:lnTo>
                  <a:lnTo>
                    <a:pt x="28193" y="120903"/>
                  </a:lnTo>
                  <a:lnTo>
                    <a:pt x="28209" y="119125"/>
                  </a:lnTo>
                  <a:lnTo>
                    <a:pt x="28447" y="117220"/>
                  </a:lnTo>
                  <a:lnTo>
                    <a:pt x="30987" y="81406"/>
                  </a:lnTo>
                  <a:lnTo>
                    <a:pt x="50164" y="78612"/>
                  </a:lnTo>
                  <a:lnTo>
                    <a:pt x="53212" y="78104"/>
                  </a:lnTo>
                  <a:lnTo>
                    <a:pt x="55371" y="77977"/>
                  </a:lnTo>
                  <a:lnTo>
                    <a:pt x="72748" y="77977"/>
                  </a:lnTo>
                  <a:lnTo>
                    <a:pt x="73170" y="72516"/>
                  </a:lnTo>
                  <a:lnTo>
                    <a:pt x="31622" y="72516"/>
                  </a:lnTo>
                  <a:lnTo>
                    <a:pt x="35415" y="17779"/>
                  </a:lnTo>
                  <a:close/>
                </a:path>
                <a:path w="271779" h="150495">
                  <a:moveTo>
                    <a:pt x="40512" y="139572"/>
                  </a:moveTo>
                  <a:lnTo>
                    <a:pt x="37337" y="139826"/>
                  </a:lnTo>
                  <a:lnTo>
                    <a:pt x="40493" y="139826"/>
                  </a:lnTo>
                  <a:lnTo>
                    <a:pt x="40512" y="139572"/>
                  </a:lnTo>
                  <a:close/>
                </a:path>
                <a:path w="271779" h="150495">
                  <a:moveTo>
                    <a:pt x="72748" y="77977"/>
                  </a:moveTo>
                  <a:lnTo>
                    <a:pt x="55371" y="77977"/>
                  </a:lnTo>
                  <a:lnTo>
                    <a:pt x="56514" y="78231"/>
                  </a:lnTo>
                  <a:lnTo>
                    <a:pt x="57657" y="78358"/>
                  </a:lnTo>
                  <a:lnTo>
                    <a:pt x="58674" y="78866"/>
                  </a:lnTo>
                  <a:lnTo>
                    <a:pt x="59435" y="79755"/>
                  </a:lnTo>
                  <a:lnTo>
                    <a:pt x="60197" y="80517"/>
                  </a:lnTo>
                  <a:lnTo>
                    <a:pt x="60832" y="82041"/>
                  </a:lnTo>
                  <a:lnTo>
                    <a:pt x="61849" y="86613"/>
                  </a:lnTo>
                  <a:lnTo>
                    <a:pt x="62991" y="93725"/>
                  </a:lnTo>
                  <a:lnTo>
                    <a:pt x="71627" y="92455"/>
                  </a:lnTo>
                  <a:lnTo>
                    <a:pt x="72748" y="77977"/>
                  </a:lnTo>
                  <a:close/>
                </a:path>
                <a:path w="271779" h="150495">
                  <a:moveTo>
                    <a:pt x="74930" y="49783"/>
                  </a:moveTo>
                  <a:lnTo>
                    <a:pt x="66039" y="51053"/>
                  </a:lnTo>
                  <a:lnTo>
                    <a:pt x="64388" y="56387"/>
                  </a:lnTo>
                  <a:lnTo>
                    <a:pt x="62864" y="60198"/>
                  </a:lnTo>
                  <a:lnTo>
                    <a:pt x="31622" y="72516"/>
                  </a:lnTo>
                  <a:lnTo>
                    <a:pt x="73170" y="72516"/>
                  </a:lnTo>
                  <a:lnTo>
                    <a:pt x="74930" y="49783"/>
                  </a:lnTo>
                  <a:close/>
                </a:path>
                <a:path w="271779" h="150495">
                  <a:moveTo>
                    <a:pt x="93183" y="12573"/>
                  </a:moveTo>
                  <a:lnTo>
                    <a:pt x="69722" y="12573"/>
                  </a:lnTo>
                  <a:lnTo>
                    <a:pt x="70993" y="12700"/>
                  </a:lnTo>
                  <a:lnTo>
                    <a:pt x="72389" y="12700"/>
                  </a:lnTo>
                  <a:lnTo>
                    <a:pt x="73532" y="12953"/>
                  </a:lnTo>
                  <a:lnTo>
                    <a:pt x="75310" y="13969"/>
                  </a:lnTo>
                  <a:lnTo>
                    <a:pt x="76326" y="14858"/>
                  </a:lnTo>
                  <a:lnTo>
                    <a:pt x="77088" y="16001"/>
                  </a:lnTo>
                  <a:lnTo>
                    <a:pt x="77977" y="17272"/>
                  </a:lnTo>
                  <a:lnTo>
                    <a:pt x="78866" y="19176"/>
                  </a:lnTo>
                  <a:lnTo>
                    <a:pt x="80644" y="24256"/>
                  </a:lnTo>
                  <a:lnTo>
                    <a:pt x="81533" y="27939"/>
                  </a:lnTo>
                  <a:lnTo>
                    <a:pt x="82422" y="32512"/>
                  </a:lnTo>
                  <a:lnTo>
                    <a:pt x="91820" y="31114"/>
                  </a:lnTo>
                  <a:lnTo>
                    <a:pt x="93183" y="12573"/>
                  </a:lnTo>
                  <a:close/>
                </a:path>
                <a:path w="271779" h="150495">
                  <a:moveTo>
                    <a:pt x="94106" y="0"/>
                  </a:moveTo>
                  <a:lnTo>
                    <a:pt x="5841" y="13080"/>
                  </a:lnTo>
                  <a:lnTo>
                    <a:pt x="5460" y="18033"/>
                  </a:lnTo>
                  <a:lnTo>
                    <a:pt x="8889" y="17779"/>
                  </a:lnTo>
                  <a:lnTo>
                    <a:pt x="35415" y="17779"/>
                  </a:lnTo>
                  <a:lnTo>
                    <a:pt x="35432" y="17525"/>
                  </a:lnTo>
                  <a:lnTo>
                    <a:pt x="65531" y="13080"/>
                  </a:lnTo>
                  <a:lnTo>
                    <a:pt x="67944" y="12700"/>
                  </a:lnTo>
                  <a:lnTo>
                    <a:pt x="69722" y="12573"/>
                  </a:lnTo>
                  <a:lnTo>
                    <a:pt x="93183" y="12573"/>
                  </a:lnTo>
                  <a:lnTo>
                    <a:pt x="94106" y="0"/>
                  </a:lnTo>
                  <a:close/>
                </a:path>
                <a:path w="271779" h="150495">
                  <a:moveTo>
                    <a:pt x="151510" y="30861"/>
                  </a:moveTo>
                  <a:lnTo>
                    <a:pt x="115062" y="46354"/>
                  </a:lnTo>
                  <a:lnTo>
                    <a:pt x="111125" y="51942"/>
                  </a:lnTo>
                  <a:lnTo>
                    <a:pt x="107187" y="57403"/>
                  </a:lnTo>
                  <a:lnTo>
                    <a:pt x="99694" y="99694"/>
                  </a:lnTo>
                  <a:lnTo>
                    <a:pt x="100330" y="103631"/>
                  </a:lnTo>
                  <a:lnTo>
                    <a:pt x="129895" y="132480"/>
                  </a:lnTo>
                  <a:lnTo>
                    <a:pt x="137159" y="131952"/>
                  </a:lnTo>
                  <a:lnTo>
                    <a:pt x="146177" y="130555"/>
                  </a:lnTo>
                  <a:lnTo>
                    <a:pt x="153796" y="127634"/>
                  </a:lnTo>
                  <a:lnTo>
                    <a:pt x="158064" y="124586"/>
                  </a:lnTo>
                  <a:lnTo>
                    <a:pt x="133095" y="124586"/>
                  </a:lnTo>
                  <a:lnTo>
                    <a:pt x="128396" y="123570"/>
                  </a:lnTo>
                  <a:lnTo>
                    <a:pt x="117375" y="94432"/>
                  </a:lnTo>
                  <a:lnTo>
                    <a:pt x="117451" y="89662"/>
                  </a:lnTo>
                  <a:lnTo>
                    <a:pt x="126745" y="51180"/>
                  </a:lnTo>
                  <a:lnTo>
                    <a:pt x="149097" y="39242"/>
                  </a:lnTo>
                  <a:lnTo>
                    <a:pt x="172543" y="39242"/>
                  </a:lnTo>
                  <a:lnTo>
                    <a:pt x="168402" y="35687"/>
                  </a:lnTo>
                  <a:lnTo>
                    <a:pt x="157860" y="31368"/>
                  </a:lnTo>
                  <a:lnTo>
                    <a:pt x="151510" y="30861"/>
                  </a:lnTo>
                  <a:close/>
                </a:path>
                <a:path w="271779" h="150495">
                  <a:moveTo>
                    <a:pt x="172543" y="39242"/>
                  </a:moveTo>
                  <a:lnTo>
                    <a:pt x="149097" y="39242"/>
                  </a:lnTo>
                  <a:lnTo>
                    <a:pt x="153543" y="40386"/>
                  </a:lnTo>
                  <a:lnTo>
                    <a:pt x="160146" y="46736"/>
                  </a:lnTo>
                  <a:lnTo>
                    <a:pt x="162306" y="51815"/>
                  </a:lnTo>
                  <a:lnTo>
                    <a:pt x="163321" y="58800"/>
                  </a:lnTo>
                  <a:lnTo>
                    <a:pt x="163943" y="64970"/>
                  </a:lnTo>
                  <a:lnTo>
                    <a:pt x="164070" y="72389"/>
                  </a:lnTo>
                  <a:lnTo>
                    <a:pt x="163774" y="79248"/>
                  </a:lnTo>
                  <a:lnTo>
                    <a:pt x="150748" y="119125"/>
                  </a:lnTo>
                  <a:lnTo>
                    <a:pt x="139065" y="123697"/>
                  </a:lnTo>
                  <a:lnTo>
                    <a:pt x="133095" y="124586"/>
                  </a:lnTo>
                  <a:lnTo>
                    <a:pt x="158064" y="124586"/>
                  </a:lnTo>
                  <a:lnTo>
                    <a:pt x="160019" y="123189"/>
                  </a:lnTo>
                  <a:lnTo>
                    <a:pt x="166369" y="118744"/>
                  </a:lnTo>
                  <a:lnTo>
                    <a:pt x="181385" y="78928"/>
                  </a:lnTo>
                  <a:lnTo>
                    <a:pt x="181991" y="72389"/>
                  </a:lnTo>
                  <a:lnTo>
                    <a:pt x="181863" y="66166"/>
                  </a:lnTo>
                  <a:lnTo>
                    <a:pt x="181102" y="60325"/>
                  </a:lnTo>
                  <a:lnTo>
                    <a:pt x="180085" y="53848"/>
                  </a:lnTo>
                  <a:lnTo>
                    <a:pt x="178181" y="48260"/>
                  </a:lnTo>
                  <a:lnTo>
                    <a:pt x="175259" y="43687"/>
                  </a:lnTo>
                  <a:lnTo>
                    <a:pt x="172543" y="39242"/>
                  </a:lnTo>
                  <a:close/>
                </a:path>
                <a:path w="271779" h="150495">
                  <a:moveTo>
                    <a:pt x="227386" y="30352"/>
                  </a:moveTo>
                  <a:lnTo>
                    <a:pt x="205231" y="30352"/>
                  </a:lnTo>
                  <a:lnTo>
                    <a:pt x="206629" y="30606"/>
                  </a:lnTo>
                  <a:lnTo>
                    <a:pt x="208025" y="30987"/>
                  </a:lnTo>
                  <a:lnTo>
                    <a:pt x="211764" y="45465"/>
                  </a:lnTo>
                  <a:lnTo>
                    <a:pt x="211273" y="51688"/>
                  </a:lnTo>
                  <a:lnTo>
                    <a:pt x="206374" y="120014"/>
                  </a:lnTo>
                  <a:lnTo>
                    <a:pt x="223266" y="117475"/>
                  </a:lnTo>
                  <a:lnTo>
                    <a:pt x="225932" y="73787"/>
                  </a:lnTo>
                  <a:lnTo>
                    <a:pt x="226186" y="68961"/>
                  </a:lnTo>
                  <a:lnTo>
                    <a:pt x="226821" y="64515"/>
                  </a:lnTo>
                  <a:lnTo>
                    <a:pt x="227965" y="60325"/>
                  </a:lnTo>
                  <a:lnTo>
                    <a:pt x="229107" y="56261"/>
                  </a:lnTo>
                  <a:lnTo>
                    <a:pt x="231140" y="51688"/>
                  </a:lnTo>
                  <a:lnTo>
                    <a:pt x="234562" y="45465"/>
                  </a:lnTo>
                  <a:lnTo>
                    <a:pt x="226694" y="45465"/>
                  </a:lnTo>
                  <a:lnTo>
                    <a:pt x="225424" y="45212"/>
                  </a:lnTo>
                  <a:lnTo>
                    <a:pt x="227386" y="30352"/>
                  </a:lnTo>
                  <a:close/>
                </a:path>
                <a:path w="271779" h="150495">
                  <a:moveTo>
                    <a:pt x="268096" y="13969"/>
                  </a:moveTo>
                  <a:lnTo>
                    <a:pt x="234235" y="32940"/>
                  </a:lnTo>
                  <a:lnTo>
                    <a:pt x="226694" y="45465"/>
                  </a:lnTo>
                  <a:lnTo>
                    <a:pt x="234562" y="45465"/>
                  </a:lnTo>
                  <a:lnTo>
                    <a:pt x="236728" y="41528"/>
                  </a:lnTo>
                  <a:lnTo>
                    <a:pt x="239521" y="37464"/>
                  </a:lnTo>
                  <a:lnTo>
                    <a:pt x="245491" y="31241"/>
                  </a:lnTo>
                  <a:lnTo>
                    <a:pt x="248157" y="29463"/>
                  </a:lnTo>
                  <a:lnTo>
                    <a:pt x="253110" y="28701"/>
                  </a:lnTo>
                  <a:lnTo>
                    <a:pt x="270504" y="28701"/>
                  </a:lnTo>
                  <a:lnTo>
                    <a:pt x="271398" y="14224"/>
                  </a:lnTo>
                  <a:lnTo>
                    <a:pt x="268096" y="13969"/>
                  </a:lnTo>
                  <a:close/>
                </a:path>
                <a:path w="271779" h="150495">
                  <a:moveTo>
                    <a:pt x="270504" y="28701"/>
                  </a:moveTo>
                  <a:lnTo>
                    <a:pt x="253110" y="28701"/>
                  </a:lnTo>
                  <a:lnTo>
                    <a:pt x="255016" y="29337"/>
                  </a:lnTo>
                  <a:lnTo>
                    <a:pt x="256285" y="30987"/>
                  </a:lnTo>
                  <a:lnTo>
                    <a:pt x="257682" y="32512"/>
                  </a:lnTo>
                  <a:lnTo>
                    <a:pt x="258953" y="35051"/>
                  </a:lnTo>
                  <a:lnTo>
                    <a:pt x="259969" y="38353"/>
                  </a:lnTo>
                  <a:lnTo>
                    <a:pt x="270002" y="36829"/>
                  </a:lnTo>
                  <a:lnTo>
                    <a:pt x="270504" y="28701"/>
                  </a:lnTo>
                  <a:close/>
                </a:path>
                <a:path w="271779" h="150495">
                  <a:moveTo>
                    <a:pt x="228727" y="20192"/>
                  </a:moveTo>
                  <a:lnTo>
                    <a:pt x="222884" y="20954"/>
                  </a:lnTo>
                  <a:lnTo>
                    <a:pt x="200152" y="25273"/>
                  </a:lnTo>
                  <a:lnTo>
                    <a:pt x="199897" y="30606"/>
                  </a:lnTo>
                  <a:lnTo>
                    <a:pt x="203072" y="30352"/>
                  </a:lnTo>
                  <a:lnTo>
                    <a:pt x="227386" y="30352"/>
                  </a:lnTo>
                  <a:lnTo>
                    <a:pt x="228727" y="20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438906" y="3252978"/>
              <a:ext cx="1815084" cy="50063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/>
          <p:cNvGrpSpPr/>
          <p:nvPr/>
        </p:nvGrpSpPr>
        <p:grpSpPr>
          <a:xfrm>
            <a:off x="2771520" y="4293234"/>
            <a:ext cx="2745105" cy="875665"/>
            <a:chOff x="2771520" y="4293234"/>
            <a:chExt cx="2745105" cy="875665"/>
          </a:xfrm>
        </p:grpSpPr>
        <p:sp>
          <p:nvSpPr>
            <p:cNvPr id="100" name="object 100"/>
            <p:cNvSpPr/>
            <p:nvPr/>
          </p:nvSpPr>
          <p:spPr>
            <a:xfrm>
              <a:off x="2774695" y="4333366"/>
              <a:ext cx="2738755" cy="832485"/>
            </a:xfrm>
            <a:custGeom>
              <a:avLst/>
              <a:gdLst/>
              <a:ahLst/>
              <a:cxnLst/>
              <a:rect l="l" t="t" r="r" b="b"/>
              <a:pathLst>
                <a:path w="2738754" h="832485">
                  <a:moveTo>
                    <a:pt x="185293" y="0"/>
                  </a:moveTo>
                  <a:lnTo>
                    <a:pt x="0" y="119252"/>
                  </a:lnTo>
                  <a:lnTo>
                    <a:pt x="119253" y="304545"/>
                  </a:lnTo>
                  <a:lnTo>
                    <a:pt x="135762" y="228345"/>
                  </a:lnTo>
                  <a:lnTo>
                    <a:pt x="2569972" y="756157"/>
                  </a:lnTo>
                  <a:lnTo>
                    <a:pt x="2553462" y="832230"/>
                  </a:lnTo>
                  <a:lnTo>
                    <a:pt x="2738755" y="713104"/>
                  </a:lnTo>
                  <a:lnTo>
                    <a:pt x="2619502" y="527811"/>
                  </a:lnTo>
                  <a:lnTo>
                    <a:pt x="2602992" y="603884"/>
                  </a:lnTo>
                  <a:lnTo>
                    <a:pt x="168783" y="76072"/>
                  </a:lnTo>
                  <a:lnTo>
                    <a:pt x="18529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774695" y="4333366"/>
              <a:ext cx="2738755" cy="832485"/>
            </a:xfrm>
            <a:custGeom>
              <a:avLst/>
              <a:gdLst/>
              <a:ahLst/>
              <a:cxnLst/>
              <a:rect l="l" t="t" r="r" b="b"/>
              <a:pathLst>
                <a:path w="2738754" h="832485">
                  <a:moveTo>
                    <a:pt x="0" y="119252"/>
                  </a:moveTo>
                  <a:lnTo>
                    <a:pt x="185293" y="0"/>
                  </a:lnTo>
                  <a:lnTo>
                    <a:pt x="168783" y="76072"/>
                  </a:lnTo>
                  <a:lnTo>
                    <a:pt x="2602992" y="603884"/>
                  </a:lnTo>
                  <a:lnTo>
                    <a:pt x="2619502" y="527811"/>
                  </a:lnTo>
                  <a:lnTo>
                    <a:pt x="2738755" y="713104"/>
                  </a:lnTo>
                  <a:lnTo>
                    <a:pt x="2553462" y="832230"/>
                  </a:lnTo>
                  <a:lnTo>
                    <a:pt x="2569972" y="756157"/>
                  </a:lnTo>
                  <a:lnTo>
                    <a:pt x="135762" y="228345"/>
                  </a:lnTo>
                  <a:lnTo>
                    <a:pt x="119253" y="304545"/>
                  </a:lnTo>
                  <a:lnTo>
                    <a:pt x="0" y="11925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212972" y="4293234"/>
              <a:ext cx="749173" cy="27368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40479" y="4466208"/>
              <a:ext cx="1075309" cy="39776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836" y="165354"/>
            <a:ext cx="4221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60">
                <a:solidFill>
                  <a:srgbClr val="0E1745"/>
                </a:solidFill>
              </a:rPr>
              <a:t>Read </a:t>
            </a:r>
            <a:r>
              <a:rPr dirty="0" sz="2800" spc="85">
                <a:solidFill>
                  <a:srgbClr val="0E1745"/>
                </a:solidFill>
              </a:rPr>
              <a:t>Interaction</a:t>
            </a:r>
            <a:r>
              <a:rPr dirty="0" sz="2800" spc="-325">
                <a:solidFill>
                  <a:srgbClr val="0E1745"/>
                </a:solidFill>
              </a:rPr>
              <a:t> </a:t>
            </a:r>
            <a:r>
              <a:rPr dirty="0" sz="2800" spc="60">
                <a:solidFill>
                  <a:srgbClr val="0E1745"/>
                </a:solidFill>
              </a:rPr>
              <a:t>Example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5736335" y="1581911"/>
            <a:ext cx="2438400" cy="1164590"/>
            <a:chOff x="5736335" y="1581911"/>
            <a:chExt cx="2438400" cy="1164590"/>
          </a:xfrm>
        </p:grpSpPr>
        <p:sp>
          <p:nvSpPr>
            <p:cNvPr id="4" name="object 4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0" y="1126236"/>
                  </a:moveTo>
                  <a:lnTo>
                    <a:pt x="2400300" y="1126236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1126236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390259" y="1627708"/>
            <a:ext cx="11722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6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9" name="object 9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992114" y="3173729"/>
            <a:ext cx="1960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4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67130" y="1708150"/>
            <a:ext cx="1454785" cy="688340"/>
            <a:chOff x="1167130" y="1708150"/>
            <a:chExt cx="1454785" cy="688340"/>
          </a:xfrm>
        </p:grpSpPr>
        <p:sp>
          <p:nvSpPr>
            <p:cNvPr id="14" name="object 14"/>
            <p:cNvSpPr/>
            <p:nvPr/>
          </p:nvSpPr>
          <p:spPr>
            <a:xfrm>
              <a:off x="1173480" y="1714500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73480" y="1714500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304289" y="1920957"/>
            <a:ext cx="118173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5" b="1" i="1">
                <a:latin typeface="Carlito"/>
                <a:cs typeface="Carlito"/>
              </a:rPr>
              <a:t>pp</a:t>
            </a:r>
            <a:r>
              <a:rPr dirty="0" sz="1800" spc="95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67130" y="2383282"/>
            <a:ext cx="1454785" cy="430530"/>
            <a:chOff x="1167130" y="2383282"/>
            <a:chExt cx="1454785" cy="430530"/>
          </a:xfrm>
        </p:grpSpPr>
        <p:sp>
          <p:nvSpPr>
            <p:cNvPr id="18" name="object 18"/>
            <p:cNvSpPr/>
            <p:nvPr/>
          </p:nvSpPr>
          <p:spPr>
            <a:xfrm>
              <a:off x="1173480" y="238963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30">
                  <a:moveTo>
                    <a:pt x="1441704" y="0"/>
                  </a:moveTo>
                  <a:lnTo>
                    <a:pt x="1210056" y="0"/>
                  </a:lnTo>
                  <a:lnTo>
                    <a:pt x="1210056" y="128016"/>
                  </a:lnTo>
                  <a:lnTo>
                    <a:pt x="1094232" y="128016"/>
                  </a:lnTo>
                  <a:lnTo>
                    <a:pt x="1094232" y="254508"/>
                  </a:lnTo>
                  <a:lnTo>
                    <a:pt x="0" y="254508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4508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73480" y="2389632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30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188009" y="2467438"/>
            <a:ext cx="21717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8415" y="2047703"/>
            <a:ext cx="1179195" cy="688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51305" y="1834642"/>
            <a:ext cx="1454785" cy="689610"/>
            <a:chOff x="1051305" y="1834642"/>
            <a:chExt cx="1454785" cy="689610"/>
          </a:xfrm>
        </p:grpSpPr>
        <p:sp>
          <p:nvSpPr>
            <p:cNvPr id="23" name="object 23"/>
            <p:cNvSpPr/>
            <p:nvPr/>
          </p:nvSpPr>
          <p:spPr>
            <a:xfrm>
              <a:off x="1057655" y="184099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1441704" y="676655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57655" y="1840992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5"/>
                  </a:moveTo>
                  <a:lnTo>
                    <a:pt x="1441704" y="67665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1051305" y="2511298"/>
            <a:ext cx="1454785" cy="429259"/>
            <a:chOff x="1051305" y="2511298"/>
            <a:chExt cx="1454785" cy="429259"/>
          </a:xfrm>
        </p:grpSpPr>
        <p:sp>
          <p:nvSpPr>
            <p:cNvPr id="26" name="object 26"/>
            <p:cNvSpPr/>
            <p:nvPr/>
          </p:nvSpPr>
          <p:spPr>
            <a:xfrm>
              <a:off x="1057656" y="2517647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0" y="126492"/>
                  </a:lnTo>
                  <a:lnTo>
                    <a:pt x="0" y="252984"/>
                  </a:lnTo>
                  <a:lnTo>
                    <a:pt x="0" y="416052"/>
                  </a:lnTo>
                  <a:lnTo>
                    <a:pt x="1441704" y="416052"/>
                  </a:lnTo>
                  <a:lnTo>
                    <a:pt x="1441704" y="252984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57655" y="2517648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66139" y="2594311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35482" y="1961133"/>
            <a:ext cx="1454785" cy="689610"/>
            <a:chOff x="935482" y="1961133"/>
            <a:chExt cx="1454785" cy="689610"/>
          </a:xfrm>
        </p:grpSpPr>
        <p:sp>
          <p:nvSpPr>
            <p:cNvPr id="30" name="object 30"/>
            <p:cNvSpPr/>
            <p:nvPr/>
          </p:nvSpPr>
          <p:spPr>
            <a:xfrm>
              <a:off x="941832" y="1967483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41832" y="1967483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72591" y="2174286"/>
            <a:ext cx="1179830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75" b="1" i="1">
                <a:latin typeface="Carlito"/>
                <a:cs typeface="Carlito"/>
              </a:rPr>
              <a:t>p</a:t>
            </a:r>
            <a:r>
              <a:rPr dirty="0" sz="1800" spc="70" b="1" i="1">
                <a:latin typeface="Carlito"/>
                <a:cs typeface="Carlito"/>
              </a:rPr>
              <a:t>li</a:t>
            </a:r>
            <a:r>
              <a:rPr dirty="0" sz="1800" spc="105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35482" y="2637789"/>
            <a:ext cx="1454785" cy="429259"/>
            <a:chOff x="935482" y="2637789"/>
            <a:chExt cx="1454785" cy="429259"/>
          </a:xfrm>
        </p:grpSpPr>
        <p:sp>
          <p:nvSpPr>
            <p:cNvPr id="34" name="object 34"/>
            <p:cNvSpPr/>
            <p:nvPr/>
          </p:nvSpPr>
          <p:spPr>
            <a:xfrm>
              <a:off x="941832" y="2644139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126492"/>
                  </a:lnTo>
                  <a:lnTo>
                    <a:pt x="0" y="416052"/>
                  </a:lnTo>
                  <a:lnTo>
                    <a:pt x="1441704" y="416052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41832" y="2644139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150315" y="2721057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19658" y="2089150"/>
            <a:ext cx="1454785" cy="688340"/>
            <a:chOff x="819658" y="2089150"/>
            <a:chExt cx="1454785" cy="688340"/>
          </a:xfrm>
        </p:grpSpPr>
        <p:sp>
          <p:nvSpPr>
            <p:cNvPr id="38" name="object 38"/>
            <p:cNvSpPr/>
            <p:nvPr/>
          </p:nvSpPr>
          <p:spPr>
            <a:xfrm>
              <a:off x="826008" y="2095500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26008" y="2095500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5754623" y="4128515"/>
            <a:ext cx="2400300" cy="873760"/>
            <a:chOff x="5754623" y="4128515"/>
            <a:chExt cx="2400300" cy="873760"/>
          </a:xfrm>
        </p:grpSpPr>
        <p:sp>
          <p:nvSpPr>
            <p:cNvPr id="41" name="object 41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75603" y="4433315"/>
              <a:ext cx="333756" cy="3215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980175" y="4735067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324612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324612" y="53339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980175" y="4735067"/>
              <a:ext cx="325120" cy="53340"/>
            </a:xfrm>
            <a:custGeom>
              <a:avLst/>
              <a:gdLst/>
              <a:ahLst/>
              <a:cxnLst/>
              <a:rect l="l" t="t" r="r" b="b"/>
              <a:pathLst>
                <a:path w="325120" h="53339">
                  <a:moveTo>
                    <a:pt x="0" y="53339"/>
                  </a:moveTo>
                  <a:lnTo>
                    <a:pt x="324612" y="53339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33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868923" y="4811267"/>
              <a:ext cx="539750" cy="109855"/>
            </a:xfrm>
            <a:custGeom>
              <a:avLst/>
              <a:gdLst/>
              <a:ahLst/>
              <a:cxnLst/>
              <a:rect l="l" t="t" r="r" b="b"/>
              <a:pathLst>
                <a:path w="539750" h="109854">
                  <a:moveTo>
                    <a:pt x="53949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539496" y="109728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528815" y="4433315"/>
              <a:ext cx="332232" cy="3215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533387" y="4735067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323088" y="0"/>
                  </a:moveTo>
                  <a:lnTo>
                    <a:pt x="0" y="0"/>
                  </a:lnTo>
                  <a:lnTo>
                    <a:pt x="0" y="53339"/>
                  </a:lnTo>
                  <a:lnTo>
                    <a:pt x="323088" y="53339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533387" y="4735067"/>
              <a:ext cx="323215" cy="53340"/>
            </a:xfrm>
            <a:custGeom>
              <a:avLst/>
              <a:gdLst/>
              <a:ahLst/>
              <a:cxnLst/>
              <a:rect l="l" t="t" r="r" b="b"/>
              <a:pathLst>
                <a:path w="323215" h="53339">
                  <a:moveTo>
                    <a:pt x="0" y="53339"/>
                  </a:moveTo>
                  <a:lnTo>
                    <a:pt x="323088" y="53339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33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22135" y="4811267"/>
              <a:ext cx="538480" cy="109855"/>
            </a:xfrm>
            <a:custGeom>
              <a:avLst/>
              <a:gdLst/>
              <a:ahLst/>
              <a:cxnLst/>
              <a:rect l="l" t="t" r="r" b="b"/>
              <a:pathLst>
                <a:path w="538479" h="109854">
                  <a:moveTo>
                    <a:pt x="537971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537971" y="109728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/>
          <p:cNvGrpSpPr/>
          <p:nvPr/>
        </p:nvGrpSpPr>
        <p:grpSpPr>
          <a:xfrm>
            <a:off x="5754623" y="5111496"/>
            <a:ext cx="2400300" cy="873760"/>
            <a:chOff x="5754623" y="5111496"/>
            <a:chExt cx="2400300" cy="873760"/>
          </a:xfrm>
        </p:grpSpPr>
        <p:sp>
          <p:nvSpPr>
            <p:cNvPr id="52" name="object 52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975603" y="5408676"/>
              <a:ext cx="333756" cy="3215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980175" y="5710428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4612" y="54864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980175" y="5710428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4"/>
                  </a:moveTo>
                  <a:lnTo>
                    <a:pt x="324612" y="54864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868923" y="5786628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9496" y="111252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528815" y="5408676"/>
              <a:ext cx="332232" cy="32156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533387" y="5710428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3088" y="5486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533387" y="5710428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4"/>
                  </a:moveTo>
                  <a:lnTo>
                    <a:pt x="323088" y="54864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422135" y="5786628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7971" y="111252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077455" y="5408676"/>
              <a:ext cx="332232" cy="32156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082027" y="5710428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323088" y="5486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082027" y="5710428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4"/>
                  </a:moveTo>
                  <a:lnTo>
                    <a:pt x="323088" y="54864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970775" y="5786628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539496" y="111252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947927" y="2389632"/>
            <a:ext cx="167640" cy="2489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marL="8255">
              <a:lnSpc>
                <a:spcPts val="1375"/>
              </a:lnSpc>
            </a:pPr>
            <a:r>
              <a:rPr dirty="0" sz="1800" spc="15" b="1" i="1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82783" y="2276932"/>
            <a:ext cx="10668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 i="1">
                <a:latin typeface="Carlito"/>
                <a:cs typeface="Carlito"/>
              </a:rPr>
              <a:t>pplication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19658" y="2764282"/>
            <a:ext cx="1454785" cy="430530"/>
            <a:chOff x="819658" y="2764282"/>
            <a:chExt cx="1454785" cy="430530"/>
          </a:xfrm>
        </p:grpSpPr>
        <p:sp>
          <p:nvSpPr>
            <p:cNvPr id="69" name="object 69"/>
            <p:cNvSpPr/>
            <p:nvPr/>
          </p:nvSpPr>
          <p:spPr>
            <a:xfrm>
              <a:off x="826008" y="2770632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30">
                  <a:moveTo>
                    <a:pt x="144170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1441704" y="417575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826008" y="2770632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30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021791" y="2823717"/>
            <a:ext cx="104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7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011161" y="6037326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2590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73" name="object 73"/>
          <p:cNvGrpSpPr/>
          <p:nvPr/>
        </p:nvGrpSpPr>
        <p:grpSpPr>
          <a:xfrm>
            <a:off x="5868923" y="3456432"/>
            <a:ext cx="539750" cy="487680"/>
            <a:chOff x="5868923" y="3456432"/>
            <a:chExt cx="539750" cy="487680"/>
          </a:xfrm>
        </p:grpSpPr>
        <p:sp>
          <p:nvSpPr>
            <p:cNvPr id="74" name="object 74"/>
            <p:cNvSpPr/>
            <p:nvPr/>
          </p:nvSpPr>
          <p:spPr>
            <a:xfrm>
              <a:off x="5975603" y="3456432"/>
              <a:ext cx="333756" cy="3215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980175" y="3756660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324612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4612" y="54863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980175" y="3756660"/>
              <a:ext cx="325120" cy="55244"/>
            </a:xfrm>
            <a:custGeom>
              <a:avLst/>
              <a:gdLst/>
              <a:ahLst/>
              <a:cxnLst/>
              <a:rect l="l" t="t" r="r" b="b"/>
              <a:pathLst>
                <a:path w="325120" h="55245">
                  <a:moveTo>
                    <a:pt x="0" y="54863"/>
                  </a:moveTo>
                  <a:lnTo>
                    <a:pt x="324612" y="54863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868923" y="3832860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5952235" y="3831463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422135" y="3456432"/>
            <a:ext cx="538480" cy="487680"/>
            <a:chOff x="6422135" y="3456432"/>
            <a:chExt cx="538480" cy="487680"/>
          </a:xfrm>
        </p:grpSpPr>
        <p:sp>
          <p:nvSpPr>
            <p:cNvPr id="80" name="object 80"/>
            <p:cNvSpPr/>
            <p:nvPr/>
          </p:nvSpPr>
          <p:spPr>
            <a:xfrm>
              <a:off x="6528815" y="3456432"/>
              <a:ext cx="332232" cy="3215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533387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533387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422135" y="3832860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1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1" y="111251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6504813" y="3831463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970776" y="3456432"/>
            <a:ext cx="539750" cy="487680"/>
            <a:chOff x="6970776" y="3456432"/>
            <a:chExt cx="539750" cy="487680"/>
          </a:xfrm>
        </p:grpSpPr>
        <p:sp>
          <p:nvSpPr>
            <p:cNvPr id="86" name="object 86"/>
            <p:cNvSpPr/>
            <p:nvPr/>
          </p:nvSpPr>
          <p:spPr>
            <a:xfrm>
              <a:off x="7077456" y="3456432"/>
              <a:ext cx="332232" cy="3215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082028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082028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970776" y="3832860"/>
              <a:ext cx="539750" cy="111760"/>
            </a:xfrm>
            <a:custGeom>
              <a:avLst/>
              <a:gdLst/>
              <a:ahLst/>
              <a:cxnLst/>
              <a:rect l="l" t="t" r="r" b="b"/>
              <a:pathLst>
                <a:path w="539750" h="111760">
                  <a:moveTo>
                    <a:pt x="5394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9496" y="111251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7054088" y="3831463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754623" y="4128515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  <a:tabLst>
                <a:tab pos="762635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754623" y="5111496"/>
            <a:ext cx="2400300" cy="8737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320"/>
              </a:spcBef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Chunkserver</a:t>
            </a:r>
            <a:r>
              <a:rPr dirty="0" sz="1800" spc="-10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DejaVu Sans"/>
              <a:cs typeface="DejaVu Sans"/>
            </a:endParaRPr>
          </a:p>
          <a:p>
            <a:pPr marL="210185">
              <a:lnSpc>
                <a:spcPct val="100000"/>
              </a:lnSpc>
              <a:tabLst>
                <a:tab pos="762635" algn="l"/>
                <a:tab pos="1311910" algn="l"/>
              </a:tabLst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	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7508747" y="3456432"/>
            <a:ext cx="538480" cy="487680"/>
            <a:chOff x="7508747" y="3456432"/>
            <a:chExt cx="538480" cy="487680"/>
          </a:xfrm>
        </p:grpSpPr>
        <p:sp>
          <p:nvSpPr>
            <p:cNvPr id="94" name="object 94"/>
            <p:cNvSpPr/>
            <p:nvPr/>
          </p:nvSpPr>
          <p:spPr>
            <a:xfrm>
              <a:off x="7615427" y="3456432"/>
              <a:ext cx="332232" cy="3215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619999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32308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23088" y="54863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619999" y="3756660"/>
              <a:ext cx="323215" cy="55244"/>
            </a:xfrm>
            <a:custGeom>
              <a:avLst/>
              <a:gdLst/>
              <a:ahLst/>
              <a:cxnLst/>
              <a:rect l="l" t="t" r="r" b="b"/>
              <a:pathLst>
                <a:path w="323215" h="55245">
                  <a:moveTo>
                    <a:pt x="0" y="54863"/>
                  </a:moveTo>
                  <a:lnTo>
                    <a:pt x="323088" y="54863"/>
                  </a:lnTo>
                  <a:lnTo>
                    <a:pt x="32308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508747" y="3832860"/>
              <a:ext cx="538480" cy="111760"/>
            </a:xfrm>
            <a:custGeom>
              <a:avLst/>
              <a:gdLst/>
              <a:ahLst/>
              <a:cxnLst/>
              <a:rect l="l" t="t" r="r" b="b"/>
              <a:pathLst>
                <a:path w="538479" h="111760">
                  <a:moveTo>
                    <a:pt x="537972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537972" y="111251"/>
                  </a:lnTo>
                  <a:lnTo>
                    <a:pt x="537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/>
          <p:cNvSpPr txBox="1"/>
          <p:nvPr/>
        </p:nvSpPr>
        <p:spPr>
          <a:xfrm>
            <a:off x="7591806" y="3831463"/>
            <a:ext cx="3746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r>
              <a:rPr dirty="0" sz="6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File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7115556" y="4642103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 h="0">
                <a:moveTo>
                  <a:pt x="283591" y="0"/>
                </a:moveTo>
                <a:lnTo>
                  <a:pt x="0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620000" y="5634228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 h="0">
                <a:moveTo>
                  <a:pt x="283591" y="0"/>
                </a:moveTo>
                <a:lnTo>
                  <a:pt x="0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/>
          <p:cNvGrpSpPr/>
          <p:nvPr/>
        </p:nvGrpSpPr>
        <p:grpSpPr>
          <a:xfrm>
            <a:off x="1160808" y="803370"/>
            <a:ext cx="4916805" cy="1534795"/>
            <a:chOff x="1160808" y="803370"/>
            <a:chExt cx="4916805" cy="1534795"/>
          </a:xfrm>
        </p:grpSpPr>
        <p:sp>
          <p:nvSpPr>
            <p:cNvPr id="102" name="object 102"/>
            <p:cNvSpPr/>
            <p:nvPr/>
          </p:nvSpPr>
          <p:spPr>
            <a:xfrm>
              <a:off x="4672901" y="927639"/>
              <a:ext cx="1344930" cy="1214755"/>
            </a:xfrm>
            <a:custGeom>
              <a:avLst/>
              <a:gdLst/>
              <a:ahLst/>
              <a:cxnLst/>
              <a:rect l="l" t="t" r="r" b="b"/>
              <a:pathLst>
                <a:path w="1344929" h="1214755">
                  <a:moveTo>
                    <a:pt x="1031556" y="0"/>
                  </a:moveTo>
                  <a:lnTo>
                    <a:pt x="993753" y="9893"/>
                  </a:lnTo>
                  <a:lnTo>
                    <a:pt x="958785" y="31625"/>
                  </a:lnTo>
                  <a:lnTo>
                    <a:pt x="928686" y="64992"/>
                  </a:lnTo>
                  <a:lnTo>
                    <a:pt x="918588" y="50486"/>
                  </a:lnTo>
                  <a:lnTo>
                    <a:pt x="907239" y="37528"/>
                  </a:lnTo>
                  <a:lnTo>
                    <a:pt x="894772" y="26237"/>
                  </a:lnTo>
                  <a:lnTo>
                    <a:pt x="881315" y="16732"/>
                  </a:lnTo>
                  <a:lnTo>
                    <a:pt x="839832" y="751"/>
                  </a:lnTo>
                  <a:lnTo>
                    <a:pt x="797861" y="1510"/>
                  </a:lnTo>
                  <a:lnTo>
                    <a:pt x="758420" y="17765"/>
                  </a:lnTo>
                  <a:lnTo>
                    <a:pt x="724526" y="48272"/>
                  </a:lnTo>
                  <a:lnTo>
                    <a:pt x="699197" y="91789"/>
                  </a:lnTo>
                  <a:lnTo>
                    <a:pt x="690343" y="81795"/>
                  </a:lnTo>
                  <a:lnTo>
                    <a:pt x="660589" y="56864"/>
                  </a:lnTo>
                  <a:lnTo>
                    <a:pt x="618866" y="37818"/>
                  </a:lnTo>
                  <a:lnTo>
                    <a:pt x="576022" y="33105"/>
                  </a:lnTo>
                  <a:lnTo>
                    <a:pt x="534193" y="41925"/>
                  </a:lnTo>
                  <a:lnTo>
                    <a:pt x="495518" y="63477"/>
                  </a:lnTo>
                  <a:lnTo>
                    <a:pt x="462134" y="96960"/>
                  </a:lnTo>
                  <a:lnTo>
                    <a:pt x="436180" y="141573"/>
                  </a:lnTo>
                  <a:lnTo>
                    <a:pt x="404629" y="122981"/>
                  </a:lnTo>
                  <a:lnTo>
                    <a:pt x="371220" y="111140"/>
                  </a:lnTo>
                  <a:lnTo>
                    <a:pt x="336668" y="106229"/>
                  </a:lnTo>
                  <a:lnTo>
                    <a:pt x="301687" y="108426"/>
                  </a:lnTo>
                  <a:lnTo>
                    <a:pt x="260279" y="120678"/>
                  </a:lnTo>
                  <a:lnTo>
                    <a:pt x="222830" y="142176"/>
                  </a:lnTo>
                  <a:lnTo>
                    <a:pt x="190064" y="171746"/>
                  </a:lnTo>
                  <a:lnTo>
                    <a:pt x="162702" y="208216"/>
                  </a:lnTo>
                  <a:lnTo>
                    <a:pt x="141465" y="250413"/>
                  </a:lnTo>
                  <a:lnTo>
                    <a:pt x="127076" y="297164"/>
                  </a:lnTo>
                  <a:lnTo>
                    <a:pt x="120257" y="347296"/>
                  </a:lnTo>
                  <a:lnTo>
                    <a:pt x="121728" y="399637"/>
                  </a:lnTo>
                  <a:lnTo>
                    <a:pt x="120712" y="403447"/>
                  </a:lnTo>
                  <a:lnTo>
                    <a:pt x="61372" y="429212"/>
                  </a:lnTo>
                  <a:lnTo>
                    <a:pt x="17842" y="485362"/>
                  </a:lnTo>
                  <a:lnTo>
                    <a:pt x="2197" y="535315"/>
                  </a:lnTo>
                  <a:lnTo>
                    <a:pt x="0" y="586958"/>
                  </a:lnTo>
                  <a:lnTo>
                    <a:pt x="10463" y="636521"/>
                  </a:lnTo>
                  <a:lnTo>
                    <a:pt x="32802" y="680239"/>
                  </a:lnTo>
                  <a:lnTo>
                    <a:pt x="66229" y="714343"/>
                  </a:lnTo>
                  <a:lnTo>
                    <a:pt x="48473" y="743430"/>
                  </a:lnTo>
                  <a:lnTo>
                    <a:pt x="36384" y="776160"/>
                  </a:lnTo>
                  <a:lnTo>
                    <a:pt x="30296" y="811319"/>
                  </a:lnTo>
                  <a:lnTo>
                    <a:pt x="30542" y="847693"/>
                  </a:lnTo>
                  <a:lnTo>
                    <a:pt x="42414" y="898970"/>
                  </a:lnTo>
                  <a:lnTo>
                    <a:pt x="65869" y="941622"/>
                  </a:lnTo>
                  <a:lnTo>
                    <a:pt x="98437" y="973240"/>
                  </a:lnTo>
                  <a:lnTo>
                    <a:pt x="137649" y="991416"/>
                  </a:lnTo>
                  <a:lnTo>
                    <a:pt x="181037" y="993743"/>
                  </a:lnTo>
                  <a:lnTo>
                    <a:pt x="183577" y="999077"/>
                  </a:lnTo>
                  <a:lnTo>
                    <a:pt x="209133" y="1042331"/>
                  </a:lnTo>
                  <a:lnTo>
                    <a:pt x="239628" y="1078261"/>
                  </a:lnTo>
                  <a:lnTo>
                    <a:pt x="274133" y="1106580"/>
                  </a:lnTo>
                  <a:lnTo>
                    <a:pt x="311718" y="1126999"/>
                  </a:lnTo>
                  <a:lnTo>
                    <a:pt x="351451" y="1139232"/>
                  </a:lnTo>
                  <a:lnTo>
                    <a:pt x="392403" y="1142991"/>
                  </a:lnTo>
                  <a:lnTo>
                    <a:pt x="433644" y="1137989"/>
                  </a:lnTo>
                  <a:lnTo>
                    <a:pt x="474243" y="1123937"/>
                  </a:lnTo>
                  <a:lnTo>
                    <a:pt x="513269" y="1100550"/>
                  </a:lnTo>
                  <a:lnTo>
                    <a:pt x="535907" y="1135411"/>
                  </a:lnTo>
                  <a:lnTo>
                    <a:pt x="562831" y="1164748"/>
                  </a:lnTo>
                  <a:lnTo>
                    <a:pt x="593422" y="1187989"/>
                  </a:lnTo>
                  <a:lnTo>
                    <a:pt x="627061" y="1204563"/>
                  </a:lnTo>
                  <a:lnTo>
                    <a:pt x="668802" y="1214674"/>
                  </a:lnTo>
                  <a:lnTo>
                    <a:pt x="710074" y="1214324"/>
                  </a:lnTo>
                  <a:lnTo>
                    <a:pt x="749825" y="1204208"/>
                  </a:lnTo>
                  <a:lnTo>
                    <a:pt x="787002" y="1185021"/>
                  </a:lnTo>
                  <a:lnTo>
                    <a:pt x="820554" y="1157457"/>
                  </a:lnTo>
                  <a:lnTo>
                    <a:pt x="849429" y="1122213"/>
                  </a:lnTo>
                  <a:lnTo>
                    <a:pt x="872573" y="1079983"/>
                  </a:lnTo>
                  <a:lnTo>
                    <a:pt x="888935" y="1031462"/>
                  </a:lnTo>
                  <a:lnTo>
                    <a:pt x="910833" y="1045829"/>
                  </a:lnTo>
                  <a:lnTo>
                    <a:pt x="934005" y="1056290"/>
                  </a:lnTo>
                  <a:lnTo>
                    <a:pt x="958105" y="1062751"/>
                  </a:lnTo>
                  <a:lnTo>
                    <a:pt x="982788" y="1065117"/>
                  </a:lnTo>
                  <a:lnTo>
                    <a:pt x="1024112" y="1059684"/>
                  </a:lnTo>
                  <a:lnTo>
                    <a:pt x="1062122" y="1043397"/>
                  </a:lnTo>
                  <a:lnTo>
                    <a:pt x="1095726" y="1017577"/>
                  </a:lnTo>
                  <a:lnTo>
                    <a:pt x="1123833" y="983546"/>
                  </a:lnTo>
                  <a:lnTo>
                    <a:pt x="1145354" y="942627"/>
                  </a:lnTo>
                  <a:lnTo>
                    <a:pt x="1159197" y="896139"/>
                  </a:lnTo>
                  <a:lnTo>
                    <a:pt x="1164271" y="845407"/>
                  </a:lnTo>
                  <a:lnTo>
                    <a:pt x="1190797" y="838573"/>
                  </a:lnTo>
                  <a:lnTo>
                    <a:pt x="1240370" y="812903"/>
                  </a:lnTo>
                  <a:lnTo>
                    <a:pt x="1293908" y="758288"/>
                  </a:lnTo>
                  <a:lnTo>
                    <a:pt x="1317813" y="716603"/>
                  </a:lnTo>
                  <a:lnTo>
                    <a:pt x="1334379" y="670759"/>
                  </a:lnTo>
                  <a:lnTo>
                    <a:pt x="1343453" y="622220"/>
                  </a:lnTo>
                  <a:lnTo>
                    <a:pt x="1344876" y="572449"/>
                  </a:lnTo>
                  <a:lnTo>
                    <a:pt x="1338494" y="522908"/>
                  </a:lnTo>
                  <a:lnTo>
                    <a:pt x="1324149" y="475061"/>
                  </a:lnTo>
                  <a:lnTo>
                    <a:pt x="1301685" y="430371"/>
                  </a:lnTo>
                  <a:lnTo>
                    <a:pt x="1305765" y="417052"/>
                  </a:lnTo>
                  <a:lnTo>
                    <a:pt x="1309178" y="403447"/>
                  </a:lnTo>
                  <a:lnTo>
                    <a:pt x="1315069" y="349014"/>
                  </a:lnTo>
                  <a:lnTo>
                    <a:pt x="1309353" y="296405"/>
                  </a:lnTo>
                  <a:lnTo>
                    <a:pt x="1293145" y="248015"/>
                  </a:lnTo>
                  <a:lnTo>
                    <a:pt x="1267560" y="206239"/>
                  </a:lnTo>
                  <a:lnTo>
                    <a:pt x="1233713" y="173474"/>
                  </a:lnTo>
                  <a:lnTo>
                    <a:pt x="1192719" y="152114"/>
                  </a:lnTo>
                  <a:lnTo>
                    <a:pt x="1185885" y="121144"/>
                  </a:lnTo>
                  <a:lnTo>
                    <a:pt x="1160073" y="66157"/>
                  </a:lnTo>
                  <a:lnTo>
                    <a:pt x="1107545" y="16549"/>
                  </a:lnTo>
                  <a:lnTo>
                    <a:pt x="1070164" y="2150"/>
                  </a:lnTo>
                  <a:lnTo>
                    <a:pt x="1031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814441" y="1800352"/>
              <a:ext cx="250062" cy="22174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672901" y="927639"/>
              <a:ext cx="1391920" cy="1214755"/>
            </a:xfrm>
            <a:custGeom>
              <a:avLst/>
              <a:gdLst/>
              <a:ahLst/>
              <a:cxnLst/>
              <a:rect l="l" t="t" r="r" b="b"/>
              <a:pathLst>
                <a:path w="1391920" h="1214755">
                  <a:moveTo>
                    <a:pt x="121728" y="399637"/>
                  </a:moveTo>
                  <a:lnTo>
                    <a:pt x="120257" y="347296"/>
                  </a:lnTo>
                  <a:lnTo>
                    <a:pt x="127076" y="297164"/>
                  </a:lnTo>
                  <a:lnTo>
                    <a:pt x="141465" y="250413"/>
                  </a:lnTo>
                  <a:lnTo>
                    <a:pt x="162702" y="208216"/>
                  </a:lnTo>
                  <a:lnTo>
                    <a:pt x="190064" y="171746"/>
                  </a:lnTo>
                  <a:lnTo>
                    <a:pt x="222830" y="142176"/>
                  </a:lnTo>
                  <a:lnTo>
                    <a:pt x="260279" y="120678"/>
                  </a:lnTo>
                  <a:lnTo>
                    <a:pt x="301687" y="108426"/>
                  </a:lnTo>
                  <a:lnTo>
                    <a:pt x="336668" y="106229"/>
                  </a:lnTo>
                  <a:lnTo>
                    <a:pt x="371220" y="111140"/>
                  </a:lnTo>
                  <a:lnTo>
                    <a:pt x="404629" y="122981"/>
                  </a:lnTo>
                  <a:lnTo>
                    <a:pt x="436180" y="141573"/>
                  </a:lnTo>
                  <a:lnTo>
                    <a:pt x="462134" y="96960"/>
                  </a:lnTo>
                  <a:lnTo>
                    <a:pt x="495518" y="63477"/>
                  </a:lnTo>
                  <a:lnTo>
                    <a:pt x="534193" y="41925"/>
                  </a:lnTo>
                  <a:lnTo>
                    <a:pt x="576022" y="33105"/>
                  </a:lnTo>
                  <a:lnTo>
                    <a:pt x="618866" y="37818"/>
                  </a:lnTo>
                  <a:lnTo>
                    <a:pt x="660589" y="56864"/>
                  </a:lnTo>
                  <a:lnTo>
                    <a:pt x="690343" y="81795"/>
                  </a:lnTo>
                  <a:lnTo>
                    <a:pt x="699197" y="91789"/>
                  </a:lnTo>
                  <a:lnTo>
                    <a:pt x="724526" y="48272"/>
                  </a:lnTo>
                  <a:lnTo>
                    <a:pt x="758420" y="17765"/>
                  </a:lnTo>
                  <a:lnTo>
                    <a:pt x="797861" y="1510"/>
                  </a:lnTo>
                  <a:lnTo>
                    <a:pt x="839832" y="751"/>
                  </a:lnTo>
                  <a:lnTo>
                    <a:pt x="881315" y="16732"/>
                  </a:lnTo>
                  <a:lnTo>
                    <a:pt x="894772" y="26237"/>
                  </a:lnTo>
                  <a:lnTo>
                    <a:pt x="907239" y="37528"/>
                  </a:lnTo>
                  <a:lnTo>
                    <a:pt x="918588" y="50486"/>
                  </a:lnTo>
                  <a:lnTo>
                    <a:pt x="928686" y="64992"/>
                  </a:lnTo>
                  <a:lnTo>
                    <a:pt x="958785" y="31625"/>
                  </a:lnTo>
                  <a:lnTo>
                    <a:pt x="993753" y="9893"/>
                  </a:lnTo>
                  <a:lnTo>
                    <a:pt x="1031556" y="0"/>
                  </a:lnTo>
                  <a:lnTo>
                    <a:pt x="1070164" y="2150"/>
                  </a:lnTo>
                  <a:lnTo>
                    <a:pt x="1107545" y="16549"/>
                  </a:lnTo>
                  <a:lnTo>
                    <a:pt x="1141665" y="43402"/>
                  </a:lnTo>
                  <a:lnTo>
                    <a:pt x="1174908" y="92281"/>
                  </a:lnTo>
                  <a:lnTo>
                    <a:pt x="1192719" y="152114"/>
                  </a:lnTo>
                  <a:lnTo>
                    <a:pt x="1233713" y="173474"/>
                  </a:lnTo>
                  <a:lnTo>
                    <a:pt x="1267560" y="206239"/>
                  </a:lnTo>
                  <a:lnTo>
                    <a:pt x="1293145" y="248015"/>
                  </a:lnTo>
                  <a:lnTo>
                    <a:pt x="1309353" y="296405"/>
                  </a:lnTo>
                  <a:lnTo>
                    <a:pt x="1315069" y="349014"/>
                  </a:lnTo>
                  <a:lnTo>
                    <a:pt x="1309178" y="403447"/>
                  </a:lnTo>
                  <a:lnTo>
                    <a:pt x="1307561" y="410279"/>
                  </a:lnTo>
                  <a:lnTo>
                    <a:pt x="1305765" y="417052"/>
                  </a:lnTo>
                  <a:lnTo>
                    <a:pt x="1303803" y="423753"/>
                  </a:lnTo>
                  <a:lnTo>
                    <a:pt x="1301685" y="430371"/>
                  </a:lnTo>
                  <a:lnTo>
                    <a:pt x="1324149" y="475061"/>
                  </a:lnTo>
                  <a:lnTo>
                    <a:pt x="1338494" y="522908"/>
                  </a:lnTo>
                  <a:lnTo>
                    <a:pt x="1344876" y="572449"/>
                  </a:lnTo>
                  <a:lnTo>
                    <a:pt x="1343453" y="622220"/>
                  </a:lnTo>
                  <a:lnTo>
                    <a:pt x="1334379" y="670759"/>
                  </a:lnTo>
                  <a:lnTo>
                    <a:pt x="1317813" y="716603"/>
                  </a:lnTo>
                  <a:lnTo>
                    <a:pt x="1293908" y="758288"/>
                  </a:lnTo>
                  <a:lnTo>
                    <a:pt x="1262823" y="794353"/>
                  </a:lnTo>
                  <a:lnTo>
                    <a:pt x="1216262" y="827690"/>
                  </a:lnTo>
                  <a:lnTo>
                    <a:pt x="1164271" y="845407"/>
                  </a:lnTo>
                  <a:lnTo>
                    <a:pt x="1159197" y="896139"/>
                  </a:lnTo>
                  <a:lnTo>
                    <a:pt x="1145354" y="942627"/>
                  </a:lnTo>
                  <a:lnTo>
                    <a:pt x="1123833" y="983546"/>
                  </a:lnTo>
                  <a:lnTo>
                    <a:pt x="1095726" y="1017577"/>
                  </a:lnTo>
                  <a:lnTo>
                    <a:pt x="1062122" y="1043397"/>
                  </a:lnTo>
                  <a:lnTo>
                    <a:pt x="1024112" y="1059684"/>
                  </a:lnTo>
                  <a:lnTo>
                    <a:pt x="982788" y="1065117"/>
                  </a:lnTo>
                  <a:lnTo>
                    <a:pt x="958105" y="1062751"/>
                  </a:lnTo>
                  <a:lnTo>
                    <a:pt x="934005" y="1056290"/>
                  </a:lnTo>
                  <a:lnTo>
                    <a:pt x="910833" y="1045829"/>
                  </a:lnTo>
                  <a:lnTo>
                    <a:pt x="888935" y="1031462"/>
                  </a:lnTo>
                  <a:lnTo>
                    <a:pt x="872573" y="1079983"/>
                  </a:lnTo>
                  <a:lnTo>
                    <a:pt x="849429" y="1122213"/>
                  </a:lnTo>
                  <a:lnTo>
                    <a:pt x="820554" y="1157457"/>
                  </a:lnTo>
                  <a:lnTo>
                    <a:pt x="787002" y="1185021"/>
                  </a:lnTo>
                  <a:lnTo>
                    <a:pt x="749825" y="1204208"/>
                  </a:lnTo>
                  <a:lnTo>
                    <a:pt x="710074" y="1214324"/>
                  </a:lnTo>
                  <a:lnTo>
                    <a:pt x="668802" y="1214674"/>
                  </a:lnTo>
                  <a:lnTo>
                    <a:pt x="627061" y="1204563"/>
                  </a:lnTo>
                  <a:lnTo>
                    <a:pt x="593422" y="1187989"/>
                  </a:lnTo>
                  <a:lnTo>
                    <a:pt x="562831" y="1164748"/>
                  </a:lnTo>
                  <a:lnTo>
                    <a:pt x="535907" y="1135411"/>
                  </a:lnTo>
                  <a:lnTo>
                    <a:pt x="513269" y="1100550"/>
                  </a:lnTo>
                  <a:lnTo>
                    <a:pt x="474243" y="1123937"/>
                  </a:lnTo>
                  <a:lnTo>
                    <a:pt x="433644" y="1137989"/>
                  </a:lnTo>
                  <a:lnTo>
                    <a:pt x="392403" y="1142991"/>
                  </a:lnTo>
                  <a:lnTo>
                    <a:pt x="351451" y="1139232"/>
                  </a:lnTo>
                  <a:lnTo>
                    <a:pt x="311718" y="1126999"/>
                  </a:lnTo>
                  <a:lnTo>
                    <a:pt x="274133" y="1106580"/>
                  </a:lnTo>
                  <a:lnTo>
                    <a:pt x="239628" y="1078261"/>
                  </a:lnTo>
                  <a:lnTo>
                    <a:pt x="209133" y="1042331"/>
                  </a:lnTo>
                  <a:lnTo>
                    <a:pt x="183577" y="999077"/>
                  </a:lnTo>
                  <a:lnTo>
                    <a:pt x="181926" y="995521"/>
                  </a:lnTo>
                  <a:lnTo>
                    <a:pt x="181037" y="993743"/>
                  </a:lnTo>
                  <a:lnTo>
                    <a:pt x="137649" y="991416"/>
                  </a:lnTo>
                  <a:lnTo>
                    <a:pt x="98437" y="973240"/>
                  </a:lnTo>
                  <a:lnTo>
                    <a:pt x="65869" y="941622"/>
                  </a:lnTo>
                  <a:lnTo>
                    <a:pt x="42414" y="898970"/>
                  </a:lnTo>
                  <a:lnTo>
                    <a:pt x="30542" y="847693"/>
                  </a:lnTo>
                  <a:lnTo>
                    <a:pt x="30296" y="811319"/>
                  </a:lnTo>
                  <a:lnTo>
                    <a:pt x="36384" y="776160"/>
                  </a:lnTo>
                  <a:lnTo>
                    <a:pt x="48473" y="743430"/>
                  </a:lnTo>
                  <a:lnTo>
                    <a:pt x="66229" y="714343"/>
                  </a:lnTo>
                  <a:lnTo>
                    <a:pt x="32802" y="680239"/>
                  </a:lnTo>
                  <a:lnTo>
                    <a:pt x="10463" y="636521"/>
                  </a:lnTo>
                  <a:lnTo>
                    <a:pt x="0" y="586958"/>
                  </a:lnTo>
                  <a:lnTo>
                    <a:pt x="2197" y="535315"/>
                  </a:lnTo>
                  <a:lnTo>
                    <a:pt x="17842" y="485362"/>
                  </a:lnTo>
                  <a:lnTo>
                    <a:pt x="61372" y="429212"/>
                  </a:lnTo>
                  <a:lnTo>
                    <a:pt x="120712" y="403447"/>
                  </a:lnTo>
                  <a:lnTo>
                    <a:pt x="121728" y="399637"/>
                  </a:lnTo>
                  <a:close/>
                </a:path>
                <a:path w="1391920" h="1214755">
                  <a:moveTo>
                    <a:pt x="1382330" y="1042765"/>
                  </a:moveTo>
                  <a:lnTo>
                    <a:pt x="1379677" y="1055919"/>
                  </a:lnTo>
                  <a:lnTo>
                    <a:pt x="1372440" y="1066657"/>
                  </a:lnTo>
                  <a:lnTo>
                    <a:pt x="1361703" y="1073894"/>
                  </a:lnTo>
                  <a:lnTo>
                    <a:pt x="1348548" y="1076547"/>
                  </a:lnTo>
                  <a:lnTo>
                    <a:pt x="1335448" y="1073894"/>
                  </a:lnTo>
                  <a:lnTo>
                    <a:pt x="1324704" y="1066657"/>
                  </a:lnTo>
                  <a:lnTo>
                    <a:pt x="1317437" y="1055919"/>
                  </a:lnTo>
                  <a:lnTo>
                    <a:pt x="1314766" y="1042765"/>
                  </a:lnTo>
                  <a:lnTo>
                    <a:pt x="1317437" y="1029610"/>
                  </a:lnTo>
                  <a:lnTo>
                    <a:pt x="1324704" y="1018873"/>
                  </a:lnTo>
                  <a:lnTo>
                    <a:pt x="1335448" y="1011636"/>
                  </a:lnTo>
                  <a:lnTo>
                    <a:pt x="1348548" y="1008983"/>
                  </a:lnTo>
                  <a:lnTo>
                    <a:pt x="1361703" y="1011636"/>
                  </a:lnTo>
                  <a:lnTo>
                    <a:pt x="1372440" y="1018873"/>
                  </a:lnTo>
                  <a:lnTo>
                    <a:pt x="1379677" y="1029610"/>
                  </a:lnTo>
                  <a:lnTo>
                    <a:pt x="1382330" y="1042765"/>
                  </a:lnTo>
                  <a:close/>
                </a:path>
                <a:path w="1391920" h="1214755">
                  <a:moveTo>
                    <a:pt x="1391601" y="1026890"/>
                  </a:moveTo>
                  <a:lnTo>
                    <a:pt x="1386295" y="1053145"/>
                  </a:lnTo>
                  <a:lnTo>
                    <a:pt x="1371821" y="1074626"/>
                  </a:lnTo>
                  <a:lnTo>
                    <a:pt x="1350346" y="1089130"/>
                  </a:lnTo>
                  <a:lnTo>
                    <a:pt x="1324037" y="1094454"/>
                  </a:lnTo>
                  <a:lnTo>
                    <a:pt x="1297729" y="1089130"/>
                  </a:lnTo>
                  <a:lnTo>
                    <a:pt x="1276254" y="1074626"/>
                  </a:lnTo>
                  <a:lnTo>
                    <a:pt x="1261780" y="1053145"/>
                  </a:lnTo>
                  <a:lnTo>
                    <a:pt x="1256473" y="1026890"/>
                  </a:lnTo>
                  <a:lnTo>
                    <a:pt x="1261780" y="1000581"/>
                  </a:lnTo>
                  <a:lnTo>
                    <a:pt x="1276254" y="979106"/>
                  </a:lnTo>
                  <a:lnTo>
                    <a:pt x="1297729" y="964632"/>
                  </a:lnTo>
                  <a:lnTo>
                    <a:pt x="1324037" y="959326"/>
                  </a:lnTo>
                  <a:lnTo>
                    <a:pt x="1350346" y="964632"/>
                  </a:lnTo>
                  <a:lnTo>
                    <a:pt x="1371821" y="979106"/>
                  </a:lnTo>
                  <a:lnTo>
                    <a:pt x="1386295" y="1000581"/>
                  </a:lnTo>
                  <a:lnTo>
                    <a:pt x="1391601" y="1026890"/>
                  </a:lnTo>
                  <a:close/>
                </a:path>
                <a:path w="1391920" h="1214755">
                  <a:moveTo>
                    <a:pt x="1344230" y="974058"/>
                  </a:moveTo>
                  <a:lnTo>
                    <a:pt x="1336253" y="1013521"/>
                  </a:lnTo>
                  <a:lnTo>
                    <a:pt x="1314512" y="1045733"/>
                  </a:lnTo>
                  <a:lnTo>
                    <a:pt x="1282294" y="1067444"/>
                  </a:lnTo>
                  <a:lnTo>
                    <a:pt x="1242884" y="1075404"/>
                  </a:lnTo>
                  <a:lnTo>
                    <a:pt x="1203421" y="1067444"/>
                  </a:lnTo>
                  <a:lnTo>
                    <a:pt x="1171209" y="1045733"/>
                  </a:lnTo>
                  <a:lnTo>
                    <a:pt x="1149498" y="1013521"/>
                  </a:lnTo>
                  <a:lnTo>
                    <a:pt x="1141538" y="974058"/>
                  </a:lnTo>
                  <a:lnTo>
                    <a:pt x="1149498" y="934594"/>
                  </a:lnTo>
                  <a:lnTo>
                    <a:pt x="1171209" y="902382"/>
                  </a:lnTo>
                  <a:lnTo>
                    <a:pt x="1203421" y="880671"/>
                  </a:lnTo>
                  <a:lnTo>
                    <a:pt x="1242884" y="872712"/>
                  </a:lnTo>
                  <a:lnTo>
                    <a:pt x="1282294" y="880671"/>
                  </a:lnTo>
                  <a:lnTo>
                    <a:pt x="1314512" y="902382"/>
                  </a:lnTo>
                  <a:lnTo>
                    <a:pt x="1336253" y="934594"/>
                  </a:lnTo>
                  <a:lnTo>
                    <a:pt x="1344230" y="974058"/>
                  </a:lnTo>
                  <a:close/>
                </a:path>
                <a:path w="1391920" h="1214755">
                  <a:moveTo>
                    <a:pt x="146493" y="732123"/>
                  </a:moveTo>
                  <a:lnTo>
                    <a:pt x="125902" y="732111"/>
                  </a:lnTo>
                  <a:lnTo>
                    <a:pt x="105679" y="728313"/>
                  </a:lnTo>
                  <a:lnTo>
                    <a:pt x="86147" y="720800"/>
                  </a:lnTo>
                  <a:lnTo>
                    <a:pt x="67626" y="709644"/>
                  </a:lnTo>
                </a:path>
                <a:path w="1391920" h="1214755">
                  <a:moveTo>
                    <a:pt x="215962" y="977614"/>
                  </a:moveTo>
                  <a:lnTo>
                    <a:pt x="207584" y="981352"/>
                  </a:lnTo>
                  <a:lnTo>
                    <a:pt x="199040" y="984376"/>
                  </a:lnTo>
                  <a:lnTo>
                    <a:pt x="190352" y="986686"/>
                  </a:lnTo>
                  <a:lnTo>
                    <a:pt x="181545" y="988282"/>
                  </a:lnTo>
                </a:path>
                <a:path w="1391920" h="1214755">
                  <a:moveTo>
                    <a:pt x="513142" y="1095597"/>
                  </a:moveTo>
                  <a:lnTo>
                    <a:pt x="507193" y="1083883"/>
                  </a:lnTo>
                  <a:lnTo>
                    <a:pt x="501744" y="1071800"/>
                  </a:lnTo>
                  <a:lnTo>
                    <a:pt x="496819" y="1059360"/>
                  </a:lnTo>
                  <a:lnTo>
                    <a:pt x="492441" y="1046575"/>
                  </a:lnTo>
                </a:path>
                <a:path w="1391920" h="1214755">
                  <a:moveTo>
                    <a:pt x="897444" y="973423"/>
                  </a:moveTo>
                  <a:lnTo>
                    <a:pt x="896206" y="987085"/>
                  </a:lnTo>
                  <a:lnTo>
                    <a:pt x="894396" y="1000617"/>
                  </a:lnTo>
                  <a:lnTo>
                    <a:pt x="892015" y="1013981"/>
                  </a:lnTo>
                  <a:lnTo>
                    <a:pt x="889062" y="1027144"/>
                  </a:lnTo>
                </a:path>
                <a:path w="1391920" h="1214755">
                  <a:moveTo>
                    <a:pt x="1062417" y="641318"/>
                  </a:moveTo>
                  <a:lnTo>
                    <a:pt x="1096937" y="668358"/>
                  </a:lnTo>
                  <a:lnTo>
                    <a:pt x="1125123" y="703590"/>
                  </a:lnTo>
                  <a:lnTo>
                    <a:pt x="1146158" y="745395"/>
                  </a:lnTo>
                  <a:lnTo>
                    <a:pt x="1159226" y="792149"/>
                  </a:lnTo>
                  <a:lnTo>
                    <a:pt x="1163509" y="842232"/>
                  </a:lnTo>
                </a:path>
                <a:path w="1391920" h="1214755">
                  <a:moveTo>
                    <a:pt x="1301050" y="427323"/>
                  </a:moveTo>
                  <a:lnTo>
                    <a:pt x="1292470" y="448486"/>
                  </a:lnTo>
                  <a:lnTo>
                    <a:pt x="1282032" y="468233"/>
                  </a:lnTo>
                  <a:lnTo>
                    <a:pt x="1269832" y="486384"/>
                  </a:lnTo>
                  <a:lnTo>
                    <a:pt x="1255965" y="502761"/>
                  </a:lnTo>
                </a:path>
                <a:path w="1391920" h="1214755">
                  <a:moveTo>
                    <a:pt x="1192846" y="147923"/>
                  </a:moveTo>
                  <a:lnTo>
                    <a:pt x="1193991" y="156729"/>
                  </a:lnTo>
                  <a:lnTo>
                    <a:pt x="1194767" y="165608"/>
                  </a:lnTo>
                  <a:lnTo>
                    <a:pt x="1195186" y="174533"/>
                  </a:lnTo>
                  <a:lnTo>
                    <a:pt x="1195259" y="183483"/>
                  </a:lnTo>
                </a:path>
                <a:path w="1391920" h="1214755">
                  <a:moveTo>
                    <a:pt x="905191" y="106394"/>
                  </a:moveTo>
                  <a:lnTo>
                    <a:pt x="909946" y="94309"/>
                  </a:lnTo>
                  <a:lnTo>
                    <a:pt x="915415" y="82676"/>
                  </a:lnTo>
                  <a:lnTo>
                    <a:pt x="921551" y="71568"/>
                  </a:lnTo>
                  <a:lnTo>
                    <a:pt x="928305" y="61055"/>
                  </a:lnTo>
                </a:path>
                <a:path w="1391920" h="1214755">
                  <a:moveTo>
                    <a:pt x="689418" y="127984"/>
                  </a:moveTo>
                  <a:lnTo>
                    <a:pt x="691415" y="117889"/>
                  </a:lnTo>
                  <a:lnTo>
                    <a:pt x="693959" y="107997"/>
                  </a:lnTo>
                  <a:lnTo>
                    <a:pt x="697027" y="98319"/>
                  </a:lnTo>
                  <a:lnTo>
                    <a:pt x="700594" y="88868"/>
                  </a:lnTo>
                </a:path>
                <a:path w="1391920" h="1214755">
                  <a:moveTo>
                    <a:pt x="436053" y="141319"/>
                  </a:moveTo>
                  <a:lnTo>
                    <a:pt x="446882" y="149645"/>
                  </a:lnTo>
                  <a:lnTo>
                    <a:pt x="457247" y="158781"/>
                  </a:lnTo>
                  <a:lnTo>
                    <a:pt x="467111" y="168679"/>
                  </a:lnTo>
                  <a:lnTo>
                    <a:pt x="476439" y="179292"/>
                  </a:lnTo>
                </a:path>
                <a:path w="1391920" h="1214755">
                  <a:moveTo>
                    <a:pt x="128840" y="439642"/>
                  </a:moveTo>
                  <a:lnTo>
                    <a:pt x="126606" y="429783"/>
                  </a:lnTo>
                  <a:lnTo>
                    <a:pt x="124681" y="419830"/>
                  </a:lnTo>
                  <a:lnTo>
                    <a:pt x="123090" y="409781"/>
                  </a:lnTo>
                  <a:lnTo>
                    <a:pt x="121855" y="399637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952999" y="1171955"/>
              <a:ext cx="854963" cy="7025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173825" y="816387"/>
              <a:ext cx="1344930" cy="1214755"/>
            </a:xfrm>
            <a:custGeom>
              <a:avLst/>
              <a:gdLst/>
              <a:ahLst/>
              <a:cxnLst/>
              <a:rect l="l" t="t" r="r" b="b"/>
              <a:pathLst>
                <a:path w="1344930" h="1214755">
                  <a:moveTo>
                    <a:pt x="1031529" y="0"/>
                  </a:moveTo>
                  <a:lnTo>
                    <a:pt x="993725" y="9893"/>
                  </a:lnTo>
                  <a:lnTo>
                    <a:pt x="958758" y="31625"/>
                  </a:lnTo>
                  <a:lnTo>
                    <a:pt x="928659" y="64992"/>
                  </a:lnTo>
                  <a:lnTo>
                    <a:pt x="918560" y="50486"/>
                  </a:lnTo>
                  <a:lnTo>
                    <a:pt x="907212" y="37528"/>
                  </a:lnTo>
                  <a:lnTo>
                    <a:pt x="894744" y="26237"/>
                  </a:lnTo>
                  <a:lnTo>
                    <a:pt x="881288" y="16732"/>
                  </a:lnTo>
                  <a:lnTo>
                    <a:pt x="839805" y="751"/>
                  </a:lnTo>
                  <a:lnTo>
                    <a:pt x="797834" y="1510"/>
                  </a:lnTo>
                  <a:lnTo>
                    <a:pt x="758392" y="17765"/>
                  </a:lnTo>
                  <a:lnTo>
                    <a:pt x="724499" y="48272"/>
                  </a:lnTo>
                  <a:lnTo>
                    <a:pt x="699170" y="91789"/>
                  </a:lnTo>
                  <a:lnTo>
                    <a:pt x="690316" y="81795"/>
                  </a:lnTo>
                  <a:lnTo>
                    <a:pt x="660562" y="56864"/>
                  </a:lnTo>
                  <a:lnTo>
                    <a:pt x="618839" y="37818"/>
                  </a:lnTo>
                  <a:lnTo>
                    <a:pt x="575994" y="33105"/>
                  </a:lnTo>
                  <a:lnTo>
                    <a:pt x="534165" y="41925"/>
                  </a:lnTo>
                  <a:lnTo>
                    <a:pt x="495490" y="63477"/>
                  </a:lnTo>
                  <a:lnTo>
                    <a:pt x="462107" y="96960"/>
                  </a:lnTo>
                  <a:lnTo>
                    <a:pt x="436153" y="141573"/>
                  </a:lnTo>
                  <a:lnTo>
                    <a:pt x="404601" y="122981"/>
                  </a:lnTo>
                  <a:lnTo>
                    <a:pt x="371192" y="111140"/>
                  </a:lnTo>
                  <a:lnTo>
                    <a:pt x="336640" y="106229"/>
                  </a:lnTo>
                  <a:lnTo>
                    <a:pt x="301660" y="108426"/>
                  </a:lnTo>
                  <a:lnTo>
                    <a:pt x="260251" y="120678"/>
                  </a:lnTo>
                  <a:lnTo>
                    <a:pt x="222803" y="142176"/>
                  </a:lnTo>
                  <a:lnTo>
                    <a:pt x="190037" y="171746"/>
                  </a:lnTo>
                  <a:lnTo>
                    <a:pt x="162674" y="208216"/>
                  </a:lnTo>
                  <a:lnTo>
                    <a:pt x="141438" y="250413"/>
                  </a:lnTo>
                  <a:lnTo>
                    <a:pt x="127049" y="297164"/>
                  </a:lnTo>
                  <a:lnTo>
                    <a:pt x="120229" y="347296"/>
                  </a:lnTo>
                  <a:lnTo>
                    <a:pt x="121701" y="399637"/>
                  </a:lnTo>
                  <a:lnTo>
                    <a:pt x="120685" y="403447"/>
                  </a:lnTo>
                  <a:lnTo>
                    <a:pt x="61338" y="429212"/>
                  </a:lnTo>
                  <a:lnTo>
                    <a:pt x="17840" y="485362"/>
                  </a:lnTo>
                  <a:lnTo>
                    <a:pt x="2193" y="535315"/>
                  </a:lnTo>
                  <a:lnTo>
                    <a:pt x="0" y="586958"/>
                  </a:lnTo>
                  <a:lnTo>
                    <a:pt x="10463" y="636521"/>
                  </a:lnTo>
                  <a:lnTo>
                    <a:pt x="32787" y="680239"/>
                  </a:lnTo>
                  <a:lnTo>
                    <a:pt x="66176" y="714343"/>
                  </a:lnTo>
                  <a:lnTo>
                    <a:pt x="48431" y="743430"/>
                  </a:lnTo>
                  <a:lnTo>
                    <a:pt x="36351" y="776160"/>
                  </a:lnTo>
                  <a:lnTo>
                    <a:pt x="30261" y="811319"/>
                  </a:lnTo>
                  <a:lnTo>
                    <a:pt x="30489" y="847693"/>
                  </a:lnTo>
                  <a:lnTo>
                    <a:pt x="42349" y="898970"/>
                  </a:lnTo>
                  <a:lnTo>
                    <a:pt x="65808" y="941622"/>
                  </a:lnTo>
                  <a:lnTo>
                    <a:pt x="98389" y="973240"/>
                  </a:lnTo>
                  <a:lnTo>
                    <a:pt x="137615" y="991416"/>
                  </a:lnTo>
                  <a:lnTo>
                    <a:pt x="181010" y="993743"/>
                  </a:lnTo>
                  <a:lnTo>
                    <a:pt x="183550" y="999077"/>
                  </a:lnTo>
                  <a:lnTo>
                    <a:pt x="209105" y="1042331"/>
                  </a:lnTo>
                  <a:lnTo>
                    <a:pt x="239601" y="1078261"/>
                  </a:lnTo>
                  <a:lnTo>
                    <a:pt x="274106" y="1106580"/>
                  </a:lnTo>
                  <a:lnTo>
                    <a:pt x="311690" y="1126999"/>
                  </a:lnTo>
                  <a:lnTo>
                    <a:pt x="351423" y="1139232"/>
                  </a:lnTo>
                  <a:lnTo>
                    <a:pt x="392375" y="1142991"/>
                  </a:lnTo>
                  <a:lnTo>
                    <a:pt x="433616" y="1137989"/>
                  </a:lnTo>
                  <a:lnTo>
                    <a:pt x="474215" y="1123937"/>
                  </a:lnTo>
                  <a:lnTo>
                    <a:pt x="513242" y="1100550"/>
                  </a:lnTo>
                  <a:lnTo>
                    <a:pt x="535880" y="1135411"/>
                  </a:lnTo>
                  <a:lnTo>
                    <a:pt x="562804" y="1164748"/>
                  </a:lnTo>
                  <a:lnTo>
                    <a:pt x="593395" y="1187989"/>
                  </a:lnTo>
                  <a:lnTo>
                    <a:pt x="627034" y="1204563"/>
                  </a:lnTo>
                  <a:lnTo>
                    <a:pt x="668774" y="1214674"/>
                  </a:lnTo>
                  <a:lnTo>
                    <a:pt x="710046" y="1214324"/>
                  </a:lnTo>
                  <a:lnTo>
                    <a:pt x="749797" y="1204208"/>
                  </a:lnTo>
                  <a:lnTo>
                    <a:pt x="786974" y="1185021"/>
                  </a:lnTo>
                  <a:lnTo>
                    <a:pt x="820527" y="1157457"/>
                  </a:lnTo>
                  <a:lnTo>
                    <a:pt x="849401" y="1122213"/>
                  </a:lnTo>
                  <a:lnTo>
                    <a:pt x="872545" y="1079983"/>
                  </a:lnTo>
                  <a:lnTo>
                    <a:pt x="888908" y="1031462"/>
                  </a:lnTo>
                  <a:lnTo>
                    <a:pt x="910805" y="1045829"/>
                  </a:lnTo>
                  <a:lnTo>
                    <a:pt x="933977" y="1056290"/>
                  </a:lnTo>
                  <a:lnTo>
                    <a:pt x="958077" y="1062751"/>
                  </a:lnTo>
                  <a:lnTo>
                    <a:pt x="982761" y="1065117"/>
                  </a:lnTo>
                  <a:lnTo>
                    <a:pt x="1024085" y="1059684"/>
                  </a:lnTo>
                  <a:lnTo>
                    <a:pt x="1062094" y="1043397"/>
                  </a:lnTo>
                  <a:lnTo>
                    <a:pt x="1095698" y="1017577"/>
                  </a:lnTo>
                  <a:lnTo>
                    <a:pt x="1123806" y="983546"/>
                  </a:lnTo>
                  <a:lnTo>
                    <a:pt x="1145326" y="942627"/>
                  </a:lnTo>
                  <a:lnTo>
                    <a:pt x="1159169" y="896139"/>
                  </a:lnTo>
                  <a:lnTo>
                    <a:pt x="1164244" y="845407"/>
                  </a:lnTo>
                  <a:lnTo>
                    <a:pt x="1190769" y="838573"/>
                  </a:lnTo>
                  <a:lnTo>
                    <a:pt x="1240343" y="812903"/>
                  </a:lnTo>
                  <a:lnTo>
                    <a:pt x="1293881" y="758288"/>
                  </a:lnTo>
                  <a:lnTo>
                    <a:pt x="1317785" y="716603"/>
                  </a:lnTo>
                  <a:lnTo>
                    <a:pt x="1334352" y="670759"/>
                  </a:lnTo>
                  <a:lnTo>
                    <a:pt x="1343425" y="622220"/>
                  </a:lnTo>
                  <a:lnTo>
                    <a:pt x="1344849" y="572449"/>
                  </a:lnTo>
                  <a:lnTo>
                    <a:pt x="1338466" y="522908"/>
                  </a:lnTo>
                  <a:lnTo>
                    <a:pt x="1324121" y="475061"/>
                  </a:lnTo>
                  <a:lnTo>
                    <a:pt x="1301658" y="430371"/>
                  </a:lnTo>
                  <a:lnTo>
                    <a:pt x="1305738" y="417052"/>
                  </a:lnTo>
                  <a:lnTo>
                    <a:pt x="1309151" y="403447"/>
                  </a:lnTo>
                  <a:lnTo>
                    <a:pt x="1315041" y="349014"/>
                  </a:lnTo>
                  <a:lnTo>
                    <a:pt x="1309325" y="296405"/>
                  </a:lnTo>
                  <a:lnTo>
                    <a:pt x="1293117" y="248015"/>
                  </a:lnTo>
                  <a:lnTo>
                    <a:pt x="1267532" y="206239"/>
                  </a:lnTo>
                  <a:lnTo>
                    <a:pt x="1233686" y="173474"/>
                  </a:lnTo>
                  <a:lnTo>
                    <a:pt x="1192692" y="152114"/>
                  </a:lnTo>
                  <a:lnTo>
                    <a:pt x="1185858" y="121144"/>
                  </a:lnTo>
                  <a:lnTo>
                    <a:pt x="1160045" y="66157"/>
                  </a:lnTo>
                  <a:lnTo>
                    <a:pt x="1107517" y="16549"/>
                  </a:lnTo>
                  <a:lnTo>
                    <a:pt x="1070137" y="2150"/>
                  </a:lnTo>
                  <a:lnTo>
                    <a:pt x="10315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442973" y="1966467"/>
              <a:ext cx="229869" cy="35839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73825" y="816387"/>
              <a:ext cx="1344930" cy="1214755"/>
            </a:xfrm>
            <a:custGeom>
              <a:avLst/>
              <a:gdLst/>
              <a:ahLst/>
              <a:cxnLst/>
              <a:rect l="l" t="t" r="r" b="b"/>
              <a:pathLst>
                <a:path w="1344930" h="1214755">
                  <a:moveTo>
                    <a:pt x="121701" y="399637"/>
                  </a:moveTo>
                  <a:lnTo>
                    <a:pt x="120229" y="347296"/>
                  </a:lnTo>
                  <a:lnTo>
                    <a:pt x="127049" y="297164"/>
                  </a:lnTo>
                  <a:lnTo>
                    <a:pt x="141438" y="250413"/>
                  </a:lnTo>
                  <a:lnTo>
                    <a:pt x="162674" y="208216"/>
                  </a:lnTo>
                  <a:lnTo>
                    <a:pt x="190037" y="171746"/>
                  </a:lnTo>
                  <a:lnTo>
                    <a:pt x="222803" y="142176"/>
                  </a:lnTo>
                  <a:lnTo>
                    <a:pt x="260251" y="120678"/>
                  </a:lnTo>
                  <a:lnTo>
                    <a:pt x="301660" y="108426"/>
                  </a:lnTo>
                  <a:lnTo>
                    <a:pt x="336640" y="106229"/>
                  </a:lnTo>
                  <a:lnTo>
                    <a:pt x="371192" y="111140"/>
                  </a:lnTo>
                  <a:lnTo>
                    <a:pt x="404601" y="122981"/>
                  </a:lnTo>
                  <a:lnTo>
                    <a:pt x="436153" y="141573"/>
                  </a:lnTo>
                  <a:lnTo>
                    <a:pt x="462107" y="96960"/>
                  </a:lnTo>
                  <a:lnTo>
                    <a:pt x="495490" y="63477"/>
                  </a:lnTo>
                  <a:lnTo>
                    <a:pt x="534165" y="41925"/>
                  </a:lnTo>
                  <a:lnTo>
                    <a:pt x="575994" y="33105"/>
                  </a:lnTo>
                  <a:lnTo>
                    <a:pt x="618839" y="37818"/>
                  </a:lnTo>
                  <a:lnTo>
                    <a:pt x="660562" y="56864"/>
                  </a:lnTo>
                  <a:lnTo>
                    <a:pt x="690316" y="81795"/>
                  </a:lnTo>
                  <a:lnTo>
                    <a:pt x="699170" y="91789"/>
                  </a:lnTo>
                  <a:lnTo>
                    <a:pt x="724499" y="48272"/>
                  </a:lnTo>
                  <a:lnTo>
                    <a:pt x="758392" y="17765"/>
                  </a:lnTo>
                  <a:lnTo>
                    <a:pt x="797834" y="1510"/>
                  </a:lnTo>
                  <a:lnTo>
                    <a:pt x="839805" y="751"/>
                  </a:lnTo>
                  <a:lnTo>
                    <a:pt x="881288" y="16732"/>
                  </a:lnTo>
                  <a:lnTo>
                    <a:pt x="894744" y="26237"/>
                  </a:lnTo>
                  <a:lnTo>
                    <a:pt x="907212" y="37528"/>
                  </a:lnTo>
                  <a:lnTo>
                    <a:pt x="918560" y="50486"/>
                  </a:lnTo>
                  <a:lnTo>
                    <a:pt x="928659" y="64992"/>
                  </a:lnTo>
                  <a:lnTo>
                    <a:pt x="958758" y="31625"/>
                  </a:lnTo>
                  <a:lnTo>
                    <a:pt x="993725" y="9893"/>
                  </a:lnTo>
                  <a:lnTo>
                    <a:pt x="1031529" y="0"/>
                  </a:lnTo>
                  <a:lnTo>
                    <a:pt x="1070137" y="2150"/>
                  </a:lnTo>
                  <a:lnTo>
                    <a:pt x="1107517" y="16549"/>
                  </a:lnTo>
                  <a:lnTo>
                    <a:pt x="1141638" y="43402"/>
                  </a:lnTo>
                  <a:lnTo>
                    <a:pt x="1174880" y="92281"/>
                  </a:lnTo>
                  <a:lnTo>
                    <a:pt x="1192692" y="152114"/>
                  </a:lnTo>
                  <a:lnTo>
                    <a:pt x="1233686" y="173474"/>
                  </a:lnTo>
                  <a:lnTo>
                    <a:pt x="1267532" y="206239"/>
                  </a:lnTo>
                  <a:lnTo>
                    <a:pt x="1293117" y="248015"/>
                  </a:lnTo>
                  <a:lnTo>
                    <a:pt x="1309325" y="296405"/>
                  </a:lnTo>
                  <a:lnTo>
                    <a:pt x="1315041" y="349014"/>
                  </a:lnTo>
                  <a:lnTo>
                    <a:pt x="1309151" y="403447"/>
                  </a:lnTo>
                  <a:lnTo>
                    <a:pt x="1307534" y="410279"/>
                  </a:lnTo>
                  <a:lnTo>
                    <a:pt x="1305738" y="417052"/>
                  </a:lnTo>
                  <a:lnTo>
                    <a:pt x="1303775" y="423753"/>
                  </a:lnTo>
                  <a:lnTo>
                    <a:pt x="1301658" y="430371"/>
                  </a:lnTo>
                  <a:lnTo>
                    <a:pt x="1324121" y="475061"/>
                  </a:lnTo>
                  <a:lnTo>
                    <a:pt x="1338466" y="522908"/>
                  </a:lnTo>
                  <a:lnTo>
                    <a:pt x="1344849" y="572449"/>
                  </a:lnTo>
                  <a:lnTo>
                    <a:pt x="1343425" y="622220"/>
                  </a:lnTo>
                  <a:lnTo>
                    <a:pt x="1334352" y="670759"/>
                  </a:lnTo>
                  <a:lnTo>
                    <a:pt x="1317785" y="716603"/>
                  </a:lnTo>
                  <a:lnTo>
                    <a:pt x="1293881" y="758288"/>
                  </a:lnTo>
                  <a:lnTo>
                    <a:pt x="1262796" y="794353"/>
                  </a:lnTo>
                  <a:lnTo>
                    <a:pt x="1216234" y="827690"/>
                  </a:lnTo>
                  <a:lnTo>
                    <a:pt x="1164244" y="845407"/>
                  </a:lnTo>
                  <a:lnTo>
                    <a:pt x="1159169" y="896139"/>
                  </a:lnTo>
                  <a:lnTo>
                    <a:pt x="1145326" y="942627"/>
                  </a:lnTo>
                  <a:lnTo>
                    <a:pt x="1123806" y="983546"/>
                  </a:lnTo>
                  <a:lnTo>
                    <a:pt x="1095698" y="1017577"/>
                  </a:lnTo>
                  <a:lnTo>
                    <a:pt x="1062094" y="1043397"/>
                  </a:lnTo>
                  <a:lnTo>
                    <a:pt x="1024085" y="1059684"/>
                  </a:lnTo>
                  <a:lnTo>
                    <a:pt x="982761" y="1065117"/>
                  </a:lnTo>
                  <a:lnTo>
                    <a:pt x="958077" y="1062751"/>
                  </a:lnTo>
                  <a:lnTo>
                    <a:pt x="933977" y="1056290"/>
                  </a:lnTo>
                  <a:lnTo>
                    <a:pt x="910805" y="1045829"/>
                  </a:lnTo>
                  <a:lnTo>
                    <a:pt x="888908" y="1031462"/>
                  </a:lnTo>
                  <a:lnTo>
                    <a:pt x="872545" y="1079983"/>
                  </a:lnTo>
                  <a:lnTo>
                    <a:pt x="849401" y="1122213"/>
                  </a:lnTo>
                  <a:lnTo>
                    <a:pt x="820527" y="1157457"/>
                  </a:lnTo>
                  <a:lnTo>
                    <a:pt x="786974" y="1185021"/>
                  </a:lnTo>
                  <a:lnTo>
                    <a:pt x="749797" y="1204208"/>
                  </a:lnTo>
                  <a:lnTo>
                    <a:pt x="710046" y="1214324"/>
                  </a:lnTo>
                  <a:lnTo>
                    <a:pt x="668774" y="1214674"/>
                  </a:lnTo>
                  <a:lnTo>
                    <a:pt x="627034" y="1204563"/>
                  </a:lnTo>
                  <a:lnTo>
                    <a:pt x="593395" y="1187989"/>
                  </a:lnTo>
                  <a:lnTo>
                    <a:pt x="562804" y="1164748"/>
                  </a:lnTo>
                  <a:lnTo>
                    <a:pt x="535880" y="1135411"/>
                  </a:lnTo>
                  <a:lnTo>
                    <a:pt x="513242" y="1100550"/>
                  </a:lnTo>
                  <a:lnTo>
                    <a:pt x="474215" y="1123937"/>
                  </a:lnTo>
                  <a:lnTo>
                    <a:pt x="433616" y="1137989"/>
                  </a:lnTo>
                  <a:lnTo>
                    <a:pt x="392375" y="1142991"/>
                  </a:lnTo>
                  <a:lnTo>
                    <a:pt x="351423" y="1139232"/>
                  </a:lnTo>
                  <a:lnTo>
                    <a:pt x="311690" y="1126999"/>
                  </a:lnTo>
                  <a:lnTo>
                    <a:pt x="274106" y="1106580"/>
                  </a:lnTo>
                  <a:lnTo>
                    <a:pt x="239601" y="1078261"/>
                  </a:lnTo>
                  <a:lnTo>
                    <a:pt x="209105" y="1042331"/>
                  </a:lnTo>
                  <a:lnTo>
                    <a:pt x="183550" y="999077"/>
                  </a:lnTo>
                  <a:lnTo>
                    <a:pt x="181899" y="995521"/>
                  </a:lnTo>
                  <a:lnTo>
                    <a:pt x="181010" y="993743"/>
                  </a:lnTo>
                  <a:lnTo>
                    <a:pt x="137615" y="991416"/>
                  </a:lnTo>
                  <a:lnTo>
                    <a:pt x="98389" y="973240"/>
                  </a:lnTo>
                  <a:lnTo>
                    <a:pt x="65808" y="941622"/>
                  </a:lnTo>
                  <a:lnTo>
                    <a:pt x="42349" y="898970"/>
                  </a:lnTo>
                  <a:lnTo>
                    <a:pt x="30489" y="847693"/>
                  </a:lnTo>
                  <a:lnTo>
                    <a:pt x="30261" y="811319"/>
                  </a:lnTo>
                  <a:lnTo>
                    <a:pt x="36351" y="776160"/>
                  </a:lnTo>
                  <a:lnTo>
                    <a:pt x="48431" y="743430"/>
                  </a:lnTo>
                  <a:lnTo>
                    <a:pt x="66176" y="714343"/>
                  </a:lnTo>
                  <a:lnTo>
                    <a:pt x="32787" y="680239"/>
                  </a:lnTo>
                  <a:lnTo>
                    <a:pt x="10463" y="636521"/>
                  </a:lnTo>
                  <a:lnTo>
                    <a:pt x="0" y="586958"/>
                  </a:lnTo>
                  <a:lnTo>
                    <a:pt x="2193" y="535315"/>
                  </a:lnTo>
                  <a:lnTo>
                    <a:pt x="17840" y="485362"/>
                  </a:lnTo>
                  <a:lnTo>
                    <a:pt x="61338" y="429212"/>
                  </a:lnTo>
                  <a:lnTo>
                    <a:pt x="120685" y="403447"/>
                  </a:lnTo>
                  <a:lnTo>
                    <a:pt x="121701" y="399637"/>
                  </a:lnTo>
                  <a:close/>
                </a:path>
              </a:pathLst>
            </a:custGeom>
            <a:ln w="25907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430019" y="1953513"/>
              <a:ext cx="255778" cy="38430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241450" y="877442"/>
              <a:ext cx="1233805" cy="1035050"/>
            </a:xfrm>
            <a:custGeom>
              <a:avLst/>
              <a:gdLst/>
              <a:ahLst/>
              <a:cxnLst/>
              <a:rect l="l" t="t" r="r" b="b"/>
              <a:pathLst>
                <a:path w="1233805" h="1035050">
                  <a:moveTo>
                    <a:pt x="78841" y="671068"/>
                  </a:moveTo>
                  <a:lnTo>
                    <a:pt x="58242" y="671056"/>
                  </a:lnTo>
                  <a:lnTo>
                    <a:pt x="38011" y="667258"/>
                  </a:lnTo>
                  <a:lnTo>
                    <a:pt x="18484" y="659745"/>
                  </a:lnTo>
                  <a:lnTo>
                    <a:pt x="0" y="648589"/>
                  </a:lnTo>
                </a:path>
                <a:path w="1233805" h="1035050">
                  <a:moveTo>
                    <a:pt x="148310" y="916559"/>
                  </a:moveTo>
                  <a:lnTo>
                    <a:pt x="139932" y="920297"/>
                  </a:lnTo>
                  <a:lnTo>
                    <a:pt x="131387" y="923321"/>
                  </a:lnTo>
                  <a:lnTo>
                    <a:pt x="122700" y="925631"/>
                  </a:lnTo>
                  <a:lnTo>
                    <a:pt x="113893" y="927227"/>
                  </a:lnTo>
                </a:path>
                <a:path w="1233805" h="1035050">
                  <a:moveTo>
                    <a:pt x="445490" y="1034542"/>
                  </a:moveTo>
                  <a:lnTo>
                    <a:pt x="439541" y="1022828"/>
                  </a:lnTo>
                  <a:lnTo>
                    <a:pt x="434092" y="1010745"/>
                  </a:lnTo>
                  <a:lnTo>
                    <a:pt x="429167" y="998305"/>
                  </a:lnTo>
                  <a:lnTo>
                    <a:pt x="424789" y="985520"/>
                  </a:lnTo>
                </a:path>
                <a:path w="1233805" h="1035050">
                  <a:moveTo>
                    <a:pt x="829792" y="912368"/>
                  </a:moveTo>
                  <a:lnTo>
                    <a:pt x="828554" y="926030"/>
                  </a:lnTo>
                  <a:lnTo>
                    <a:pt x="826744" y="939561"/>
                  </a:lnTo>
                  <a:lnTo>
                    <a:pt x="824363" y="952926"/>
                  </a:lnTo>
                  <a:lnTo>
                    <a:pt x="821410" y="966089"/>
                  </a:lnTo>
                </a:path>
                <a:path w="1233805" h="1035050">
                  <a:moveTo>
                    <a:pt x="994765" y="580263"/>
                  </a:moveTo>
                  <a:lnTo>
                    <a:pt x="1029285" y="607302"/>
                  </a:lnTo>
                  <a:lnTo>
                    <a:pt x="1057471" y="642535"/>
                  </a:lnTo>
                  <a:lnTo>
                    <a:pt x="1078506" y="684340"/>
                  </a:lnTo>
                  <a:lnTo>
                    <a:pt x="1091574" y="731094"/>
                  </a:lnTo>
                  <a:lnTo>
                    <a:pt x="1095857" y="781177"/>
                  </a:lnTo>
                </a:path>
                <a:path w="1233805" h="1035050">
                  <a:moveTo>
                    <a:pt x="1233398" y="366268"/>
                  </a:moveTo>
                  <a:lnTo>
                    <a:pt x="1224818" y="387431"/>
                  </a:lnTo>
                  <a:lnTo>
                    <a:pt x="1214380" y="407177"/>
                  </a:lnTo>
                  <a:lnTo>
                    <a:pt x="1202180" y="425328"/>
                  </a:lnTo>
                  <a:lnTo>
                    <a:pt x="1188313" y="441706"/>
                  </a:lnTo>
                </a:path>
                <a:path w="1233805" h="1035050">
                  <a:moveTo>
                    <a:pt x="1125194" y="86868"/>
                  </a:moveTo>
                  <a:lnTo>
                    <a:pt x="1126339" y="95674"/>
                  </a:lnTo>
                  <a:lnTo>
                    <a:pt x="1127115" y="104552"/>
                  </a:lnTo>
                  <a:lnTo>
                    <a:pt x="1127534" y="113478"/>
                  </a:lnTo>
                  <a:lnTo>
                    <a:pt x="1127607" y="122428"/>
                  </a:lnTo>
                </a:path>
                <a:path w="1233805" h="1035050">
                  <a:moveTo>
                    <a:pt x="837539" y="45339"/>
                  </a:moveTo>
                  <a:lnTo>
                    <a:pt x="842294" y="33254"/>
                  </a:lnTo>
                  <a:lnTo>
                    <a:pt x="847763" y="21621"/>
                  </a:lnTo>
                  <a:lnTo>
                    <a:pt x="853898" y="10513"/>
                  </a:lnTo>
                  <a:lnTo>
                    <a:pt x="860653" y="0"/>
                  </a:lnTo>
                </a:path>
                <a:path w="1233805" h="1035050">
                  <a:moveTo>
                    <a:pt x="621766" y="66929"/>
                  </a:moveTo>
                  <a:lnTo>
                    <a:pt x="623762" y="56834"/>
                  </a:lnTo>
                  <a:lnTo>
                    <a:pt x="626306" y="46942"/>
                  </a:lnTo>
                  <a:lnTo>
                    <a:pt x="629374" y="37264"/>
                  </a:lnTo>
                  <a:lnTo>
                    <a:pt x="632942" y="27812"/>
                  </a:lnTo>
                </a:path>
                <a:path w="1233805" h="1035050">
                  <a:moveTo>
                    <a:pt x="368401" y="80264"/>
                  </a:moveTo>
                  <a:lnTo>
                    <a:pt x="379230" y="88590"/>
                  </a:lnTo>
                  <a:lnTo>
                    <a:pt x="389594" y="97726"/>
                  </a:lnTo>
                  <a:lnTo>
                    <a:pt x="399459" y="107624"/>
                  </a:lnTo>
                  <a:lnTo>
                    <a:pt x="408787" y="118237"/>
                  </a:lnTo>
                </a:path>
                <a:path w="1233805" h="1035050">
                  <a:moveTo>
                    <a:pt x="61188" y="378587"/>
                  </a:moveTo>
                  <a:lnTo>
                    <a:pt x="58954" y="368728"/>
                  </a:lnTo>
                  <a:lnTo>
                    <a:pt x="57029" y="358775"/>
                  </a:lnTo>
                  <a:lnTo>
                    <a:pt x="55437" y="348726"/>
                  </a:lnTo>
                  <a:lnTo>
                    <a:pt x="54203" y="338582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569719" y="972311"/>
              <a:ext cx="678180" cy="67817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745947" y="1552701"/>
            <a:ext cx="22193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 b="1" i="1">
                <a:latin typeface="Carlito"/>
                <a:cs typeface="Carlito"/>
              </a:rPr>
              <a:t>read </a:t>
            </a:r>
            <a:r>
              <a:rPr dirty="0" sz="1400" spc="50" b="1" i="1">
                <a:latin typeface="Carlito"/>
                <a:cs typeface="Carlito"/>
              </a:rPr>
              <a:t>(file </a:t>
            </a:r>
            <a:r>
              <a:rPr dirty="0" sz="1400" spc="35" b="1" i="1">
                <a:latin typeface="Carlito"/>
                <a:cs typeface="Carlito"/>
              </a:rPr>
              <a:t>name, </a:t>
            </a:r>
            <a:r>
              <a:rPr dirty="0" sz="1400" spc="25" b="1" i="1">
                <a:latin typeface="Carlito"/>
                <a:cs typeface="Carlito"/>
              </a:rPr>
              <a:t>byte</a:t>
            </a:r>
            <a:r>
              <a:rPr dirty="0" sz="1400" spc="-220" b="1" i="1">
                <a:latin typeface="Carlito"/>
                <a:cs typeface="Carlito"/>
              </a:rPr>
              <a:t> </a:t>
            </a:r>
            <a:r>
              <a:rPr dirty="0" sz="1400" spc="30" b="1" i="1">
                <a:latin typeface="Carlito"/>
                <a:cs typeface="Carlito"/>
              </a:rPr>
              <a:t>offset)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615945" y="2536189"/>
            <a:ext cx="3023870" cy="114300"/>
          </a:xfrm>
          <a:custGeom>
            <a:avLst/>
            <a:gdLst/>
            <a:ahLst/>
            <a:cxnLst/>
            <a:rect l="l" t="t" r="r" b="b"/>
            <a:pathLst>
              <a:path w="3023870" h="114300">
                <a:moveTo>
                  <a:pt x="2985899" y="38100"/>
                </a:moveTo>
                <a:lnTo>
                  <a:pt x="2928366" y="38100"/>
                </a:lnTo>
                <a:lnTo>
                  <a:pt x="2928493" y="76200"/>
                </a:lnTo>
                <a:lnTo>
                  <a:pt x="2909443" y="76249"/>
                </a:lnTo>
                <a:lnTo>
                  <a:pt x="2909570" y="114300"/>
                </a:lnTo>
                <a:lnTo>
                  <a:pt x="3023743" y="56896"/>
                </a:lnTo>
                <a:lnTo>
                  <a:pt x="2985899" y="38100"/>
                </a:lnTo>
                <a:close/>
              </a:path>
              <a:path w="3023870" h="114300">
                <a:moveTo>
                  <a:pt x="2909316" y="38149"/>
                </a:moveTo>
                <a:lnTo>
                  <a:pt x="0" y="45720"/>
                </a:lnTo>
                <a:lnTo>
                  <a:pt x="0" y="83820"/>
                </a:lnTo>
                <a:lnTo>
                  <a:pt x="2909443" y="76249"/>
                </a:lnTo>
                <a:lnTo>
                  <a:pt x="2909316" y="38149"/>
                </a:lnTo>
                <a:close/>
              </a:path>
              <a:path w="3023870" h="114300">
                <a:moveTo>
                  <a:pt x="2928366" y="38100"/>
                </a:moveTo>
                <a:lnTo>
                  <a:pt x="2909316" y="38149"/>
                </a:lnTo>
                <a:lnTo>
                  <a:pt x="2909443" y="76249"/>
                </a:lnTo>
                <a:lnTo>
                  <a:pt x="2928493" y="76200"/>
                </a:lnTo>
                <a:lnTo>
                  <a:pt x="2928366" y="38100"/>
                </a:lnTo>
                <a:close/>
              </a:path>
              <a:path w="3023870" h="114300">
                <a:moveTo>
                  <a:pt x="2909189" y="0"/>
                </a:moveTo>
                <a:lnTo>
                  <a:pt x="2909316" y="38149"/>
                </a:lnTo>
                <a:lnTo>
                  <a:pt x="2985899" y="38100"/>
                </a:lnTo>
                <a:lnTo>
                  <a:pt x="290918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2982595" y="2322702"/>
            <a:ext cx="21971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75" b="1" i="1">
                <a:latin typeface="Carlito"/>
                <a:cs typeface="Carlito"/>
              </a:rPr>
              <a:t>❶ </a:t>
            </a:r>
            <a:r>
              <a:rPr dirty="0" sz="1400" spc="50" b="1" i="1">
                <a:latin typeface="Carlito"/>
                <a:cs typeface="Carlito"/>
              </a:rPr>
              <a:t>(file </a:t>
            </a:r>
            <a:r>
              <a:rPr dirty="0" sz="1400" spc="35" b="1" i="1">
                <a:latin typeface="Carlito"/>
                <a:cs typeface="Carlito"/>
              </a:rPr>
              <a:t>name, </a:t>
            </a:r>
            <a:r>
              <a:rPr dirty="0" sz="1400" spc="70" b="1" i="1">
                <a:latin typeface="Carlito"/>
                <a:cs typeface="Carlito"/>
              </a:rPr>
              <a:t>chunk</a:t>
            </a:r>
            <a:r>
              <a:rPr dirty="0" sz="1400" spc="-155" b="1" i="1">
                <a:latin typeface="Carlito"/>
                <a:cs typeface="Carlito"/>
              </a:rPr>
              <a:t> </a:t>
            </a:r>
            <a:r>
              <a:rPr dirty="0" sz="1400" spc="60" b="1" i="1">
                <a:latin typeface="Carlito"/>
                <a:cs typeface="Carlito"/>
              </a:rPr>
              <a:t>index)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615945" y="2692780"/>
            <a:ext cx="3023870" cy="114300"/>
          </a:xfrm>
          <a:custGeom>
            <a:avLst/>
            <a:gdLst/>
            <a:ahLst/>
            <a:cxnLst/>
            <a:rect l="l" t="t" r="r" b="b"/>
            <a:pathLst>
              <a:path w="3023870" h="114300">
                <a:moveTo>
                  <a:pt x="114173" y="0"/>
                </a:moveTo>
                <a:lnTo>
                  <a:pt x="0" y="57531"/>
                </a:lnTo>
                <a:lnTo>
                  <a:pt x="114427" y="114300"/>
                </a:lnTo>
                <a:lnTo>
                  <a:pt x="114342" y="76327"/>
                </a:lnTo>
                <a:lnTo>
                  <a:pt x="95250" y="76327"/>
                </a:lnTo>
                <a:lnTo>
                  <a:pt x="95250" y="38227"/>
                </a:lnTo>
                <a:lnTo>
                  <a:pt x="114257" y="38177"/>
                </a:lnTo>
                <a:lnTo>
                  <a:pt x="114173" y="0"/>
                </a:lnTo>
                <a:close/>
              </a:path>
              <a:path w="3023870" h="114300">
                <a:moveTo>
                  <a:pt x="114257" y="38177"/>
                </a:moveTo>
                <a:lnTo>
                  <a:pt x="95250" y="38227"/>
                </a:lnTo>
                <a:lnTo>
                  <a:pt x="95250" y="76327"/>
                </a:lnTo>
                <a:lnTo>
                  <a:pt x="114342" y="76277"/>
                </a:lnTo>
                <a:lnTo>
                  <a:pt x="114257" y="38177"/>
                </a:lnTo>
                <a:close/>
              </a:path>
              <a:path w="3023870" h="114300">
                <a:moveTo>
                  <a:pt x="114342" y="76277"/>
                </a:moveTo>
                <a:lnTo>
                  <a:pt x="95250" y="76327"/>
                </a:lnTo>
                <a:lnTo>
                  <a:pt x="114342" y="76327"/>
                </a:lnTo>
                <a:close/>
              </a:path>
              <a:path w="3023870" h="114300">
                <a:moveTo>
                  <a:pt x="3023616" y="30607"/>
                </a:moveTo>
                <a:lnTo>
                  <a:pt x="114257" y="38177"/>
                </a:lnTo>
                <a:lnTo>
                  <a:pt x="114342" y="76277"/>
                </a:lnTo>
                <a:lnTo>
                  <a:pt x="3023743" y="68707"/>
                </a:lnTo>
                <a:lnTo>
                  <a:pt x="3023616" y="3060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2810636" y="2764993"/>
            <a:ext cx="27508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75" b="1" i="1">
                <a:latin typeface="Carlito"/>
                <a:cs typeface="Carlito"/>
              </a:rPr>
              <a:t>❷ </a:t>
            </a:r>
            <a:r>
              <a:rPr dirty="0" sz="1400" spc="75" b="1" i="1">
                <a:latin typeface="Carlito"/>
                <a:cs typeface="Carlito"/>
              </a:rPr>
              <a:t>(chunk </a:t>
            </a:r>
            <a:r>
              <a:rPr dirty="0" sz="1400" spc="40" b="1" i="1">
                <a:latin typeface="Carlito"/>
                <a:cs typeface="Carlito"/>
              </a:rPr>
              <a:t>handle, </a:t>
            </a:r>
            <a:r>
              <a:rPr dirty="0" sz="1400" spc="70" b="1" i="1">
                <a:latin typeface="Carlito"/>
                <a:cs typeface="Carlito"/>
              </a:rPr>
              <a:t>chunk</a:t>
            </a:r>
            <a:r>
              <a:rPr dirty="0" sz="1400" spc="-155" b="1" i="1">
                <a:latin typeface="Carlito"/>
                <a:cs typeface="Carlito"/>
              </a:rPr>
              <a:t> </a:t>
            </a:r>
            <a:r>
              <a:rPr dirty="0" sz="1400" spc="55" b="1" i="1">
                <a:latin typeface="Carlito"/>
                <a:cs typeface="Carlito"/>
              </a:rPr>
              <a:t>location)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2597658" y="3172967"/>
            <a:ext cx="3157220" cy="770890"/>
          </a:xfrm>
          <a:custGeom>
            <a:avLst/>
            <a:gdLst/>
            <a:ahLst/>
            <a:cxnLst/>
            <a:rect l="l" t="t" r="r" b="b"/>
            <a:pathLst>
              <a:path w="3157220" h="770889">
                <a:moveTo>
                  <a:pt x="3149600" y="732663"/>
                </a:moveTo>
                <a:lnTo>
                  <a:pt x="1476375" y="732663"/>
                </a:lnTo>
                <a:lnTo>
                  <a:pt x="1476375" y="359676"/>
                </a:lnTo>
                <a:lnTo>
                  <a:pt x="1476375" y="340614"/>
                </a:lnTo>
                <a:lnTo>
                  <a:pt x="1474876" y="333197"/>
                </a:lnTo>
                <a:lnTo>
                  <a:pt x="1470799" y="327139"/>
                </a:lnTo>
                <a:lnTo>
                  <a:pt x="1464741" y="323062"/>
                </a:lnTo>
                <a:lnTo>
                  <a:pt x="1457325" y="321564"/>
                </a:lnTo>
                <a:lnTo>
                  <a:pt x="114300" y="321564"/>
                </a:lnTo>
                <a:lnTo>
                  <a:pt x="114300" y="283464"/>
                </a:lnTo>
                <a:lnTo>
                  <a:pt x="0" y="340614"/>
                </a:lnTo>
                <a:lnTo>
                  <a:pt x="114300" y="397776"/>
                </a:lnTo>
                <a:lnTo>
                  <a:pt x="114300" y="359676"/>
                </a:lnTo>
                <a:lnTo>
                  <a:pt x="1438275" y="359676"/>
                </a:lnTo>
                <a:lnTo>
                  <a:pt x="1438275" y="751713"/>
                </a:lnTo>
                <a:lnTo>
                  <a:pt x="1439760" y="759142"/>
                </a:lnTo>
                <a:lnTo>
                  <a:pt x="1443837" y="765200"/>
                </a:lnTo>
                <a:lnTo>
                  <a:pt x="1449895" y="769277"/>
                </a:lnTo>
                <a:lnTo>
                  <a:pt x="1457325" y="770763"/>
                </a:lnTo>
                <a:lnTo>
                  <a:pt x="3149600" y="770763"/>
                </a:lnTo>
                <a:lnTo>
                  <a:pt x="3149600" y="751713"/>
                </a:lnTo>
                <a:lnTo>
                  <a:pt x="3149600" y="732663"/>
                </a:lnTo>
                <a:close/>
              </a:path>
              <a:path w="3157220" h="770889">
                <a:moveTo>
                  <a:pt x="3157220" y="430149"/>
                </a:moveTo>
                <a:lnTo>
                  <a:pt x="3119120" y="411099"/>
                </a:lnTo>
                <a:lnTo>
                  <a:pt x="3042920" y="372999"/>
                </a:lnTo>
                <a:lnTo>
                  <a:pt x="3042920" y="411099"/>
                </a:lnTo>
                <a:lnTo>
                  <a:pt x="1601470" y="411099"/>
                </a:lnTo>
                <a:lnTo>
                  <a:pt x="1601470" y="38100"/>
                </a:lnTo>
                <a:lnTo>
                  <a:pt x="1601470" y="19050"/>
                </a:lnTo>
                <a:lnTo>
                  <a:pt x="1599971" y="11633"/>
                </a:lnTo>
                <a:lnTo>
                  <a:pt x="1595894" y="5575"/>
                </a:lnTo>
                <a:lnTo>
                  <a:pt x="1589836" y="1498"/>
                </a:lnTo>
                <a:lnTo>
                  <a:pt x="1582420" y="0"/>
                </a:lnTo>
                <a:lnTo>
                  <a:pt x="7620" y="0"/>
                </a:lnTo>
                <a:lnTo>
                  <a:pt x="7620" y="38100"/>
                </a:lnTo>
                <a:lnTo>
                  <a:pt x="1563370" y="38100"/>
                </a:lnTo>
                <a:lnTo>
                  <a:pt x="1563370" y="430149"/>
                </a:lnTo>
                <a:lnTo>
                  <a:pt x="1564855" y="437578"/>
                </a:lnTo>
                <a:lnTo>
                  <a:pt x="1568932" y="443636"/>
                </a:lnTo>
                <a:lnTo>
                  <a:pt x="1574990" y="447713"/>
                </a:lnTo>
                <a:lnTo>
                  <a:pt x="1582420" y="449199"/>
                </a:lnTo>
                <a:lnTo>
                  <a:pt x="3042920" y="449199"/>
                </a:lnTo>
                <a:lnTo>
                  <a:pt x="3042920" y="487299"/>
                </a:lnTo>
                <a:lnTo>
                  <a:pt x="3119107" y="449199"/>
                </a:lnTo>
                <a:lnTo>
                  <a:pt x="3157220" y="430149"/>
                </a:lnTo>
                <a:close/>
              </a:path>
            </a:pathLst>
          </a:custGeom>
          <a:solidFill>
            <a:srgbClr val="355D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2810636" y="3198113"/>
            <a:ext cx="24301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75" b="1" i="1">
                <a:latin typeface="Carlito"/>
                <a:cs typeface="Carlito"/>
              </a:rPr>
              <a:t>❸ </a:t>
            </a:r>
            <a:r>
              <a:rPr dirty="0" sz="1400" spc="75" b="1" i="1">
                <a:latin typeface="Carlito"/>
                <a:cs typeface="Carlito"/>
              </a:rPr>
              <a:t>(chunk </a:t>
            </a:r>
            <a:r>
              <a:rPr dirty="0" sz="1400" spc="45" b="1" i="1">
                <a:latin typeface="Carlito"/>
                <a:cs typeface="Carlito"/>
              </a:rPr>
              <a:t>handle, </a:t>
            </a:r>
            <a:r>
              <a:rPr dirty="0" sz="1400" spc="25" b="1" i="1">
                <a:latin typeface="Carlito"/>
                <a:cs typeface="Carlito"/>
              </a:rPr>
              <a:t>byte</a:t>
            </a:r>
            <a:r>
              <a:rPr dirty="0" sz="1400" spc="-195" b="1" i="1">
                <a:latin typeface="Carlito"/>
                <a:cs typeface="Carlito"/>
              </a:rPr>
              <a:t> </a:t>
            </a:r>
            <a:r>
              <a:rPr dirty="0" sz="1400" spc="70" b="1" i="1">
                <a:latin typeface="Carlito"/>
                <a:cs typeface="Carlito"/>
              </a:rPr>
              <a:t>range)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810636" y="3610102"/>
            <a:ext cx="1332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75" b="1" i="1">
                <a:latin typeface="Carlito"/>
                <a:cs typeface="Carlito"/>
              </a:rPr>
              <a:t>❹ </a:t>
            </a:r>
            <a:r>
              <a:rPr dirty="0" sz="1400" spc="75" b="1" i="1">
                <a:latin typeface="Carlito"/>
                <a:cs typeface="Carlito"/>
              </a:rPr>
              <a:t>(Chunk</a:t>
            </a:r>
            <a:r>
              <a:rPr dirty="0" sz="1400" spc="-55" b="1" i="1">
                <a:latin typeface="Carlito"/>
                <a:cs typeface="Carlito"/>
              </a:rPr>
              <a:t> </a:t>
            </a:r>
            <a:r>
              <a:rPr dirty="0" sz="1400" spc="60" b="1" i="1">
                <a:latin typeface="Carlito"/>
                <a:cs typeface="Carlito"/>
              </a:rPr>
              <a:t>data)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2565907" y="4751704"/>
            <a:ext cx="214629" cy="325120"/>
          </a:xfrm>
          <a:custGeom>
            <a:avLst/>
            <a:gdLst/>
            <a:ahLst/>
            <a:cxnLst/>
            <a:rect l="l" t="t" r="r" b="b"/>
            <a:pathLst>
              <a:path w="214630" h="325120">
                <a:moveTo>
                  <a:pt x="0" y="0"/>
                </a:moveTo>
                <a:lnTo>
                  <a:pt x="42217" y="22517"/>
                </a:lnTo>
                <a:lnTo>
                  <a:pt x="80534" y="49469"/>
                </a:lnTo>
                <a:lnTo>
                  <a:pt x="114652" y="80409"/>
                </a:lnTo>
                <a:lnTo>
                  <a:pt x="144274" y="114890"/>
                </a:lnTo>
                <a:lnTo>
                  <a:pt x="169100" y="152463"/>
                </a:lnTo>
                <a:lnTo>
                  <a:pt x="188834" y="192682"/>
                </a:lnTo>
                <a:lnTo>
                  <a:pt x="203178" y="235099"/>
                </a:lnTo>
                <a:lnTo>
                  <a:pt x="211833" y="279267"/>
                </a:lnTo>
                <a:lnTo>
                  <a:pt x="214503" y="324739"/>
                </a:lnTo>
              </a:path>
            </a:pathLst>
          </a:custGeom>
          <a:ln w="25908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/>
          <p:cNvGrpSpPr/>
          <p:nvPr/>
        </p:nvGrpSpPr>
        <p:grpSpPr>
          <a:xfrm>
            <a:off x="297759" y="3109214"/>
            <a:ext cx="2881630" cy="2584450"/>
            <a:chOff x="297759" y="3109214"/>
            <a:chExt cx="2881630" cy="2584450"/>
          </a:xfrm>
        </p:grpSpPr>
        <p:sp>
          <p:nvSpPr>
            <p:cNvPr id="122" name="object 122"/>
            <p:cNvSpPr/>
            <p:nvPr/>
          </p:nvSpPr>
          <p:spPr>
            <a:xfrm>
              <a:off x="310776" y="3713474"/>
              <a:ext cx="2855595" cy="1967230"/>
            </a:xfrm>
            <a:custGeom>
              <a:avLst/>
              <a:gdLst/>
              <a:ahLst/>
              <a:cxnLst/>
              <a:rect l="l" t="t" r="r" b="b"/>
              <a:pathLst>
                <a:path w="2855595" h="1967229">
                  <a:moveTo>
                    <a:pt x="1738185" y="0"/>
                  </a:moveTo>
                  <a:lnTo>
                    <a:pt x="1693937" y="3872"/>
                  </a:lnTo>
                  <a:lnTo>
                    <a:pt x="1651039" y="14007"/>
                  </a:lnTo>
                  <a:lnTo>
                    <a:pt x="1610286" y="30154"/>
                  </a:lnTo>
                  <a:lnTo>
                    <a:pt x="1572474" y="52063"/>
                  </a:lnTo>
                  <a:lnTo>
                    <a:pt x="1538395" y="79485"/>
                  </a:lnTo>
                  <a:lnTo>
                    <a:pt x="1508846" y="112169"/>
                  </a:lnTo>
                  <a:lnTo>
                    <a:pt x="1484622" y="149865"/>
                  </a:lnTo>
                  <a:lnTo>
                    <a:pt x="1465824" y="133679"/>
                  </a:lnTo>
                  <a:lnTo>
                    <a:pt x="1424846" y="105449"/>
                  </a:lnTo>
                  <a:lnTo>
                    <a:pt x="1359139" y="75083"/>
                  </a:lnTo>
                  <a:lnTo>
                    <a:pt x="1314287" y="62652"/>
                  </a:lnTo>
                  <a:lnTo>
                    <a:pt x="1268844" y="56022"/>
                  </a:lnTo>
                  <a:lnTo>
                    <a:pt x="1223377" y="55029"/>
                  </a:lnTo>
                  <a:lnTo>
                    <a:pt x="1178453" y="59510"/>
                  </a:lnTo>
                  <a:lnTo>
                    <a:pt x="1134638" y="69300"/>
                  </a:lnTo>
                  <a:lnTo>
                    <a:pt x="1092501" y="84236"/>
                  </a:lnTo>
                  <a:lnTo>
                    <a:pt x="1052607" y="104155"/>
                  </a:lnTo>
                  <a:lnTo>
                    <a:pt x="1015524" y="128892"/>
                  </a:lnTo>
                  <a:lnTo>
                    <a:pt x="981820" y="158286"/>
                  </a:lnTo>
                  <a:lnTo>
                    <a:pt x="952060" y="192170"/>
                  </a:lnTo>
                  <a:lnTo>
                    <a:pt x="926812" y="230383"/>
                  </a:lnTo>
                  <a:lnTo>
                    <a:pt x="882650" y="209136"/>
                  </a:lnTo>
                  <a:lnTo>
                    <a:pt x="836531" y="192697"/>
                  </a:lnTo>
                  <a:lnTo>
                    <a:pt x="788900" y="181155"/>
                  </a:lnTo>
                  <a:lnTo>
                    <a:pt x="740204" y="174597"/>
                  </a:lnTo>
                  <a:lnTo>
                    <a:pt x="690890" y="173113"/>
                  </a:lnTo>
                  <a:lnTo>
                    <a:pt x="641405" y="176789"/>
                  </a:lnTo>
                  <a:lnTo>
                    <a:pt x="593635" y="185361"/>
                  </a:lnTo>
                  <a:lnTo>
                    <a:pt x="548046" y="198436"/>
                  </a:lnTo>
                  <a:lnTo>
                    <a:pt x="504872" y="215730"/>
                  </a:lnTo>
                  <a:lnTo>
                    <a:pt x="464345" y="236953"/>
                  </a:lnTo>
                  <a:lnTo>
                    <a:pt x="426697" y="261818"/>
                  </a:lnTo>
                  <a:lnTo>
                    <a:pt x="392162" y="290039"/>
                  </a:lnTo>
                  <a:lnTo>
                    <a:pt x="360972" y="321327"/>
                  </a:lnTo>
                  <a:lnTo>
                    <a:pt x="333361" y="355396"/>
                  </a:lnTo>
                  <a:lnTo>
                    <a:pt x="309560" y="391957"/>
                  </a:lnTo>
                  <a:lnTo>
                    <a:pt x="289803" y="430723"/>
                  </a:lnTo>
                  <a:lnTo>
                    <a:pt x="274323" y="471408"/>
                  </a:lnTo>
                  <a:lnTo>
                    <a:pt x="263351" y="513723"/>
                  </a:lnTo>
                  <a:lnTo>
                    <a:pt x="257122" y="557382"/>
                  </a:lnTo>
                  <a:lnTo>
                    <a:pt x="255868" y="602096"/>
                  </a:lnTo>
                  <a:lnTo>
                    <a:pt x="259821" y="647578"/>
                  </a:lnTo>
                  <a:lnTo>
                    <a:pt x="257421" y="653674"/>
                  </a:lnTo>
                  <a:lnTo>
                    <a:pt x="204272" y="663720"/>
                  </a:lnTo>
                  <a:lnTo>
                    <a:pt x="154697" y="682708"/>
                  </a:lnTo>
                  <a:lnTo>
                    <a:pt x="109889" y="709919"/>
                  </a:lnTo>
                  <a:lnTo>
                    <a:pt x="71046" y="744635"/>
                  </a:lnTo>
                  <a:lnTo>
                    <a:pt x="39362" y="786135"/>
                  </a:lnTo>
                  <a:lnTo>
                    <a:pt x="17296" y="830294"/>
                  </a:lnTo>
                  <a:lnTo>
                    <a:pt x="4272" y="876135"/>
                  </a:lnTo>
                  <a:lnTo>
                    <a:pt x="0" y="922613"/>
                  </a:lnTo>
                  <a:lnTo>
                    <a:pt x="4189" y="968684"/>
                  </a:lnTo>
                  <a:lnTo>
                    <a:pt x="16549" y="1013302"/>
                  </a:lnTo>
                  <a:lnTo>
                    <a:pt x="36792" y="1055422"/>
                  </a:lnTo>
                  <a:lnTo>
                    <a:pt x="64627" y="1093999"/>
                  </a:lnTo>
                  <a:lnTo>
                    <a:pt x="99764" y="1127987"/>
                  </a:lnTo>
                  <a:lnTo>
                    <a:pt x="141914" y="1156340"/>
                  </a:lnTo>
                  <a:lnTo>
                    <a:pt x="110858" y="1193420"/>
                  </a:lnTo>
                  <a:lnTo>
                    <a:pt x="87403" y="1234499"/>
                  </a:lnTo>
                  <a:lnTo>
                    <a:pt x="71906" y="1278577"/>
                  </a:lnTo>
                  <a:lnTo>
                    <a:pt x="64719" y="1324655"/>
                  </a:lnTo>
                  <a:lnTo>
                    <a:pt x="66197" y="1371732"/>
                  </a:lnTo>
                  <a:lnTo>
                    <a:pt x="75379" y="1414704"/>
                  </a:lnTo>
                  <a:lnTo>
                    <a:pt x="91371" y="1454674"/>
                  </a:lnTo>
                  <a:lnTo>
                    <a:pt x="113516" y="1491153"/>
                  </a:lnTo>
                  <a:lnTo>
                    <a:pt x="141154" y="1523655"/>
                  </a:lnTo>
                  <a:lnTo>
                    <a:pt x="173631" y="1551691"/>
                  </a:lnTo>
                  <a:lnTo>
                    <a:pt x="210287" y="1574775"/>
                  </a:lnTo>
                  <a:lnTo>
                    <a:pt x="250466" y="1592418"/>
                  </a:lnTo>
                  <a:lnTo>
                    <a:pt x="293510" y="1604132"/>
                  </a:lnTo>
                  <a:lnTo>
                    <a:pt x="338761" y="1609431"/>
                  </a:lnTo>
                  <a:lnTo>
                    <a:pt x="385564" y="1607825"/>
                  </a:lnTo>
                  <a:lnTo>
                    <a:pt x="389120" y="1613667"/>
                  </a:lnTo>
                  <a:lnTo>
                    <a:pt x="418230" y="1654928"/>
                  </a:lnTo>
                  <a:lnTo>
                    <a:pt x="448707" y="1690136"/>
                  </a:lnTo>
                  <a:lnTo>
                    <a:pt x="482089" y="1722019"/>
                  </a:lnTo>
                  <a:lnTo>
                    <a:pt x="518080" y="1750506"/>
                  </a:lnTo>
                  <a:lnTo>
                    <a:pt x="556389" y="1775529"/>
                  </a:lnTo>
                  <a:lnTo>
                    <a:pt x="596722" y="1797018"/>
                  </a:lnTo>
                  <a:lnTo>
                    <a:pt x="638786" y="1814906"/>
                  </a:lnTo>
                  <a:lnTo>
                    <a:pt x="682289" y="1829124"/>
                  </a:lnTo>
                  <a:lnTo>
                    <a:pt x="726936" y="1839602"/>
                  </a:lnTo>
                  <a:lnTo>
                    <a:pt x="772435" y="1846272"/>
                  </a:lnTo>
                  <a:lnTo>
                    <a:pt x="818493" y="1849064"/>
                  </a:lnTo>
                  <a:lnTo>
                    <a:pt x="864816" y="1847911"/>
                  </a:lnTo>
                  <a:lnTo>
                    <a:pt x="911112" y="1842743"/>
                  </a:lnTo>
                  <a:lnTo>
                    <a:pt x="957087" y="1833491"/>
                  </a:lnTo>
                  <a:lnTo>
                    <a:pt x="1002449" y="1820087"/>
                  </a:lnTo>
                  <a:lnTo>
                    <a:pt x="1046904" y="1802461"/>
                  </a:lnTo>
                  <a:lnTo>
                    <a:pt x="1090160" y="1780545"/>
                  </a:lnTo>
                  <a:lnTo>
                    <a:pt x="1121113" y="1819057"/>
                  </a:lnTo>
                  <a:lnTo>
                    <a:pt x="1156308" y="1853760"/>
                  </a:lnTo>
                  <a:lnTo>
                    <a:pt x="1195347" y="1884369"/>
                  </a:lnTo>
                  <a:lnTo>
                    <a:pt x="1237837" y="1910603"/>
                  </a:lnTo>
                  <a:lnTo>
                    <a:pt x="1283382" y="1932177"/>
                  </a:lnTo>
                  <a:lnTo>
                    <a:pt x="1331587" y="1948808"/>
                  </a:lnTo>
                  <a:lnTo>
                    <a:pt x="1378823" y="1959694"/>
                  </a:lnTo>
                  <a:lnTo>
                    <a:pt x="1426073" y="1965621"/>
                  </a:lnTo>
                  <a:lnTo>
                    <a:pt x="1472996" y="1966757"/>
                  </a:lnTo>
                  <a:lnTo>
                    <a:pt x="1519255" y="1963275"/>
                  </a:lnTo>
                  <a:lnTo>
                    <a:pt x="1564509" y="1955343"/>
                  </a:lnTo>
                  <a:lnTo>
                    <a:pt x="1608420" y="1943135"/>
                  </a:lnTo>
                  <a:lnTo>
                    <a:pt x="1650648" y="1926818"/>
                  </a:lnTo>
                  <a:lnTo>
                    <a:pt x="1690855" y="1906566"/>
                  </a:lnTo>
                  <a:lnTo>
                    <a:pt x="1728701" y="1882547"/>
                  </a:lnTo>
                  <a:lnTo>
                    <a:pt x="1763847" y="1854934"/>
                  </a:lnTo>
                  <a:lnTo>
                    <a:pt x="1795955" y="1823896"/>
                  </a:lnTo>
                  <a:lnTo>
                    <a:pt x="1824684" y="1789604"/>
                  </a:lnTo>
                  <a:lnTo>
                    <a:pt x="1849696" y="1752229"/>
                  </a:lnTo>
                  <a:lnTo>
                    <a:pt x="1870651" y="1711942"/>
                  </a:lnTo>
                  <a:lnTo>
                    <a:pt x="1887212" y="1668912"/>
                  </a:lnTo>
                  <a:lnTo>
                    <a:pt x="1933650" y="1692122"/>
                  </a:lnTo>
                  <a:lnTo>
                    <a:pt x="1982779" y="1709044"/>
                  </a:lnTo>
                  <a:lnTo>
                    <a:pt x="2033908" y="1719490"/>
                  </a:lnTo>
                  <a:lnTo>
                    <a:pt x="2086348" y="1723268"/>
                  </a:lnTo>
                  <a:lnTo>
                    <a:pt x="2134282" y="1720853"/>
                  </a:lnTo>
                  <a:lnTo>
                    <a:pt x="2180485" y="1713067"/>
                  </a:lnTo>
                  <a:lnTo>
                    <a:pt x="2224596" y="1700243"/>
                  </a:lnTo>
                  <a:lnTo>
                    <a:pt x="2266255" y="1682714"/>
                  </a:lnTo>
                  <a:lnTo>
                    <a:pt x="2305099" y="1660813"/>
                  </a:lnTo>
                  <a:lnTo>
                    <a:pt x="2340770" y="1634874"/>
                  </a:lnTo>
                  <a:lnTo>
                    <a:pt x="2372905" y="1605228"/>
                  </a:lnTo>
                  <a:lnTo>
                    <a:pt x="2401145" y="1572210"/>
                  </a:lnTo>
                  <a:lnTo>
                    <a:pt x="2425129" y="1536151"/>
                  </a:lnTo>
                  <a:lnTo>
                    <a:pt x="2444495" y="1497386"/>
                  </a:lnTo>
                  <a:lnTo>
                    <a:pt x="2458884" y="1456246"/>
                  </a:lnTo>
                  <a:lnTo>
                    <a:pt x="2467934" y="1413065"/>
                  </a:lnTo>
                  <a:lnTo>
                    <a:pt x="2471285" y="1368176"/>
                  </a:lnTo>
                  <a:lnTo>
                    <a:pt x="2516385" y="1359846"/>
                  </a:lnTo>
                  <a:lnTo>
                    <a:pt x="2560174" y="1347285"/>
                  </a:lnTo>
                  <a:lnTo>
                    <a:pt x="2602318" y="1330622"/>
                  </a:lnTo>
                  <a:lnTo>
                    <a:pt x="2642481" y="1309984"/>
                  </a:lnTo>
                  <a:lnTo>
                    <a:pt x="2680327" y="1285499"/>
                  </a:lnTo>
                  <a:lnTo>
                    <a:pt x="2717387" y="1255709"/>
                  </a:lnTo>
                  <a:lnTo>
                    <a:pt x="2750151" y="1223016"/>
                  </a:lnTo>
                  <a:lnTo>
                    <a:pt x="2778570" y="1187780"/>
                  </a:lnTo>
                  <a:lnTo>
                    <a:pt x="2802593" y="1150360"/>
                  </a:lnTo>
                  <a:lnTo>
                    <a:pt x="2822171" y="1111114"/>
                  </a:lnTo>
                  <a:lnTo>
                    <a:pt x="2837256" y="1070402"/>
                  </a:lnTo>
                  <a:lnTo>
                    <a:pt x="2847797" y="1028582"/>
                  </a:lnTo>
                  <a:lnTo>
                    <a:pt x="2853745" y="986014"/>
                  </a:lnTo>
                  <a:lnTo>
                    <a:pt x="2855050" y="943057"/>
                  </a:lnTo>
                  <a:lnTo>
                    <a:pt x="2851664" y="900068"/>
                  </a:lnTo>
                  <a:lnTo>
                    <a:pt x="2843536" y="857409"/>
                  </a:lnTo>
                  <a:lnTo>
                    <a:pt x="2830617" y="815437"/>
                  </a:lnTo>
                  <a:lnTo>
                    <a:pt x="2812859" y="774511"/>
                  </a:lnTo>
                  <a:lnTo>
                    <a:pt x="2790210" y="734991"/>
                  </a:lnTo>
                  <a:lnTo>
                    <a:pt x="2762623" y="697235"/>
                  </a:lnTo>
                  <a:lnTo>
                    <a:pt x="2767268" y="686571"/>
                  </a:lnTo>
                  <a:lnTo>
                    <a:pt x="2788196" y="609567"/>
                  </a:lnTo>
                  <a:lnTo>
                    <a:pt x="2791198" y="565707"/>
                  </a:lnTo>
                  <a:lnTo>
                    <a:pt x="2788052" y="522579"/>
                  </a:lnTo>
                  <a:lnTo>
                    <a:pt x="2779053" y="480667"/>
                  </a:lnTo>
                  <a:lnTo>
                    <a:pt x="2764493" y="440458"/>
                  </a:lnTo>
                  <a:lnTo>
                    <a:pt x="2744668" y="402437"/>
                  </a:lnTo>
                  <a:lnTo>
                    <a:pt x="2719871" y="367087"/>
                  </a:lnTo>
                  <a:lnTo>
                    <a:pt x="2690397" y="334895"/>
                  </a:lnTo>
                  <a:lnTo>
                    <a:pt x="2656540" y="306345"/>
                  </a:lnTo>
                  <a:lnTo>
                    <a:pt x="2618593" y="281923"/>
                  </a:lnTo>
                  <a:lnTo>
                    <a:pt x="2576852" y="262113"/>
                  </a:lnTo>
                  <a:lnTo>
                    <a:pt x="2531610" y="247401"/>
                  </a:lnTo>
                  <a:lnTo>
                    <a:pt x="2517114" y="197345"/>
                  </a:lnTo>
                  <a:lnTo>
                    <a:pt x="2493843" y="150707"/>
                  </a:lnTo>
                  <a:lnTo>
                    <a:pt x="2462404" y="108473"/>
                  </a:lnTo>
                  <a:lnTo>
                    <a:pt x="2423406" y="71633"/>
                  </a:lnTo>
                  <a:lnTo>
                    <a:pt x="2385003" y="45436"/>
                  </a:lnTo>
                  <a:lnTo>
                    <a:pt x="2343969" y="25275"/>
                  </a:lnTo>
                  <a:lnTo>
                    <a:pt x="2301001" y="11096"/>
                  </a:lnTo>
                  <a:lnTo>
                    <a:pt x="2256798" y="2845"/>
                  </a:lnTo>
                  <a:lnTo>
                    <a:pt x="2212061" y="468"/>
                  </a:lnTo>
                  <a:lnTo>
                    <a:pt x="2167487" y="3912"/>
                  </a:lnTo>
                  <a:lnTo>
                    <a:pt x="2123776" y="13123"/>
                  </a:lnTo>
                  <a:lnTo>
                    <a:pt x="2081626" y="28047"/>
                  </a:lnTo>
                  <a:lnTo>
                    <a:pt x="2041738" y="48630"/>
                  </a:lnTo>
                  <a:lnTo>
                    <a:pt x="2004809" y="74818"/>
                  </a:lnTo>
                  <a:lnTo>
                    <a:pt x="1971540" y="106558"/>
                  </a:lnTo>
                  <a:lnTo>
                    <a:pt x="1950128" y="83085"/>
                  </a:lnTo>
                  <a:lnTo>
                    <a:pt x="1899638" y="43854"/>
                  </a:lnTo>
                  <a:lnTo>
                    <a:pt x="1827552" y="12040"/>
                  </a:lnTo>
                  <a:lnTo>
                    <a:pt x="1782988" y="2639"/>
                  </a:lnTo>
                  <a:lnTo>
                    <a:pt x="17381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360551" y="3122168"/>
              <a:ext cx="218440" cy="3078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355343" y="3408172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60" h="327660">
                  <a:moveTo>
                    <a:pt x="163830" y="0"/>
                  </a:moveTo>
                  <a:lnTo>
                    <a:pt x="120253" y="5856"/>
                  </a:lnTo>
                  <a:lnTo>
                    <a:pt x="81110" y="22380"/>
                  </a:lnTo>
                  <a:lnTo>
                    <a:pt x="47958" y="48005"/>
                  </a:lnTo>
                  <a:lnTo>
                    <a:pt x="22351" y="81167"/>
                  </a:lnTo>
                  <a:lnTo>
                    <a:pt x="5847" y="120297"/>
                  </a:lnTo>
                  <a:lnTo>
                    <a:pt x="0" y="163829"/>
                  </a:lnTo>
                  <a:lnTo>
                    <a:pt x="5847" y="207362"/>
                  </a:lnTo>
                  <a:lnTo>
                    <a:pt x="22352" y="246492"/>
                  </a:lnTo>
                  <a:lnTo>
                    <a:pt x="47958" y="279653"/>
                  </a:lnTo>
                  <a:lnTo>
                    <a:pt x="81110" y="305279"/>
                  </a:lnTo>
                  <a:lnTo>
                    <a:pt x="120253" y="321803"/>
                  </a:lnTo>
                  <a:lnTo>
                    <a:pt x="163830" y="327659"/>
                  </a:lnTo>
                  <a:lnTo>
                    <a:pt x="207362" y="321803"/>
                  </a:lnTo>
                  <a:lnTo>
                    <a:pt x="246492" y="305279"/>
                  </a:lnTo>
                  <a:lnTo>
                    <a:pt x="279654" y="279653"/>
                  </a:lnTo>
                  <a:lnTo>
                    <a:pt x="305279" y="246492"/>
                  </a:lnTo>
                  <a:lnTo>
                    <a:pt x="321803" y="207362"/>
                  </a:lnTo>
                  <a:lnTo>
                    <a:pt x="327660" y="163829"/>
                  </a:lnTo>
                  <a:lnTo>
                    <a:pt x="321803" y="120297"/>
                  </a:lnTo>
                  <a:lnTo>
                    <a:pt x="305279" y="81167"/>
                  </a:lnTo>
                  <a:lnTo>
                    <a:pt x="279654" y="48005"/>
                  </a:lnTo>
                  <a:lnTo>
                    <a:pt x="246492" y="22380"/>
                  </a:lnTo>
                  <a:lnTo>
                    <a:pt x="207362" y="5856"/>
                  </a:lnTo>
                  <a:lnTo>
                    <a:pt x="1638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10776" y="3713474"/>
              <a:ext cx="2855595" cy="1967230"/>
            </a:xfrm>
            <a:custGeom>
              <a:avLst/>
              <a:gdLst/>
              <a:ahLst/>
              <a:cxnLst/>
              <a:rect l="l" t="t" r="r" b="b"/>
              <a:pathLst>
                <a:path w="2855595" h="1967229">
                  <a:moveTo>
                    <a:pt x="259821" y="647578"/>
                  </a:moveTo>
                  <a:lnTo>
                    <a:pt x="255868" y="602096"/>
                  </a:lnTo>
                  <a:lnTo>
                    <a:pt x="257122" y="557382"/>
                  </a:lnTo>
                  <a:lnTo>
                    <a:pt x="263351" y="513723"/>
                  </a:lnTo>
                  <a:lnTo>
                    <a:pt x="274323" y="471408"/>
                  </a:lnTo>
                  <a:lnTo>
                    <a:pt x="289803" y="430723"/>
                  </a:lnTo>
                  <a:lnTo>
                    <a:pt x="309560" y="391957"/>
                  </a:lnTo>
                  <a:lnTo>
                    <a:pt x="333361" y="355396"/>
                  </a:lnTo>
                  <a:lnTo>
                    <a:pt x="360972" y="321327"/>
                  </a:lnTo>
                  <a:lnTo>
                    <a:pt x="392162" y="290039"/>
                  </a:lnTo>
                  <a:lnTo>
                    <a:pt x="426697" y="261818"/>
                  </a:lnTo>
                  <a:lnTo>
                    <a:pt x="464345" y="236953"/>
                  </a:lnTo>
                  <a:lnTo>
                    <a:pt x="504872" y="215730"/>
                  </a:lnTo>
                  <a:lnTo>
                    <a:pt x="548046" y="198436"/>
                  </a:lnTo>
                  <a:lnTo>
                    <a:pt x="593635" y="185361"/>
                  </a:lnTo>
                  <a:lnTo>
                    <a:pt x="641405" y="176789"/>
                  </a:lnTo>
                  <a:lnTo>
                    <a:pt x="690890" y="173113"/>
                  </a:lnTo>
                  <a:lnTo>
                    <a:pt x="740204" y="174597"/>
                  </a:lnTo>
                  <a:lnTo>
                    <a:pt x="788900" y="181155"/>
                  </a:lnTo>
                  <a:lnTo>
                    <a:pt x="836531" y="192697"/>
                  </a:lnTo>
                  <a:lnTo>
                    <a:pt x="882650" y="209136"/>
                  </a:lnTo>
                  <a:lnTo>
                    <a:pt x="926812" y="230383"/>
                  </a:lnTo>
                  <a:lnTo>
                    <a:pt x="952060" y="192170"/>
                  </a:lnTo>
                  <a:lnTo>
                    <a:pt x="981820" y="158286"/>
                  </a:lnTo>
                  <a:lnTo>
                    <a:pt x="1015524" y="128892"/>
                  </a:lnTo>
                  <a:lnTo>
                    <a:pt x="1052607" y="104155"/>
                  </a:lnTo>
                  <a:lnTo>
                    <a:pt x="1092501" y="84236"/>
                  </a:lnTo>
                  <a:lnTo>
                    <a:pt x="1134638" y="69300"/>
                  </a:lnTo>
                  <a:lnTo>
                    <a:pt x="1178453" y="59510"/>
                  </a:lnTo>
                  <a:lnTo>
                    <a:pt x="1223377" y="55029"/>
                  </a:lnTo>
                  <a:lnTo>
                    <a:pt x="1268844" y="56022"/>
                  </a:lnTo>
                  <a:lnTo>
                    <a:pt x="1314287" y="62652"/>
                  </a:lnTo>
                  <a:lnTo>
                    <a:pt x="1359139" y="75083"/>
                  </a:lnTo>
                  <a:lnTo>
                    <a:pt x="1402834" y="93477"/>
                  </a:lnTo>
                  <a:lnTo>
                    <a:pt x="1445871" y="118861"/>
                  </a:lnTo>
                  <a:lnTo>
                    <a:pt x="1484622" y="149865"/>
                  </a:lnTo>
                  <a:lnTo>
                    <a:pt x="1508846" y="112169"/>
                  </a:lnTo>
                  <a:lnTo>
                    <a:pt x="1538395" y="79485"/>
                  </a:lnTo>
                  <a:lnTo>
                    <a:pt x="1572474" y="52063"/>
                  </a:lnTo>
                  <a:lnTo>
                    <a:pt x="1610286" y="30154"/>
                  </a:lnTo>
                  <a:lnTo>
                    <a:pt x="1651039" y="14007"/>
                  </a:lnTo>
                  <a:lnTo>
                    <a:pt x="1693937" y="3872"/>
                  </a:lnTo>
                  <a:lnTo>
                    <a:pt x="1738185" y="0"/>
                  </a:lnTo>
                  <a:lnTo>
                    <a:pt x="1782988" y="2639"/>
                  </a:lnTo>
                  <a:lnTo>
                    <a:pt x="1827552" y="12040"/>
                  </a:lnTo>
                  <a:lnTo>
                    <a:pt x="1871083" y="28453"/>
                  </a:lnTo>
                  <a:lnTo>
                    <a:pt x="1926074" y="62124"/>
                  </a:lnTo>
                  <a:lnTo>
                    <a:pt x="1971540" y="106558"/>
                  </a:lnTo>
                  <a:lnTo>
                    <a:pt x="2004809" y="74818"/>
                  </a:lnTo>
                  <a:lnTo>
                    <a:pt x="2041738" y="48630"/>
                  </a:lnTo>
                  <a:lnTo>
                    <a:pt x="2081626" y="28047"/>
                  </a:lnTo>
                  <a:lnTo>
                    <a:pt x="2123776" y="13123"/>
                  </a:lnTo>
                  <a:lnTo>
                    <a:pt x="2167487" y="3912"/>
                  </a:lnTo>
                  <a:lnTo>
                    <a:pt x="2212061" y="468"/>
                  </a:lnTo>
                  <a:lnTo>
                    <a:pt x="2256798" y="2845"/>
                  </a:lnTo>
                  <a:lnTo>
                    <a:pt x="2301001" y="11096"/>
                  </a:lnTo>
                  <a:lnTo>
                    <a:pt x="2343969" y="25275"/>
                  </a:lnTo>
                  <a:lnTo>
                    <a:pt x="2385003" y="45436"/>
                  </a:lnTo>
                  <a:lnTo>
                    <a:pt x="2423406" y="71633"/>
                  </a:lnTo>
                  <a:lnTo>
                    <a:pt x="2462404" y="108473"/>
                  </a:lnTo>
                  <a:lnTo>
                    <a:pt x="2493843" y="150707"/>
                  </a:lnTo>
                  <a:lnTo>
                    <a:pt x="2517114" y="197345"/>
                  </a:lnTo>
                  <a:lnTo>
                    <a:pt x="2531610" y="247401"/>
                  </a:lnTo>
                  <a:lnTo>
                    <a:pt x="2576852" y="262113"/>
                  </a:lnTo>
                  <a:lnTo>
                    <a:pt x="2618593" y="281923"/>
                  </a:lnTo>
                  <a:lnTo>
                    <a:pt x="2656540" y="306345"/>
                  </a:lnTo>
                  <a:lnTo>
                    <a:pt x="2690397" y="334895"/>
                  </a:lnTo>
                  <a:lnTo>
                    <a:pt x="2719871" y="367087"/>
                  </a:lnTo>
                  <a:lnTo>
                    <a:pt x="2744668" y="402437"/>
                  </a:lnTo>
                  <a:lnTo>
                    <a:pt x="2764493" y="440458"/>
                  </a:lnTo>
                  <a:lnTo>
                    <a:pt x="2779053" y="480667"/>
                  </a:lnTo>
                  <a:lnTo>
                    <a:pt x="2788052" y="522579"/>
                  </a:lnTo>
                  <a:lnTo>
                    <a:pt x="2791198" y="565707"/>
                  </a:lnTo>
                  <a:lnTo>
                    <a:pt x="2788196" y="609567"/>
                  </a:lnTo>
                  <a:lnTo>
                    <a:pt x="2778752" y="653674"/>
                  </a:lnTo>
                  <a:lnTo>
                    <a:pt x="2762623" y="697235"/>
                  </a:lnTo>
                  <a:lnTo>
                    <a:pt x="2790210" y="734991"/>
                  </a:lnTo>
                  <a:lnTo>
                    <a:pt x="2812859" y="774511"/>
                  </a:lnTo>
                  <a:lnTo>
                    <a:pt x="2830617" y="815437"/>
                  </a:lnTo>
                  <a:lnTo>
                    <a:pt x="2843536" y="857409"/>
                  </a:lnTo>
                  <a:lnTo>
                    <a:pt x="2851664" y="900068"/>
                  </a:lnTo>
                  <a:lnTo>
                    <a:pt x="2855050" y="943057"/>
                  </a:lnTo>
                  <a:lnTo>
                    <a:pt x="2853745" y="986014"/>
                  </a:lnTo>
                  <a:lnTo>
                    <a:pt x="2847797" y="1028582"/>
                  </a:lnTo>
                  <a:lnTo>
                    <a:pt x="2837256" y="1070402"/>
                  </a:lnTo>
                  <a:lnTo>
                    <a:pt x="2822171" y="1111114"/>
                  </a:lnTo>
                  <a:lnTo>
                    <a:pt x="2802593" y="1150360"/>
                  </a:lnTo>
                  <a:lnTo>
                    <a:pt x="2778570" y="1187780"/>
                  </a:lnTo>
                  <a:lnTo>
                    <a:pt x="2750151" y="1223016"/>
                  </a:lnTo>
                  <a:lnTo>
                    <a:pt x="2717387" y="1255709"/>
                  </a:lnTo>
                  <a:lnTo>
                    <a:pt x="2680327" y="1285499"/>
                  </a:lnTo>
                  <a:lnTo>
                    <a:pt x="2642481" y="1309984"/>
                  </a:lnTo>
                  <a:lnTo>
                    <a:pt x="2602318" y="1330622"/>
                  </a:lnTo>
                  <a:lnTo>
                    <a:pt x="2560174" y="1347285"/>
                  </a:lnTo>
                  <a:lnTo>
                    <a:pt x="2516385" y="1359846"/>
                  </a:lnTo>
                  <a:lnTo>
                    <a:pt x="2471285" y="1368176"/>
                  </a:lnTo>
                  <a:lnTo>
                    <a:pt x="2467934" y="1413065"/>
                  </a:lnTo>
                  <a:lnTo>
                    <a:pt x="2458884" y="1456246"/>
                  </a:lnTo>
                  <a:lnTo>
                    <a:pt x="2444495" y="1497386"/>
                  </a:lnTo>
                  <a:lnTo>
                    <a:pt x="2425129" y="1536151"/>
                  </a:lnTo>
                  <a:lnTo>
                    <a:pt x="2401145" y="1572210"/>
                  </a:lnTo>
                  <a:lnTo>
                    <a:pt x="2372905" y="1605228"/>
                  </a:lnTo>
                  <a:lnTo>
                    <a:pt x="2340770" y="1634874"/>
                  </a:lnTo>
                  <a:lnTo>
                    <a:pt x="2305099" y="1660813"/>
                  </a:lnTo>
                  <a:lnTo>
                    <a:pt x="2266255" y="1682714"/>
                  </a:lnTo>
                  <a:lnTo>
                    <a:pt x="2224596" y="1700243"/>
                  </a:lnTo>
                  <a:lnTo>
                    <a:pt x="2180485" y="1713067"/>
                  </a:lnTo>
                  <a:lnTo>
                    <a:pt x="2134282" y="1720853"/>
                  </a:lnTo>
                  <a:lnTo>
                    <a:pt x="2086348" y="1723268"/>
                  </a:lnTo>
                  <a:lnTo>
                    <a:pt x="2033908" y="1719490"/>
                  </a:lnTo>
                  <a:lnTo>
                    <a:pt x="1982779" y="1709044"/>
                  </a:lnTo>
                  <a:lnTo>
                    <a:pt x="1933650" y="1692122"/>
                  </a:lnTo>
                  <a:lnTo>
                    <a:pt x="1887212" y="1668912"/>
                  </a:lnTo>
                  <a:lnTo>
                    <a:pt x="1870651" y="1711942"/>
                  </a:lnTo>
                  <a:lnTo>
                    <a:pt x="1849696" y="1752229"/>
                  </a:lnTo>
                  <a:lnTo>
                    <a:pt x="1824684" y="1789604"/>
                  </a:lnTo>
                  <a:lnTo>
                    <a:pt x="1795955" y="1823896"/>
                  </a:lnTo>
                  <a:lnTo>
                    <a:pt x="1763847" y="1854934"/>
                  </a:lnTo>
                  <a:lnTo>
                    <a:pt x="1728701" y="1882547"/>
                  </a:lnTo>
                  <a:lnTo>
                    <a:pt x="1690855" y="1906566"/>
                  </a:lnTo>
                  <a:lnTo>
                    <a:pt x="1650648" y="1926818"/>
                  </a:lnTo>
                  <a:lnTo>
                    <a:pt x="1608420" y="1943135"/>
                  </a:lnTo>
                  <a:lnTo>
                    <a:pt x="1564509" y="1955343"/>
                  </a:lnTo>
                  <a:lnTo>
                    <a:pt x="1519255" y="1963275"/>
                  </a:lnTo>
                  <a:lnTo>
                    <a:pt x="1472996" y="1966757"/>
                  </a:lnTo>
                  <a:lnTo>
                    <a:pt x="1426073" y="1965621"/>
                  </a:lnTo>
                  <a:lnTo>
                    <a:pt x="1378823" y="1959694"/>
                  </a:lnTo>
                  <a:lnTo>
                    <a:pt x="1331587" y="1948808"/>
                  </a:lnTo>
                  <a:lnTo>
                    <a:pt x="1283382" y="1932177"/>
                  </a:lnTo>
                  <a:lnTo>
                    <a:pt x="1237837" y="1910603"/>
                  </a:lnTo>
                  <a:lnTo>
                    <a:pt x="1195347" y="1884369"/>
                  </a:lnTo>
                  <a:lnTo>
                    <a:pt x="1156308" y="1853760"/>
                  </a:lnTo>
                  <a:lnTo>
                    <a:pt x="1121113" y="1819057"/>
                  </a:lnTo>
                  <a:lnTo>
                    <a:pt x="1090160" y="1780545"/>
                  </a:lnTo>
                  <a:lnTo>
                    <a:pt x="1046904" y="1802461"/>
                  </a:lnTo>
                  <a:lnTo>
                    <a:pt x="1002449" y="1820087"/>
                  </a:lnTo>
                  <a:lnTo>
                    <a:pt x="957087" y="1833491"/>
                  </a:lnTo>
                  <a:lnTo>
                    <a:pt x="911112" y="1842743"/>
                  </a:lnTo>
                  <a:lnTo>
                    <a:pt x="864816" y="1847911"/>
                  </a:lnTo>
                  <a:lnTo>
                    <a:pt x="818493" y="1849064"/>
                  </a:lnTo>
                  <a:lnTo>
                    <a:pt x="772435" y="1846272"/>
                  </a:lnTo>
                  <a:lnTo>
                    <a:pt x="726936" y="1839602"/>
                  </a:lnTo>
                  <a:lnTo>
                    <a:pt x="682289" y="1829124"/>
                  </a:lnTo>
                  <a:lnTo>
                    <a:pt x="638786" y="1814906"/>
                  </a:lnTo>
                  <a:lnTo>
                    <a:pt x="596722" y="1797018"/>
                  </a:lnTo>
                  <a:lnTo>
                    <a:pt x="556389" y="1775529"/>
                  </a:lnTo>
                  <a:lnTo>
                    <a:pt x="518080" y="1750506"/>
                  </a:lnTo>
                  <a:lnTo>
                    <a:pt x="482089" y="1722019"/>
                  </a:lnTo>
                  <a:lnTo>
                    <a:pt x="448707" y="1690136"/>
                  </a:lnTo>
                  <a:lnTo>
                    <a:pt x="418230" y="1654928"/>
                  </a:lnTo>
                  <a:lnTo>
                    <a:pt x="390948" y="1616461"/>
                  </a:lnTo>
                  <a:lnTo>
                    <a:pt x="385564" y="1607825"/>
                  </a:lnTo>
                  <a:lnTo>
                    <a:pt x="338761" y="1609431"/>
                  </a:lnTo>
                  <a:lnTo>
                    <a:pt x="293510" y="1604132"/>
                  </a:lnTo>
                  <a:lnTo>
                    <a:pt x="250466" y="1592418"/>
                  </a:lnTo>
                  <a:lnTo>
                    <a:pt x="210287" y="1574775"/>
                  </a:lnTo>
                  <a:lnTo>
                    <a:pt x="173631" y="1551691"/>
                  </a:lnTo>
                  <a:lnTo>
                    <a:pt x="141154" y="1523655"/>
                  </a:lnTo>
                  <a:lnTo>
                    <a:pt x="113516" y="1491153"/>
                  </a:lnTo>
                  <a:lnTo>
                    <a:pt x="91371" y="1454674"/>
                  </a:lnTo>
                  <a:lnTo>
                    <a:pt x="75379" y="1414704"/>
                  </a:lnTo>
                  <a:lnTo>
                    <a:pt x="66197" y="1371732"/>
                  </a:lnTo>
                  <a:lnTo>
                    <a:pt x="64719" y="1324655"/>
                  </a:lnTo>
                  <a:lnTo>
                    <a:pt x="71906" y="1278577"/>
                  </a:lnTo>
                  <a:lnTo>
                    <a:pt x="87403" y="1234499"/>
                  </a:lnTo>
                  <a:lnTo>
                    <a:pt x="110858" y="1193420"/>
                  </a:lnTo>
                  <a:lnTo>
                    <a:pt x="141914" y="1156340"/>
                  </a:lnTo>
                  <a:lnTo>
                    <a:pt x="99764" y="1127987"/>
                  </a:lnTo>
                  <a:lnTo>
                    <a:pt x="64627" y="1093999"/>
                  </a:lnTo>
                  <a:lnTo>
                    <a:pt x="36792" y="1055422"/>
                  </a:lnTo>
                  <a:lnTo>
                    <a:pt x="16549" y="1013302"/>
                  </a:lnTo>
                  <a:lnTo>
                    <a:pt x="4189" y="968684"/>
                  </a:lnTo>
                  <a:lnTo>
                    <a:pt x="0" y="922613"/>
                  </a:lnTo>
                  <a:lnTo>
                    <a:pt x="4272" y="876135"/>
                  </a:lnTo>
                  <a:lnTo>
                    <a:pt x="17296" y="830294"/>
                  </a:lnTo>
                  <a:lnTo>
                    <a:pt x="39362" y="786135"/>
                  </a:lnTo>
                  <a:lnTo>
                    <a:pt x="71046" y="744635"/>
                  </a:lnTo>
                  <a:lnTo>
                    <a:pt x="109889" y="709919"/>
                  </a:lnTo>
                  <a:lnTo>
                    <a:pt x="154697" y="682708"/>
                  </a:lnTo>
                  <a:lnTo>
                    <a:pt x="204272" y="663720"/>
                  </a:lnTo>
                  <a:lnTo>
                    <a:pt x="257421" y="653674"/>
                  </a:lnTo>
                  <a:lnTo>
                    <a:pt x="259821" y="647578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347596" y="3109214"/>
              <a:ext cx="244347" cy="33375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55739" y="3408172"/>
              <a:ext cx="2616835" cy="2078355"/>
            </a:xfrm>
            <a:custGeom>
              <a:avLst/>
              <a:gdLst/>
              <a:ahLst/>
              <a:cxnLst/>
              <a:rect l="l" t="t" r="r" b="b"/>
              <a:pathLst>
                <a:path w="2616835" h="2078354">
                  <a:moveTo>
                    <a:pt x="1227264" y="163829"/>
                  </a:moveTo>
                  <a:lnTo>
                    <a:pt x="1221408" y="207362"/>
                  </a:lnTo>
                  <a:lnTo>
                    <a:pt x="1204884" y="246492"/>
                  </a:lnTo>
                  <a:lnTo>
                    <a:pt x="1179258" y="279653"/>
                  </a:lnTo>
                  <a:lnTo>
                    <a:pt x="1146097" y="305279"/>
                  </a:lnTo>
                  <a:lnTo>
                    <a:pt x="1106967" y="321803"/>
                  </a:lnTo>
                  <a:lnTo>
                    <a:pt x="1063434" y="327659"/>
                  </a:lnTo>
                  <a:lnTo>
                    <a:pt x="1019857" y="321803"/>
                  </a:lnTo>
                  <a:lnTo>
                    <a:pt x="980715" y="305279"/>
                  </a:lnTo>
                  <a:lnTo>
                    <a:pt x="947562" y="279653"/>
                  </a:lnTo>
                  <a:lnTo>
                    <a:pt x="921956" y="246492"/>
                  </a:lnTo>
                  <a:lnTo>
                    <a:pt x="905451" y="207362"/>
                  </a:lnTo>
                  <a:lnTo>
                    <a:pt x="899604" y="163829"/>
                  </a:lnTo>
                  <a:lnTo>
                    <a:pt x="905451" y="120297"/>
                  </a:lnTo>
                  <a:lnTo>
                    <a:pt x="921956" y="81167"/>
                  </a:lnTo>
                  <a:lnTo>
                    <a:pt x="947562" y="48005"/>
                  </a:lnTo>
                  <a:lnTo>
                    <a:pt x="980715" y="22380"/>
                  </a:lnTo>
                  <a:lnTo>
                    <a:pt x="1019857" y="5856"/>
                  </a:lnTo>
                  <a:lnTo>
                    <a:pt x="1063434" y="0"/>
                  </a:lnTo>
                  <a:lnTo>
                    <a:pt x="1106967" y="5856"/>
                  </a:lnTo>
                  <a:lnTo>
                    <a:pt x="1146097" y="22380"/>
                  </a:lnTo>
                  <a:lnTo>
                    <a:pt x="1179258" y="48005"/>
                  </a:lnTo>
                  <a:lnTo>
                    <a:pt x="1204884" y="81167"/>
                  </a:lnTo>
                  <a:lnTo>
                    <a:pt x="1221408" y="120297"/>
                  </a:lnTo>
                  <a:lnTo>
                    <a:pt x="1227264" y="163829"/>
                  </a:lnTo>
                  <a:close/>
                </a:path>
                <a:path w="2616835" h="2078354">
                  <a:moveTo>
                    <a:pt x="167208" y="1490217"/>
                  </a:moveTo>
                  <a:lnTo>
                    <a:pt x="123565" y="1490293"/>
                  </a:lnTo>
                  <a:lnTo>
                    <a:pt x="80660" y="1484153"/>
                  </a:lnTo>
                  <a:lnTo>
                    <a:pt x="39227" y="1471965"/>
                  </a:lnTo>
                  <a:lnTo>
                    <a:pt x="0" y="1453895"/>
                  </a:lnTo>
                </a:path>
                <a:path w="2616835" h="2078354">
                  <a:moveTo>
                    <a:pt x="314718" y="1887092"/>
                  </a:moveTo>
                  <a:lnTo>
                    <a:pt x="296921" y="1893115"/>
                  </a:lnTo>
                  <a:lnTo>
                    <a:pt x="278757" y="1898030"/>
                  </a:lnTo>
                  <a:lnTo>
                    <a:pt x="260285" y="1901826"/>
                  </a:lnTo>
                  <a:lnTo>
                    <a:pt x="241566" y="1904491"/>
                  </a:lnTo>
                </a:path>
                <a:path w="2616835" h="2078354">
                  <a:moveTo>
                    <a:pt x="945070" y="2077846"/>
                  </a:moveTo>
                  <a:lnTo>
                    <a:pt x="932380" y="2058947"/>
                  </a:lnTo>
                  <a:lnTo>
                    <a:pt x="920797" y="2039429"/>
                  </a:lnTo>
                  <a:lnTo>
                    <a:pt x="910334" y="2019339"/>
                  </a:lnTo>
                  <a:lnTo>
                    <a:pt x="901001" y="1998726"/>
                  </a:lnTo>
                </a:path>
                <a:path w="2616835" h="2078354">
                  <a:moveTo>
                    <a:pt x="1760156" y="1880362"/>
                  </a:moveTo>
                  <a:lnTo>
                    <a:pt x="1757612" y="1902402"/>
                  </a:lnTo>
                  <a:lnTo>
                    <a:pt x="1753806" y="1924288"/>
                  </a:lnTo>
                  <a:lnTo>
                    <a:pt x="1748762" y="1945959"/>
                  </a:lnTo>
                  <a:lnTo>
                    <a:pt x="1742503" y="1967356"/>
                  </a:lnTo>
                </a:path>
                <a:path w="2616835" h="2078354">
                  <a:moveTo>
                    <a:pt x="2616263" y="997711"/>
                  </a:moveTo>
                  <a:lnTo>
                    <a:pt x="2598162" y="1031904"/>
                  </a:lnTo>
                  <a:lnTo>
                    <a:pt x="2576036" y="1063799"/>
                  </a:lnTo>
                  <a:lnTo>
                    <a:pt x="2550148" y="1093098"/>
                  </a:lnTo>
                  <a:lnTo>
                    <a:pt x="2520759" y="1119504"/>
                  </a:lnTo>
                </a:path>
                <a:path w="2616835" h="2078354">
                  <a:moveTo>
                    <a:pt x="2387028" y="545845"/>
                  </a:moveTo>
                  <a:lnTo>
                    <a:pt x="2389411" y="560157"/>
                  </a:lnTo>
                  <a:lnTo>
                    <a:pt x="2391044" y="574516"/>
                  </a:lnTo>
                  <a:lnTo>
                    <a:pt x="2391939" y="588922"/>
                  </a:lnTo>
                  <a:lnTo>
                    <a:pt x="2392108" y="603376"/>
                  </a:lnTo>
                </a:path>
                <a:path w="2616835" h="2078354">
                  <a:moveTo>
                    <a:pt x="1776666" y="478789"/>
                  </a:moveTo>
                  <a:lnTo>
                    <a:pt x="1786808" y="459249"/>
                  </a:lnTo>
                  <a:lnTo>
                    <a:pt x="1798367" y="440483"/>
                  </a:lnTo>
                  <a:lnTo>
                    <a:pt x="1811331" y="422550"/>
                  </a:lnTo>
                  <a:lnTo>
                    <a:pt x="1825688" y="405510"/>
                  </a:lnTo>
                </a:path>
                <a:path w="2616835" h="2078354">
                  <a:moveTo>
                    <a:pt x="1318831" y="513714"/>
                  </a:moveTo>
                  <a:lnTo>
                    <a:pt x="1323185" y="497439"/>
                  </a:lnTo>
                  <a:lnTo>
                    <a:pt x="1328610" y="481425"/>
                  </a:lnTo>
                  <a:lnTo>
                    <a:pt x="1335083" y="465744"/>
                  </a:lnTo>
                  <a:lnTo>
                    <a:pt x="1342580" y="450469"/>
                  </a:lnTo>
                </a:path>
                <a:path w="2616835" h="2078354">
                  <a:moveTo>
                    <a:pt x="781507" y="535177"/>
                  </a:moveTo>
                  <a:lnTo>
                    <a:pt x="804413" y="548693"/>
                  </a:lnTo>
                  <a:lnTo>
                    <a:pt x="826389" y="563483"/>
                  </a:lnTo>
                  <a:lnTo>
                    <a:pt x="847383" y="579487"/>
                  </a:lnTo>
                  <a:lnTo>
                    <a:pt x="867346" y="596645"/>
                  </a:lnTo>
                </a:path>
                <a:path w="2616835" h="2078354">
                  <a:moveTo>
                    <a:pt x="129844" y="1017523"/>
                  </a:moveTo>
                  <a:lnTo>
                    <a:pt x="125083" y="1001547"/>
                  </a:lnTo>
                  <a:lnTo>
                    <a:pt x="120996" y="985440"/>
                  </a:lnTo>
                  <a:lnTo>
                    <a:pt x="117589" y="969214"/>
                  </a:lnTo>
                  <a:lnTo>
                    <a:pt x="114871" y="952880"/>
                  </a:lnTo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8" name="object 128"/>
          <p:cNvGraphicFramePr>
            <a:graphicFrameLocks noGrp="1"/>
          </p:cNvGraphicFramePr>
          <p:nvPr/>
        </p:nvGraphicFramePr>
        <p:xfrm>
          <a:off x="603923" y="4300728"/>
          <a:ext cx="2308860" cy="904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/>
                <a:gridCol w="556895"/>
                <a:gridCol w="564515"/>
                <a:gridCol w="590550"/>
              </a:tblGrid>
              <a:tr h="304800">
                <a:tc>
                  <a:txBody>
                    <a:bodyPr/>
                    <a:lstStyle/>
                    <a:p>
                      <a:pPr marL="156845" marR="158750" indent="501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File  </a:t>
                      </a:r>
                      <a:r>
                        <a:rPr dirty="0" sz="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Na</a:t>
                      </a:r>
                      <a:r>
                        <a:rPr dirty="0" sz="7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dirty="0" sz="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130175" indent="-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7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hunk  </a:t>
                      </a:r>
                      <a:r>
                        <a:rPr dirty="0" sz="7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Id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Handle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Location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solidFill>
                      <a:srgbClr val="00000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 spc="-5">
                          <a:latin typeface="Tahoma"/>
                          <a:cs typeface="Tahoma"/>
                        </a:rPr>
                        <a:t>/foo/bar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a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b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c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8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8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700">
                          <a:latin typeface="Tahoma"/>
                          <a:cs typeface="Tahoma"/>
                        </a:rPr>
                        <a:t>...</a:t>
                      </a:r>
                      <a:endParaRPr sz="7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object 129"/>
          <p:cNvSpPr txBox="1"/>
          <p:nvPr/>
        </p:nvSpPr>
        <p:spPr>
          <a:xfrm>
            <a:off x="623112" y="4031996"/>
            <a:ext cx="10325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0" b="1">
                <a:latin typeface="FreeSerif"/>
                <a:cs typeface="FreeSerif"/>
              </a:rPr>
              <a:t>Cache</a:t>
            </a:r>
            <a:r>
              <a:rPr dirty="0" sz="1600" spc="-80" b="1">
                <a:latin typeface="FreeSerif"/>
                <a:cs typeface="FreeSerif"/>
              </a:rPr>
              <a:t> </a:t>
            </a:r>
            <a:r>
              <a:rPr dirty="0" sz="1600" spc="5" b="1">
                <a:latin typeface="FreeSerif"/>
                <a:cs typeface="FreeSerif"/>
              </a:rPr>
              <a:t>info.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5618988" y="2974848"/>
            <a:ext cx="1828800" cy="307975"/>
          </a:xfrm>
          <a:custGeom>
            <a:avLst/>
            <a:gdLst/>
            <a:ahLst/>
            <a:cxnLst/>
            <a:rect l="l" t="t" r="r" b="b"/>
            <a:pathLst>
              <a:path w="1828800" h="307975">
                <a:moveTo>
                  <a:pt x="1828800" y="0"/>
                </a:moveTo>
                <a:lnTo>
                  <a:pt x="0" y="0"/>
                </a:lnTo>
                <a:lnTo>
                  <a:pt x="0" y="307848"/>
                </a:lnTo>
                <a:lnTo>
                  <a:pt x="1828800" y="307848"/>
                </a:lnTo>
                <a:lnTo>
                  <a:pt x="1828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5698616" y="3002026"/>
            <a:ext cx="16389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40" b="1" i="1">
                <a:solidFill>
                  <a:srgbClr val="FFFFFF"/>
                </a:solidFill>
                <a:latin typeface="Carlito"/>
                <a:cs typeface="Carlito"/>
              </a:rPr>
              <a:t>Closest</a:t>
            </a:r>
            <a:r>
              <a:rPr dirty="0" sz="1400" spc="-6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70" b="1" i="1">
                <a:solidFill>
                  <a:srgbClr val="FFFFFF"/>
                </a:solidFill>
                <a:latin typeface="Carlito"/>
                <a:cs typeface="Carlito"/>
              </a:rPr>
              <a:t>Chunkserver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32" name="object 1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75" b="1">
                <a:solidFill>
                  <a:srgbClr val="404040"/>
                </a:solidFill>
                <a:latin typeface="FreeSerif"/>
                <a:cs typeface="FreeSerif"/>
              </a:rPr>
              <a:t>Systems</a:t>
            </a:r>
            <a:r>
              <a:rPr dirty="0" sz="2400" spc="-85" b="1">
                <a:solidFill>
                  <a:srgbClr val="404040"/>
                </a:solidFill>
                <a:latin typeface="FreeSerif"/>
                <a:cs typeface="FreeSerif"/>
              </a:rPr>
              <a:t> </a:t>
            </a:r>
            <a:r>
              <a:rPr dirty="0" sz="2400" spc="80" b="1">
                <a:solidFill>
                  <a:srgbClr val="404040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020826"/>
            <a:ext cx="7583805" cy="2649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 marR="2292985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5">
                <a:latin typeface="FreeSerif"/>
                <a:cs typeface="FreeSerif"/>
              </a:rPr>
              <a:t>Each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mutation</a:t>
            </a:r>
            <a:r>
              <a:rPr dirty="0" sz="2000" spc="-11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(write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or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append)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performed  </a:t>
            </a:r>
            <a:r>
              <a:rPr dirty="0" sz="2000" spc="110">
                <a:latin typeface="FreeSerif"/>
                <a:cs typeface="FreeSerif"/>
              </a:rPr>
              <a:t>at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all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chunk’s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replicas</a:t>
            </a:r>
            <a:endParaRPr sz="20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buClr>
                <a:srgbClr val="000066"/>
              </a:buClr>
              <a:buFont typeface="Wingdings"/>
              <a:buChar char=""/>
            </a:pPr>
            <a:endParaRPr sz="2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5">
                <a:latin typeface="FreeSerif"/>
                <a:cs typeface="FreeSerif"/>
              </a:rPr>
              <a:t>Leases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used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maintain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consistent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mutation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order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across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replicas</a:t>
            </a:r>
            <a:endParaRPr sz="20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grants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lease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i="1">
                <a:solidFill>
                  <a:srgbClr val="252525"/>
                </a:solidFill>
                <a:latin typeface="Caladea"/>
                <a:cs typeface="Caladea"/>
              </a:rPr>
              <a:t>one of </a:t>
            </a:r>
            <a:r>
              <a:rPr dirty="0" sz="1800" spc="-5" i="1">
                <a:solidFill>
                  <a:srgbClr val="252525"/>
                </a:solidFill>
                <a:latin typeface="Caladea"/>
                <a:cs typeface="Caladea"/>
              </a:rPr>
              <a:t>the</a:t>
            </a:r>
            <a:r>
              <a:rPr dirty="0" sz="1800" spc="-10" i="1">
                <a:solidFill>
                  <a:srgbClr val="252525"/>
                </a:solidFill>
                <a:latin typeface="Caladea"/>
                <a:cs typeface="Caladea"/>
              </a:rPr>
              <a:t> replicas</a:t>
            </a:r>
            <a:endParaRPr sz="1800">
              <a:latin typeface="Caladea"/>
              <a:cs typeface="Caladea"/>
            </a:endParaRPr>
          </a:p>
          <a:p>
            <a:pPr lvl="2" marL="699770" indent="-172720">
              <a:lnSpc>
                <a:spcPct val="100000"/>
              </a:lnSpc>
              <a:spcBef>
                <a:spcPts val="390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called </a:t>
            </a:r>
            <a:r>
              <a:rPr dirty="0" sz="1600" spc="-5" i="1">
                <a:solidFill>
                  <a:srgbClr val="585858"/>
                </a:solidFill>
                <a:latin typeface="Caladea"/>
                <a:cs typeface="Caladea"/>
              </a:rPr>
              <a:t>primary</a:t>
            </a:r>
            <a:r>
              <a:rPr dirty="0" sz="1600" spc="-80" i="1">
                <a:solidFill>
                  <a:srgbClr val="585858"/>
                </a:solidFill>
                <a:latin typeface="Caladea"/>
                <a:cs typeface="Caladea"/>
              </a:rPr>
              <a:t> </a:t>
            </a:r>
            <a:r>
              <a:rPr dirty="0" sz="1600" spc="-10" i="1">
                <a:solidFill>
                  <a:srgbClr val="585858"/>
                </a:solidFill>
                <a:latin typeface="Caladea"/>
                <a:cs typeface="Caladea"/>
              </a:rPr>
              <a:t>replica</a:t>
            </a:r>
            <a:endParaRPr sz="1600">
              <a:latin typeface="Caladea"/>
              <a:cs typeface="Caladea"/>
            </a:endParaRPr>
          </a:p>
          <a:p>
            <a:pPr lvl="1" marL="429895" indent="-160655">
              <a:lnSpc>
                <a:spcPct val="100000"/>
              </a:lnSpc>
              <a:spcBef>
                <a:spcPts val="425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primary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replica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picks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serial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order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for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all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mutations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endParaRPr sz="18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All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follow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this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order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10">
                <a:solidFill>
                  <a:srgbClr val="252525"/>
                </a:solidFill>
                <a:latin typeface="FreeSerif"/>
                <a:cs typeface="FreeSerif"/>
              </a:rPr>
              <a:t>when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applying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mutations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4310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90">
                <a:solidFill>
                  <a:srgbClr val="0E1745"/>
                </a:solidFill>
              </a:rPr>
              <a:t>Leases </a:t>
            </a:r>
            <a:r>
              <a:rPr dirty="0" sz="2800" spc="114">
                <a:solidFill>
                  <a:srgbClr val="0E1745"/>
                </a:solidFill>
              </a:rPr>
              <a:t>and </a:t>
            </a:r>
            <a:r>
              <a:rPr dirty="0" sz="2800" spc="50">
                <a:solidFill>
                  <a:srgbClr val="0E1745"/>
                </a:solidFill>
              </a:rPr>
              <a:t>Mutation</a:t>
            </a:r>
            <a:r>
              <a:rPr dirty="0" sz="2800" spc="-505">
                <a:solidFill>
                  <a:srgbClr val="0E1745"/>
                </a:solidFill>
              </a:rPr>
              <a:t> </a:t>
            </a:r>
            <a:r>
              <a:rPr dirty="0" sz="2800" spc="50">
                <a:solidFill>
                  <a:srgbClr val="0E1745"/>
                </a:solidFill>
              </a:rPr>
              <a:t>Order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7415530" cy="284416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25" b="1">
                <a:latin typeface="FreeSerif"/>
                <a:cs typeface="FreeSerif"/>
              </a:rPr>
              <a:t>Client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65" b="1">
                <a:latin typeface="FreeSerif"/>
                <a:cs typeface="FreeSerif"/>
              </a:rPr>
              <a:t>specify</a:t>
            </a:r>
            <a:r>
              <a:rPr dirty="0" sz="2000" spc="-95" b="1">
                <a:latin typeface="FreeSerif"/>
                <a:cs typeface="FreeSerif"/>
              </a:rPr>
              <a:t> </a:t>
            </a:r>
            <a:r>
              <a:rPr dirty="0" sz="2000" spc="80" b="1">
                <a:latin typeface="FreeSerif"/>
                <a:cs typeface="FreeSerif"/>
              </a:rPr>
              <a:t>only</a:t>
            </a:r>
            <a:r>
              <a:rPr dirty="0" sz="2000" spc="-75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the</a:t>
            </a:r>
            <a:r>
              <a:rPr dirty="0" sz="2000" spc="-75" b="1">
                <a:latin typeface="FreeSerif"/>
                <a:cs typeface="FreeSerif"/>
              </a:rPr>
              <a:t> </a:t>
            </a:r>
            <a:r>
              <a:rPr dirty="0" sz="2000" spc="65" b="1">
                <a:latin typeface="FreeSerif"/>
                <a:cs typeface="FreeSerif"/>
              </a:rPr>
              <a:t>data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-105">
                <a:solidFill>
                  <a:srgbClr val="252525"/>
                </a:solidFill>
                <a:latin typeface="FreeSerif"/>
                <a:cs typeface="FreeSerif"/>
              </a:rPr>
              <a:t>GFS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chooses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1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oﬀset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concurrent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atomic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record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appends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are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serializable</a:t>
            </a:r>
            <a:endParaRPr sz="1800">
              <a:latin typeface="FreeSerif"/>
              <a:cs typeface="FreeSerif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har char="‣"/>
            </a:pPr>
            <a:endParaRPr sz="27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5" b="1">
                <a:latin typeface="FreeSerif"/>
                <a:cs typeface="FreeSerif"/>
              </a:rPr>
              <a:t>Mutation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100" b="1">
                <a:latin typeface="FreeSerif"/>
                <a:cs typeface="FreeSerif"/>
              </a:rPr>
              <a:t>order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70" b="1">
                <a:latin typeface="FreeSerif"/>
                <a:cs typeface="FreeSerif"/>
              </a:rPr>
              <a:t>is</a:t>
            </a:r>
            <a:r>
              <a:rPr dirty="0" sz="2000" spc="-80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determined</a:t>
            </a:r>
            <a:r>
              <a:rPr dirty="0" sz="2000" spc="-105" b="1">
                <a:latin typeface="FreeSerif"/>
                <a:cs typeface="FreeSerif"/>
              </a:rPr>
              <a:t> </a:t>
            </a:r>
            <a:r>
              <a:rPr dirty="0" sz="2000" spc="70" b="1">
                <a:latin typeface="FreeSerif"/>
                <a:cs typeface="FreeSerif"/>
              </a:rPr>
              <a:t>by</a:t>
            </a:r>
            <a:r>
              <a:rPr dirty="0" sz="2000" spc="-55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the</a:t>
            </a:r>
            <a:r>
              <a:rPr dirty="0" sz="2000" spc="-90" b="1">
                <a:latin typeface="FreeSerif"/>
                <a:cs typeface="FreeSerif"/>
              </a:rPr>
              <a:t> </a:t>
            </a:r>
            <a:r>
              <a:rPr dirty="0" sz="2000" spc="75" b="1">
                <a:latin typeface="FreeSerif"/>
                <a:cs typeface="FreeSerif"/>
              </a:rPr>
              <a:t>primary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-50">
                <a:solidFill>
                  <a:srgbClr val="252525"/>
                </a:solidFill>
                <a:latin typeface="FreeSerif"/>
                <a:cs typeface="FreeSerif"/>
              </a:rPr>
              <a:t>All</a:t>
            </a:r>
            <a:r>
              <a:rPr dirty="0" sz="19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80">
                <a:solidFill>
                  <a:srgbClr val="252525"/>
                </a:solidFill>
                <a:latin typeface="FreeSerif"/>
                <a:cs typeface="FreeSerif"/>
              </a:rPr>
              <a:t>secondaries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00">
                <a:solidFill>
                  <a:srgbClr val="252525"/>
                </a:solidFill>
                <a:latin typeface="FreeSerif"/>
                <a:cs typeface="FreeSerif"/>
              </a:rPr>
              <a:t>use</a:t>
            </a:r>
            <a:r>
              <a:rPr dirty="0" sz="19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9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5">
                <a:solidFill>
                  <a:srgbClr val="252525"/>
                </a:solidFill>
                <a:latin typeface="FreeSerif"/>
                <a:cs typeface="FreeSerif"/>
              </a:rPr>
              <a:t>same</a:t>
            </a:r>
            <a:r>
              <a:rPr dirty="0" sz="19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80">
                <a:solidFill>
                  <a:srgbClr val="252525"/>
                </a:solidFill>
                <a:latin typeface="FreeSerif"/>
                <a:cs typeface="FreeSerif"/>
              </a:rPr>
              <a:t>mutation</a:t>
            </a:r>
            <a:r>
              <a:rPr dirty="0" sz="19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95">
                <a:solidFill>
                  <a:srgbClr val="252525"/>
                </a:solidFill>
                <a:latin typeface="FreeSerif"/>
                <a:cs typeface="FreeSerif"/>
              </a:rPr>
              <a:t>order</a:t>
            </a:r>
            <a:endParaRPr sz="1900">
              <a:latin typeface="FreeSerif"/>
              <a:cs typeface="FreeSerif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har char="‣"/>
            </a:pPr>
            <a:endParaRPr sz="26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70" b="1">
                <a:latin typeface="FreeSerif"/>
                <a:cs typeface="FreeSerif"/>
              </a:rPr>
              <a:t>GFS</a:t>
            </a:r>
            <a:r>
              <a:rPr dirty="0" sz="2000" spc="-80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appends</a:t>
            </a:r>
            <a:r>
              <a:rPr dirty="0" sz="2000" spc="-60" b="1">
                <a:latin typeface="FreeSerif"/>
                <a:cs typeface="FreeSerif"/>
              </a:rPr>
              <a:t> </a:t>
            </a:r>
            <a:r>
              <a:rPr dirty="0" sz="2000" spc="70" b="1">
                <a:latin typeface="FreeSerif"/>
                <a:cs typeface="FreeSerif"/>
              </a:rPr>
              <a:t>data</a:t>
            </a:r>
            <a:r>
              <a:rPr dirty="0" sz="2000" spc="-55" b="1">
                <a:latin typeface="FreeSerif"/>
                <a:cs typeface="FreeSerif"/>
              </a:rPr>
              <a:t> </a:t>
            </a:r>
            <a:r>
              <a:rPr dirty="0" sz="2000" spc="85" b="1">
                <a:latin typeface="FreeSerif"/>
                <a:cs typeface="FreeSerif"/>
              </a:rPr>
              <a:t>to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the</a:t>
            </a:r>
            <a:r>
              <a:rPr dirty="0" sz="2000" spc="-70" b="1">
                <a:latin typeface="FreeSerif"/>
                <a:cs typeface="FreeSerif"/>
              </a:rPr>
              <a:t> </a:t>
            </a:r>
            <a:r>
              <a:rPr dirty="0" sz="2000" spc="30" b="1">
                <a:latin typeface="FreeSerif"/>
                <a:cs typeface="FreeSerif"/>
              </a:rPr>
              <a:t>file</a:t>
            </a:r>
            <a:r>
              <a:rPr dirty="0" sz="2000" spc="-65" b="1">
                <a:latin typeface="FreeSerif"/>
                <a:cs typeface="FreeSerif"/>
              </a:rPr>
              <a:t> </a:t>
            </a:r>
            <a:r>
              <a:rPr dirty="0" u="sng" sz="2000" spc="60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at</a:t>
            </a:r>
            <a:r>
              <a:rPr dirty="0" u="sng" sz="2000" spc="-15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sng" sz="2000" spc="65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least</a:t>
            </a:r>
            <a:r>
              <a:rPr dirty="0" u="sng" sz="2000" spc="-15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sng" sz="2000" spc="55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once</a:t>
            </a:r>
            <a:r>
              <a:rPr dirty="0" sz="2000" spc="-35" b="1" i="1">
                <a:latin typeface="Carlito"/>
                <a:cs typeface="Carlito"/>
              </a:rPr>
              <a:t> </a:t>
            </a:r>
            <a:r>
              <a:rPr dirty="0" sz="2000" spc="85" b="1">
                <a:latin typeface="FreeSerif"/>
                <a:cs typeface="FreeSerif"/>
              </a:rPr>
              <a:t>as</a:t>
            </a:r>
            <a:r>
              <a:rPr dirty="0" sz="2000" spc="-60" b="1">
                <a:latin typeface="FreeSerif"/>
                <a:cs typeface="FreeSerif"/>
              </a:rPr>
              <a:t> </a:t>
            </a:r>
            <a:r>
              <a:rPr dirty="0" sz="2000" spc="80" b="1">
                <a:latin typeface="FreeSerif"/>
                <a:cs typeface="FreeSerif"/>
              </a:rPr>
              <a:t>an</a:t>
            </a:r>
            <a:r>
              <a:rPr dirty="0" sz="2000" spc="-65" b="1">
                <a:latin typeface="FreeSerif"/>
                <a:cs typeface="FreeSerif"/>
              </a:rPr>
              <a:t> </a:t>
            </a:r>
            <a:r>
              <a:rPr dirty="0" u="sng" sz="2000" spc="75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atomically</a:t>
            </a:r>
            <a:r>
              <a:rPr dirty="0" u="sng" sz="2000" spc="-40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dirty="0" u="sng" sz="2000" spc="90" b="1" i="1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unit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9147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40">
                <a:solidFill>
                  <a:srgbClr val="0E1745"/>
                </a:solidFill>
              </a:rPr>
              <a:t>Atomic </a:t>
            </a:r>
            <a:r>
              <a:rPr dirty="0" sz="2800" spc="75">
                <a:solidFill>
                  <a:srgbClr val="0E1745"/>
                </a:solidFill>
              </a:rPr>
              <a:t>Record</a:t>
            </a:r>
            <a:r>
              <a:rPr dirty="0" sz="2800" spc="-245">
                <a:solidFill>
                  <a:srgbClr val="0E1745"/>
                </a:solidFill>
              </a:rPr>
              <a:t> </a:t>
            </a:r>
            <a:r>
              <a:rPr dirty="0" sz="2800" spc="95">
                <a:solidFill>
                  <a:srgbClr val="0E1745"/>
                </a:solidFill>
              </a:rPr>
              <a:t>Appends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020826"/>
            <a:ext cx="7959090" cy="1884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 marR="5080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10">
                <a:latin typeface="FreeSerif"/>
                <a:cs typeface="FreeSerif"/>
              </a:rPr>
              <a:t>Make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copy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-30">
                <a:latin typeface="FreeSerif"/>
                <a:cs typeface="FreeSerif"/>
              </a:rPr>
              <a:t>of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ﬁle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or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directory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tree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almost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instantaneously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1900" spc="55">
                <a:latin typeface="FreeSerif"/>
                <a:cs typeface="FreeSerif"/>
              </a:rPr>
              <a:t>by</a:t>
            </a:r>
            <a:r>
              <a:rPr dirty="0" sz="1900" spc="-50">
                <a:latin typeface="FreeSerif"/>
                <a:cs typeface="FreeSerif"/>
              </a:rPr>
              <a:t> </a:t>
            </a:r>
            <a:r>
              <a:rPr dirty="0" sz="1900" spc="75">
                <a:latin typeface="FreeSerif"/>
                <a:cs typeface="FreeSerif"/>
              </a:rPr>
              <a:t>using  </a:t>
            </a:r>
            <a:r>
              <a:rPr dirty="0" sz="1900" spc="105">
                <a:latin typeface="FreeSerif"/>
                <a:cs typeface="FreeSerif"/>
              </a:rPr>
              <a:t>standard </a:t>
            </a:r>
            <a:r>
              <a:rPr dirty="0" sz="1900" spc="-10" i="1">
                <a:latin typeface="Caladea"/>
                <a:cs typeface="Caladea"/>
              </a:rPr>
              <a:t>copy-on-write</a:t>
            </a:r>
            <a:r>
              <a:rPr dirty="0" sz="1900" spc="-185" i="1">
                <a:latin typeface="Caladea"/>
                <a:cs typeface="Caladea"/>
              </a:rPr>
              <a:t> </a:t>
            </a:r>
            <a:r>
              <a:rPr dirty="0" sz="1900" spc="75">
                <a:latin typeface="FreeSerif"/>
                <a:cs typeface="FreeSerif"/>
              </a:rPr>
              <a:t>techniques</a:t>
            </a:r>
            <a:endParaRPr sz="19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15">
                <a:solidFill>
                  <a:srgbClr val="252525"/>
                </a:solidFill>
                <a:latin typeface="FreeSerif"/>
                <a:cs typeface="FreeSerif"/>
              </a:rPr>
              <a:t>Revoke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any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outstanding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leases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on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snapshot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Logs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snapshot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operation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disk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duplicates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metadata</a:t>
            </a:r>
            <a:endParaRPr sz="1800">
              <a:latin typeface="FreeSerif"/>
              <a:cs typeface="FreeSerif"/>
            </a:endParaRPr>
          </a:p>
          <a:p>
            <a:pPr lvl="1" marL="429895" marR="259715" indent="-1600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/>
              <a:t>	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If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client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5">
                <a:solidFill>
                  <a:srgbClr val="252525"/>
                </a:solidFill>
                <a:latin typeface="FreeSerif"/>
                <a:cs typeface="FreeSerif"/>
              </a:rPr>
              <a:t>wants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write,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it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creates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14">
                <a:solidFill>
                  <a:srgbClr val="252525"/>
                </a:solidFill>
                <a:latin typeface="FreeSerif"/>
                <a:cs typeface="FreeSerif"/>
              </a:rPr>
              <a:t>new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tell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secondary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do 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same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26580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90">
                <a:solidFill>
                  <a:srgbClr val="0E1745"/>
                </a:solidFill>
              </a:rPr>
              <a:t>Snapshot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75">
                <a:solidFill>
                  <a:srgbClr val="0E1745"/>
                </a:solidFill>
              </a:rPr>
              <a:t>Operation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63394" y="2061972"/>
            <a:ext cx="3491229" cy="872490"/>
          </a:xfrm>
          <a:custGeom>
            <a:avLst/>
            <a:gdLst/>
            <a:ahLst/>
            <a:cxnLst/>
            <a:rect l="l" t="t" r="r" b="b"/>
            <a:pathLst>
              <a:path w="3491229" h="872489">
                <a:moveTo>
                  <a:pt x="3385566" y="36282"/>
                </a:moveTo>
                <a:lnTo>
                  <a:pt x="0" y="828928"/>
                </a:lnTo>
                <a:lnTo>
                  <a:pt x="10160" y="871981"/>
                </a:lnTo>
                <a:lnTo>
                  <a:pt x="3395690" y="79314"/>
                </a:lnTo>
                <a:lnTo>
                  <a:pt x="3404997" y="54482"/>
                </a:lnTo>
                <a:lnTo>
                  <a:pt x="3385566" y="36282"/>
                </a:lnTo>
                <a:close/>
              </a:path>
              <a:path w="3491229" h="872489">
                <a:moveTo>
                  <a:pt x="3485225" y="32892"/>
                </a:moveTo>
                <a:lnTo>
                  <a:pt x="3400044" y="32892"/>
                </a:lnTo>
                <a:lnTo>
                  <a:pt x="3410077" y="75945"/>
                </a:lnTo>
                <a:lnTo>
                  <a:pt x="3395690" y="79314"/>
                </a:lnTo>
                <a:lnTo>
                  <a:pt x="3377056" y="129031"/>
                </a:lnTo>
                <a:lnTo>
                  <a:pt x="3491103" y="34289"/>
                </a:lnTo>
                <a:lnTo>
                  <a:pt x="3485225" y="32892"/>
                </a:lnTo>
                <a:close/>
              </a:path>
              <a:path w="3491229" h="872489">
                <a:moveTo>
                  <a:pt x="3400044" y="32892"/>
                </a:moveTo>
                <a:lnTo>
                  <a:pt x="3385566" y="36282"/>
                </a:lnTo>
                <a:lnTo>
                  <a:pt x="3404997" y="54482"/>
                </a:lnTo>
                <a:lnTo>
                  <a:pt x="3395690" y="79314"/>
                </a:lnTo>
                <a:lnTo>
                  <a:pt x="3410077" y="75945"/>
                </a:lnTo>
                <a:lnTo>
                  <a:pt x="3400044" y="32892"/>
                </a:lnTo>
                <a:close/>
              </a:path>
              <a:path w="3491229" h="872489">
                <a:moveTo>
                  <a:pt x="3346830" y="0"/>
                </a:moveTo>
                <a:lnTo>
                  <a:pt x="3385566" y="36282"/>
                </a:lnTo>
                <a:lnTo>
                  <a:pt x="3400044" y="32892"/>
                </a:lnTo>
                <a:lnTo>
                  <a:pt x="3485225" y="32892"/>
                </a:lnTo>
                <a:lnTo>
                  <a:pt x="334683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703957" y="1998979"/>
            <a:ext cx="200278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❶</a:t>
            </a:r>
            <a:r>
              <a:rPr dirty="0" sz="1200" spc="-114" b="1" i="1">
                <a:latin typeface="Carlito"/>
                <a:cs typeface="Carlito"/>
              </a:rPr>
              <a:t> </a:t>
            </a:r>
            <a:r>
              <a:rPr dirty="0" sz="1200" spc="10" b="1">
                <a:latin typeface="FreeSerif"/>
                <a:cs typeface="FreeSerif"/>
              </a:rPr>
              <a:t>Client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asks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master</a:t>
            </a:r>
            <a:r>
              <a:rPr dirty="0" sz="1200" spc="-75" b="1">
                <a:latin typeface="FreeSerif"/>
                <a:cs typeface="FreeSerif"/>
              </a:rPr>
              <a:t> </a:t>
            </a:r>
            <a:r>
              <a:rPr dirty="0" sz="1200" spc="10" b="1">
                <a:latin typeface="FreeSerif"/>
                <a:cs typeface="FreeSerif"/>
              </a:rPr>
              <a:t>for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all  </a:t>
            </a:r>
            <a:r>
              <a:rPr dirty="0" sz="1200" spc="55" b="1">
                <a:latin typeface="FreeSerif"/>
                <a:cs typeface="FreeSerif"/>
              </a:rPr>
              <a:t>chunkservers </a:t>
            </a:r>
            <a:r>
              <a:rPr dirty="0" sz="1200" spc="40" b="1">
                <a:latin typeface="FreeSerif"/>
                <a:cs typeface="FreeSerif"/>
              </a:rPr>
              <a:t>(including </a:t>
            </a:r>
            <a:r>
              <a:rPr dirty="0" sz="1200" spc="35" b="1">
                <a:latin typeface="FreeSerif"/>
                <a:cs typeface="FreeSerif"/>
              </a:rPr>
              <a:t>all  </a:t>
            </a:r>
            <a:r>
              <a:rPr dirty="0" sz="1200" spc="55" b="1">
                <a:latin typeface="FreeSerif"/>
                <a:cs typeface="FreeSerif"/>
              </a:rPr>
              <a:t>secondaries)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54757" y="2245486"/>
            <a:ext cx="3491229" cy="871855"/>
          </a:xfrm>
          <a:custGeom>
            <a:avLst/>
            <a:gdLst/>
            <a:ahLst/>
            <a:cxnLst/>
            <a:rect l="l" t="t" r="r" b="b"/>
            <a:pathLst>
              <a:path w="3491229" h="871855">
                <a:moveTo>
                  <a:pt x="114046" y="742823"/>
                </a:moveTo>
                <a:lnTo>
                  <a:pt x="0" y="837564"/>
                </a:lnTo>
                <a:lnTo>
                  <a:pt x="144144" y="871854"/>
                </a:lnTo>
                <a:lnTo>
                  <a:pt x="109023" y="838962"/>
                </a:lnTo>
                <a:lnTo>
                  <a:pt x="91059" y="838962"/>
                </a:lnTo>
                <a:lnTo>
                  <a:pt x="81025" y="795909"/>
                </a:lnTo>
                <a:lnTo>
                  <a:pt x="95446" y="792533"/>
                </a:lnTo>
                <a:lnTo>
                  <a:pt x="114046" y="742823"/>
                </a:lnTo>
                <a:close/>
              </a:path>
              <a:path w="3491229" h="871855">
                <a:moveTo>
                  <a:pt x="95446" y="792533"/>
                </a:moveTo>
                <a:lnTo>
                  <a:pt x="81025" y="795909"/>
                </a:lnTo>
                <a:lnTo>
                  <a:pt x="91059" y="838962"/>
                </a:lnTo>
                <a:lnTo>
                  <a:pt x="105430" y="835597"/>
                </a:lnTo>
                <a:lnTo>
                  <a:pt x="86106" y="817499"/>
                </a:lnTo>
                <a:lnTo>
                  <a:pt x="95446" y="792533"/>
                </a:lnTo>
                <a:close/>
              </a:path>
              <a:path w="3491229" h="871855">
                <a:moveTo>
                  <a:pt x="105430" y="835597"/>
                </a:moveTo>
                <a:lnTo>
                  <a:pt x="91059" y="838962"/>
                </a:lnTo>
                <a:lnTo>
                  <a:pt x="109023" y="838962"/>
                </a:lnTo>
                <a:lnTo>
                  <a:pt x="105430" y="835597"/>
                </a:lnTo>
                <a:close/>
              </a:path>
              <a:path w="3491229" h="871855">
                <a:moveTo>
                  <a:pt x="3480943" y="0"/>
                </a:moveTo>
                <a:lnTo>
                  <a:pt x="95446" y="792533"/>
                </a:lnTo>
                <a:lnTo>
                  <a:pt x="86106" y="817499"/>
                </a:lnTo>
                <a:lnTo>
                  <a:pt x="105430" y="835597"/>
                </a:lnTo>
                <a:lnTo>
                  <a:pt x="3491103" y="42925"/>
                </a:lnTo>
                <a:lnTo>
                  <a:pt x="34809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93594" y="3110941"/>
            <a:ext cx="275526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❷</a:t>
            </a:r>
            <a:r>
              <a:rPr dirty="0" sz="1200" spc="-130" b="1" i="1">
                <a:latin typeface="Carlito"/>
                <a:cs typeface="Carlito"/>
              </a:rPr>
              <a:t> </a:t>
            </a:r>
            <a:r>
              <a:rPr dirty="0" sz="1200" spc="25" b="1">
                <a:latin typeface="FreeSerif"/>
                <a:cs typeface="FreeSerif"/>
              </a:rPr>
              <a:t>Master</a:t>
            </a:r>
            <a:r>
              <a:rPr dirty="0" sz="1200" spc="-75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grants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a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85" b="1">
                <a:latin typeface="FreeSerif"/>
                <a:cs typeface="FreeSerif"/>
              </a:rPr>
              <a:t>new</a:t>
            </a:r>
            <a:r>
              <a:rPr dirty="0" sz="1200" spc="-3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lease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on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30" b="1">
                <a:latin typeface="FreeSerif"/>
                <a:cs typeface="FreeSerif"/>
              </a:rPr>
              <a:t>chunk,  </a:t>
            </a:r>
            <a:r>
              <a:rPr dirty="0" sz="1200" spc="55" b="1">
                <a:latin typeface="FreeSerif"/>
                <a:cs typeface="FreeSerif"/>
              </a:rPr>
              <a:t>increases </a:t>
            </a:r>
            <a:r>
              <a:rPr dirty="0" sz="1200" spc="60" b="1">
                <a:latin typeface="FreeSerif"/>
                <a:cs typeface="FreeSerif"/>
              </a:rPr>
              <a:t>the </a:t>
            </a:r>
            <a:r>
              <a:rPr dirty="0" sz="1200" spc="45" b="1">
                <a:latin typeface="FreeSerif"/>
                <a:cs typeface="FreeSerif"/>
              </a:rPr>
              <a:t>chunk </a:t>
            </a:r>
            <a:r>
              <a:rPr dirty="0" sz="1200" spc="50" b="1">
                <a:latin typeface="FreeSerif"/>
                <a:cs typeface="FreeSerif"/>
              </a:rPr>
              <a:t>version </a:t>
            </a:r>
            <a:r>
              <a:rPr dirty="0" sz="1200" spc="25" b="1">
                <a:latin typeface="FreeSerif"/>
                <a:cs typeface="FreeSerif"/>
              </a:rPr>
              <a:t>number,  </a:t>
            </a:r>
            <a:r>
              <a:rPr dirty="0" sz="1200" spc="50" b="1">
                <a:latin typeface="FreeSerif"/>
                <a:cs typeface="FreeSerif"/>
              </a:rPr>
              <a:t>tells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all</a:t>
            </a:r>
            <a:r>
              <a:rPr dirty="0" sz="1200" spc="-35" b="1">
                <a:latin typeface="FreeSerif"/>
                <a:cs typeface="FreeSerif"/>
              </a:rPr>
              <a:t> </a:t>
            </a:r>
            <a:r>
              <a:rPr dirty="0" sz="1200" spc="45" b="1">
                <a:latin typeface="FreeSerif"/>
                <a:cs typeface="FreeSerif"/>
              </a:rPr>
              <a:t>replicas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do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the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45" b="1">
                <a:latin typeface="FreeSerif"/>
                <a:cs typeface="FreeSerif"/>
              </a:rPr>
              <a:t>same.</a:t>
            </a:r>
            <a:endParaRPr sz="12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40" b="1">
                <a:latin typeface="FreeSerif"/>
                <a:cs typeface="FreeSerif"/>
              </a:rPr>
              <a:t>Replies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120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client.</a:t>
            </a:r>
            <a:endParaRPr sz="12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</a:pPr>
            <a:r>
              <a:rPr dirty="0" sz="1200" spc="10" b="1">
                <a:latin typeface="FreeSerif"/>
                <a:cs typeface="FreeSerif"/>
              </a:rPr>
              <a:t>Client</a:t>
            </a:r>
            <a:r>
              <a:rPr dirty="0" sz="1200" spc="-3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no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longer</a:t>
            </a:r>
            <a:r>
              <a:rPr dirty="0" sz="1200" spc="-2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has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35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talk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master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64282" y="2889885"/>
            <a:ext cx="3490595" cy="733425"/>
          </a:xfrm>
          <a:custGeom>
            <a:avLst/>
            <a:gdLst/>
            <a:ahLst/>
            <a:cxnLst/>
            <a:rect l="l" t="t" r="r" b="b"/>
            <a:pathLst>
              <a:path w="3490595" h="733425">
                <a:moveTo>
                  <a:pt x="3384728" y="695316"/>
                </a:moveTo>
                <a:lnTo>
                  <a:pt x="3347466" y="733170"/>
                </a:lnTo>
                <a:lnTo>
                  <a:pt x="3472540" y="698118"/>
                </a:lnTo>
                <a:lnTo>
                  <a:pt x="3399282" y="698118"/>
                </a:lnTo>
                <a:lnTo>
                  <a:pt x="3384728" y="695316"/>
                </a:lnTo>
                <a:close/>
              </a:path>
              <a:path w="3490595" h="733425">
                <a:moveTo>
                  <a:pt x="3393042" y="651893"/>
                </a:moveTo>
                <a:lnTo>
                  <a:pt x="3403346" y="676401"/>
                </a:lnTo>
                <a:lnTo>
                  <a:pt x="3384728" y="695316"/>
                </a:lnTo>
                <a:lnTo>
                  <a:pt x="3399282" y="698118"/>
                </a:lnTo>
                <a:lnTo>
                  <a:pt x="3407537" y="654685"/>
                </a:lnTo>
                <a:lnTo>
                  <a:pt x="3393042" y="651893"/>
                </a:lnTo>
                <a:close/>
              </a:path>
              <a:path w="3490595" h="733425">
                <a:moveTo>
                  <a:pt x="3372485" y="602995"/>
                </a:moveTo>
                <a:lnTo>
                  <a:pt x="3393042" y="651893"/>
                </a:lnTo>
                <a:lnTo>
                  <a:pt x="3407537" y="654685"/>
                </a:lnTo>
                <a:lnTo>
                  <a:pt x="3399282" y="698118"/>
                </a:lnTo>
                <a:lnTo>
                  <a:pt x="3472540" y="698118"/>
                </a:lnTo>
                <a:lnTo>
                  <a:pt x="3490214" y="693165"/>
                </a:lnTo>
                <a:lnTo>
                  <a:pt x="3372485" y="602995"/>
                </a:lnTo>
                <a:close/>
              </a:path>
              <a:path w="3490595" h="733425">
                <a:moveTo>
                  <a:pt x="8382" y="0"/>
                </a:moveTo>
                <a:lnTo>
                  <a:pt x="0" y="43434"/>
                </a:lnTo>
                <a:lnTo>
                  <a:pt x="3384728" y="695316"/>
                </a:lnTo>
                <a:lnTo>
                  <a:pt x="3403346" y="676401"/>
                </a:lnTo>
                <a:lnTo>
                  <a:pt x="3393042" y="651893"/>
                </a:lnTo>
                <a:lnTo>
                  <a:pt x="8382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363216" y="2603372"/>
            <a:ext cx="2522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❸</a:t>
            </a:r>
            <a:r>
              <a:rPr dirty="0" sz="1200" spc="-105" b="1" i="1">
                <a:latin typeface="Carlito"/>
                <a:cs typeface="Carlito"/>
              </a:rPr>
              <a:t> </a:t>
            </a:r>
            <a:r>
              <a:rPr dirty="0" sz="1200" spc="10" b="1">
                <a:latin typeface="FreeSerif"/>
                <a:cs typeface="FreeSerif"/>
              </a:rPr>
              <a:t>Client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pushes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data</a:t>
            </a:r>
            <a:r>
              <a:rPr dirty="0" sz="1200" spc="-7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all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servers,  </a:t>
            </a:r>
            <a:r>
              <a:rPr dirty="0" sz="1200" spc="55" b="1">
                <a:latin typeface="FreeSerif"/>
                <a:cs typeface="FreeSerif"/>
              </a:rPr>
              <a:t>not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necessarily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primary</a:t>
            </a:r>
            <a:r>
              <a:rPr dirty="0" sz="1200" spc="-70" b="1">
                <a:latin typeface="FreeSerif"/>
                <a:cs typeface="FreeSerif"/>
              </a:rPr>
              <a:t> </a:t>
            </a:r>
            <a:r>
              <a:rPr dirty="0" sz="1200" spc="10" b="1">
                <a:latin typeface="FreeSerif"/>
                <a:cs typeface="FreeSerif"/>
              </a:rPr>
              <a:t>first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45352" y="3734561"/>
            <a:ext cx="132715" cy="2528570"/>
          </a:xfrm>
          <a:custGeom>
            <a:avLst/>
            <a:gdLst/>
            <a:ahLst/>
            <a:cxnLst/>
            <a:rect l="l" t="t" r="r" b="b"/>
            <a:pathLst>
              <a:path w="132714" h="2528570">
                <a:moveTo>
                  <a:pt x="132588" y="2395791"/>
                </a:moveTo>
                <a:lnTo>
                  <a:pt x="88392" y="2425255"/>
                </a:lnTo>
                <a:lnTo>
                  <a:pt x="88392" y="2133600"/>
                </a:lnTo>
                <a:lnTo>
                  <a:pt x="44196" y="2133600"/>
                </a:lnTo>
                <a:lnTo>
                  <a:pt x="44196" y="2425255"/>
                </a:lnTo>
                <a:lnTo>
                  <a:pt x="0" y="2395791"/>
                </a:lnTo>
                <a:lnTo>
                  <a:pt x="66294" y="2528379"/>
                </a:lnTo>
                <a:lnTo>
                  <a:pt x="110490" y="2439987"/>
                </a:lnTo>
                <a:lnTo>
                  <a:pt x="132588" y="2395791"/>
                </a:lnTo>
                <a:close/>
              </a:path>
              <a:path w="132714" h="2528570">
                <a:moveTo>
                  <a:pt x="132588" y="1306195"/>
                </a:moveTo>
                <a:lnTo>
                  <a:pt x="88392" y="1335659"/>
                </a:lnTo>
                <a:lnTo>
                  <a:pt x="88392" y="1043940"/>
                </a:lnTo>
                <a:lnTo>
                  <a:pt x="44196" y="1043940"/>
                </a:lnTo>
                <a:lnTo>
                  <a:pt x="44196" y="1335659"/>
                </a:lnTo>
                <a:lnTo>
                  <a:pt x="0" y="1306195"/>
                </a:lnTo>
                <a:lnTo>
                  <a:pt x="66294" y="1438783"/>
                </a:lnTo>
                <a:lnTo>
                  <a:pt x="110490" y="1350391"/>
                </a:lnTo>
                <a:lnTo>
                  <a:pt x="132588" y="1306195"/>
                </a:lnTo>
                <a:close/>
              </a:path>
              <a:path w="132714" h="2528570">
                <a:moveTo>
                  <a:pt x="132588" y="262255"/>
                </a:moveTo>
                <a:lnTo>
                  <a:pt x="88392" y="291719"/>
                </a:lnTo>
                <a:lnTo>
                  <a:pt x="88392" y="0"/>
                </a:lnTo>
                <a:lnTo>
                  <a:pt x="44196" y="0"/>
                </a:lnTo>
                <a:lnTo>
                  <a:pt x="44196" y="291719"/>
                </a:lnTo>
                <a:lnTo>
                  <a:pt x="0" y="262255"/>
                </a:lnTo>
                <a:lnTo>
                  <a:pt x="66294" y="394843"/>
                </a:lnTo>
                <a:lnTo>
                  <a:pt x="110490" y="306451"/>
                </a:lnTo>
                <a:lnTo>
                  <a:pt x="132588" y="262255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311646" y="6401561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44196">
            <a:solidFill>
              <a:srgbClr val="4285F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11555" y="4240783"/>
            <a:ext cx="2238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 b="1">
                <a:solidFill>
                  <a:srgbClr val="4285F4"/>
                </a:solidFill>
                <a:latin typeface="FreeSerif"/>
                <a:cs typeface="FreeSerif"/>
              </a:rPr>
              <a:t>Decoupled </a:t>
            </a:r>
            <a:r>
              <a:rPr dirty="0" sz="1800" spc="30" b="1">
                <a:solidFill>
                  <a:srgbClr val="4285F4"/>
                </a:solidFill>
                <a:latin typeface="FreeSerif"/>
                <a:cs typeface="FreeSerif"/>
              </a:rPr>
              <a:t>Data</a:t>
            </a:r>
            <a:r>
              <a:rPr dirty="0" sz="1800" spc="-250" b="1">
                <a:solidFill>
                  <a:srgbClr val="4285F4"/>
                </a:solidFill>
                <a:latin typeface="FreeSerif"/>
                <a:cs typeface="FreeSerif"/>
              </a:rPr>
              <a:t> </a:t>
            </a:r>
            <a:r>
              <a:rPr dirty="0" sz="1800" spc="45" b="1">
                <a:solidFill>
                  <a:srgbClr val="4285F4"/>
                </a:solidFill>
                <a:latin typeface="FreeSerif"/>
                <a:cs typeface="FreeSerif"/>
              </a:rPr>
              <a:t>Flow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1555" y="4516323"/>
            <a:ext cx="437261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u="sng" sz="1600" spc="-15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Fully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utilize</a:t>
            </a:r>
            <a:r>
              <a:rPr dirty="0" sz="1600" spc="-10" i="1">
                <a:latin typeface="Caladea"/>
                <a:cs typeface="Caladea"/>
              </a:rPr>
              <a:t> each machine’s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network</a:t>
            </a:r>
            <a:r>
              <a:rPr dirty="0" u="sng" sz="1600" spc="18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bandwidth</a:t>
            </a:r>
            <a:endParaRPr sz="1600">
              <a:latin typeface="Caladea"/>
              <a:cs typeface="Calade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u="sng" sz="1600" spc="-2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Avoid </a:t>
            </a:r>
            <a:r>
              <a:rPr dirty="0" u="sng" sz="1600" spc="-5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network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bottleneck</a:t>
            </a:r>
            <a:r>
              <a:rPr dirty="0" sz="1600" spc="-10" i="1">
                <a:latin typeface="Caladea"/>
                <a:cs typeface="Caladea"/>
              </a:rPr>
              <a:t> </a:t>
            </a:r>
            <a:r>
              <a:rPr dirty="0" sz="1600" spc="-5" i="1">
                <a:latin typeface="Caladea"/>
                <a:cs typeface="Caladea"/>
              </a:rPr>
              <a:t>and high-latency</a:t>
            </a:r>
            <a:r>
              <a:rPr dirty="0" sz="1600" spc="140" i="1">
                <a:latin typeface="Caladea"/>
                <a:cs typeface="Caladea"/>
              </a:rPr>
              <a:t> </a:t>
            </a:r>
            <a:r>
              <a:rPr dirty="0" sz="1600" spc="-5" i="1">
                <a:latin typeface="Caladea"/>
                <a:cs typeface="Caladea"/>
              </a:rPr>
              <a:t>links</a:t>
            </a:r>
            <a:endParaRPr sz="1600">
              <a:latin typeface="Caladea"/>
              <a:cs typeface="Caladea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Minimize the </a:t>
            </a:r>
            <a:r>
              <a:rPr dirty="0" u="sng" sz="1600" spc="-5" i="1">
                <a:uFill>
                  <a:solidFill>
                    <a:srgbClr val="000000"/>
                  </a:solidFill>
                </a:uFill>
                <a:latin typeface="Caladea"/>
                <a:cs typeface="Caladea"/>
              </a:rPr>
              <a:t>latency</a:t>
            </a:r>
            <a:r>
              <a:rPr dirty="0" sz="1600" spc="-5" i="1">
                <a:latin typeface="Caladea"/>
                <a:cs typeface="Caladea"/>
              </a:rPr>
              <a:t> </a:t>
            </a:r>
            <a:r>
              <a:rPr dirty="0" sz="1600" spc="-10" i="1">
                <a:latin typeface="Caladea"/>
                <a:cs typeface="Caladea"/>
              </a:rPr>
              <a:t>by </a:t>
            </a:r>
            <a:r>
              <a:rPr dirty="0" sz="1600" spc="-5" i="1">
                <a:latin typeface="Caladea"/>
                <a:cs typeface="Caladea"/>
              </a:rPr>
              <a:t>pipelining the</a:t>
            </a:r>
            <a:r>
              <a:rPr dirty="0" sz="1600" spc="135" i="1">
                <a:latin typeface="Caladea"/>
                <a:cs typeface="Caladea"/>
              </a:rPr>
              <a:t> </a:t>
            </a:r>
            <a:r>
              <a:rPr dirty="0" sz="1600" spc="-5" i="1">
                <a:latin typeface="Caladea"/>
                <a:cs typeface="Caladea"/>
              </a:rPr>
              <a:t>data</a:t>
            </a:r>
            <a:endParaRPr sz="1600">
              <a:latin typeface="Caladea"/>
              <a:cs typeface="Calade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96434" y="3367659"/>
            <a:ext cx="2163445" cy="720090"/>
            <a:chOff x="4996434" y="3367659"/>
            <a:chExt cx="2163445" cy="720090"/>
          </a:xfrm>
        </p:grpSpPr>
        <p:sp>
          <p:nvSpPr>
            <p:cNvPr id="40" name="object 40"/>
            <p:cNvSpPr/>
            <p:nvPr/>
          </p:nvSpPr>
          <p:spPr>
            <a:xfrm>
              <a:off x="5009134" y="3380359"/>
              <a:ext cx="2138045" cy="694690"/>
            </a:xfrm>
            <a:custGeom>
              <a:avLst/>
              <a:gdLst/>
              <a:ahLst/>
              <a:cxnLst/>
              <a:rect l="l" t="t" r="r" b="b"/>
              <a:pathLst>
                <a:path w="2138045" h="694689">
                  <a:moveTo>
                    <a:pt x="2081911" y="0"/>
                  </a:moveTo>
                  <a:lnTo>
                    <a:pt x="0" y="279399"/>
                  </a:lnTo>
                  <a:lnTo>
                    <a:pt x="55752" y="694689"/>
                  </a:lnTo>
                  <a:lnTo>
                    <a:pt x="2137664" y="415289"/>
                  </a:lnTo>
                  <a:lnTo>
                    <a:pt x="2081911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009134" y="3380359"/>
              <a:ext cx="2138045" cy="694690"/>
            </a:xfrm>
            <a:custGeom>
              <a:avLst/>
              <a:gdLst/>
              <a:ahLst/>
              <a:cxnLst/>
              <a:rect l="l" t="t" r="r" b="b"/>
              <a:pathLst>
                <a:path w="2138045" h="694689">
                  <a:moveTo>
                    <a:pt x="0" y="279399"/>
                  </a:moveTo>
                  <a:lnTo>
                    <a:pt x="2081911" y="0"/>
                  </a:lnTo>
                  <a:lnTo>
                    <a:pt x="2137664" y="415289"/>
                  </a:lnTo>
                  <a:lnTo>
                    <a:pt x="55752" y="694689"/>
                  </a:lnTo>
                  <a:lnTo>
                    <a:pt x="0" y="279399"/>
                  </a:lnTo>
                  <a:close/>
                </a:path>
              </a:pathLst>
            </a:custGeom>
            <a:ln w="254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258054" y="3505073"/>
              <a:ext cx="1667128" cy="50266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4996434" y="4259960"/>
            <a:ext cx="2163445" cy="720090"/>
            <a:chOff x="4996434" y="4259960"/>
            <a:chExt cx="2163445" cy="720090"/>
          </a:xfrm>
        </p:grpSpPr>
        <p:sp>
          <p:nvSpPr>
            <p:cNvPr id="44" name="object 44"/>
            <p:cNvSpPr/>
            <p:nvPr/>
          </p:nvSpPr>
          <p:spPr>
            <a:xfrm>
              <a:off x="5009134" y="4272660"/>
              <a:ext cx="2138045" cy="694690"/>
            </a:xfrm>
            <a:custGeom>
              <a:avLst/>
              <a:gdLst/>
              <a:ahLst/>
              <a:cxnLst/>
              <a:rect l="l" t="t" r="r" b="b"/>
              <a:pathLst>
                <a:path w="2138045" h="694689">
                  <a:moveTo>
                    <a:pt x="2081911" y="0"/>
                  </a:moveTo>
                  <a:lnTo>
                    <a:pt x="0" y="279400"/>
                  </a:lnTo>
                  <a:lnTo>
                    <a:pt x="55752" y="694689"/>
                  </a:lnTo>
                  <a:lnTo>
                    <a:pt x="2137664" y="415289"/>
                  </a:lnTo>
                  <a:lnTo>
                    <a:pt x="2081911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09134" y="4272660"/>
              <a:ext cx="2138045" cy="694690"/>
            </a:xfrm>
            <a:custGeom>
              <a:avLst/>
              <a:gdLst/>
              <a:ahLst/>
              <a:cxnLst/>
              <a:rect l="l" t="t" r="r" b="b"/>
              <a:pathLst>
                <a:path w="2138045" h="694689">
                  <a:moveTo>
                    <a:pt x="0" y="279400"/>
                  </a:moveTo>
                  <a:lnTo>
                    <a:pt x="2081911" y="0"/>
                  </a:lnTo>
                  <a:lnTo>
                    <a:pt x="2137664" y="415289"/>
                  </a:lnTo>
                  <a:lnTo>
                    <a:pt x="55752" y="694689"/>
                  </a:lnTo>
                  <a:lnTo>
                    <a:pt x="0" y="279400"/>
                  </a:lnTo>
                  <a:close/>
                </a:path>
              </a:pathLst>
            </a:custGeom>
            <a:ln w="254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258054" y="4397374"/>
              <a:ext cx="1667128" cy="50266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4996434" y="5141214"/>
            <a:ext cx="2163445" cy="720725"/>
            <a:chOff x="4996434" y="5141214"/>
            <a:chExt cx="2163445" cy="720725"/>
          </a:xfrm>
        </p:grpSpPr>
        <p:sp>
          <p:nvSpPr>
            <p:cNvPr id="48" name="object 48"/>
            <p:cNvSpPr/>
            <p:nvPr/>
          </p:nvSpPr>
          <p:spPr>
            <a:xfrm>
              <a:off x="5009134" y="5153914"/>
              <a:ext cx="2138045" cy="695325"/>
            </a:xfrm>
            <a:custGeom>
              <a:avLst/>
              <a:gdLst/>
              <a:ahLst/>
              <a:cxnLst/>
              <a:rect l="l" t="t" r="r" b="b"/>
              <a:pathLst>
                <a:path w="2138045" h="695325">
                  <a:moveTo>
                    <a:pt x="2081911" y="0"/>
                  </a:moveTo>
                  <a:lnTo>
                    <a:pt x="0" y="279400"/>
                  </a:lnTo>
                  <a:lnTo>
                    <a:pt x="55752" y="694728"/>
                  </a:lnTo>
                  <a:lnTo>
                    <a:pt x="2137664" y="415417"/>
                  </a:lnTo>
                  <a:lnTo>
                    <a:pt x="2081911" y="0"/>
                  </a:lnTo>
                  <a:close/>
                </a:path>
              </a:pathLst>
            </a:custGeom>
            <a:solidFill>
              <a:srgbClr val="EA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009134" y="5153914"/>
              <a:ext cx="2138045" cy="695325"/>
            </a:xfrm>
            <a:custGeom>
              <a:avLst/>
              <a:gdLst/>
              <a:ahLst/>
              <a:cxnLst/>
              <a:rect l="l" t="t" r="r" b="b"/>
              <a:pathLst>
                <a:path w="2138045" h="695325">
                  <a:moveTo>
                    <a:pt x="0" y="279400"/>
                  </a:moveTo>
                  <a:lnTo>
                    <a:pt x="2081911" y="0"/>
                  </a:lnTo>
                  <a:lnTo>
                    <a:pt x="2137664" y="415417"/>
                  </a:lnTo>
                  <a:lnTo>
                    <a:pt x="55752" y="694728"/>
                  </a:lnTo>
                  <a:lnTo>
                    <a:pt x="0" y="279400"/>
                  </a:lnTo>
                  <a:close/>
                </a:path>
              </a:pathLst>
            </a:custGeom>
            <a:ln w="254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58054" y="5278755"/>
              <a:ext cx="1667128" cy="50262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4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276601" y="3069589"/>
            <a:ext cx="3478529" cy="1505585"/>
          </a:xfrm>
          <a:custGeom>
            <a:avLst/>
            <a:gdLst/>
            <a:ahLst/>
            <a:cxnLst/>
            <a:rect l="l" t="t" r="r" b="b"/>
            <a:pathLst>
              <a:path w="3478529" h="1505585">
                <a:moveTo>
                  <a:pt x="3375045" y="1476065"/>
                </a:moveTo>
                <a:lnTo>
                  <a:pt x="3330575" y="1505204"/>
                </a:lnTo>
                <a:lnTo>
                  <a:pt x="3478530" y="1496060"/>
                </a:lnTo>
                <a:lnTo>
                  <a:pt x="3466434" y="1481836"/>
                </a:lnTo>
                <a:lnTo>
                  <a:pt x="3388614" y="1481836"/>
                </a:lnTo>
                <a:lnTo>
                  <a:pt x="3375045" y="1476065"/>
                </a:lnTo>
                <a:close/>
              </a:path>
              <a:path w="3478529" h="1505585">
                <a:moveTo>
                  <a:pt x="3397250" y="1461516"/>
                </a:moveTo>
                <a:lnTo>
                  <a:pt x="3375045" y="1476065"/>
                </a:lnTo>
                <a:lnTo>
                  <a:pt x="3388614" y="1481836"/>
                </a:lnTo>
                <a:lnTo>
                  <a:pt x="3397250" y="1461516"/>
                </a:lnTo>
                <a:close/>
              </a:path>
              <a:path w="3478529" h="1505585">
                <a:moveTo>
                  <a:pt x="3382518" y="1383157"/>
                </a:moveTo>
                <a:lnTo>
                  <a:pt x="3392347" y="1435437"/>
                </a:lnTo>
                <a:lnTo>
                  <a:pt x="3405886" y="1441196"/>
                </a:lnTo>
                <a:lnTo>
                  <a:pt x="3388614" y="1481836"/>
                </a:lnTo>
                <a:lnTo>
                  <a:pt x="3466434" y="1481836"/>
                </a:lnTo>
                <a:lnTo>
                  <a:pt x="3382518" y="1383157"/>
                </a:lnTo>
                <a:close/>
              </a:path>
              <a:path w="3478529" h="1505585">
                <a:moveTo>
                  <a:pt x="17272" y="0"/>
                </a:moveTo>
                <a:lnTo>
                  <a:pt x="0" y="40639"/>
                </a:lnTo>
                <a:lnTo>
                  <a:pt x="3375045" y="1476065"/>
                </a:lnTo>
                <a:lnTo>
                  <a:pt x="3397250" y="1461516"/>
                </a:lnTo>
                <a:lnTo>
                  <a:pt x="3392347" y="1435437"/>
                </a:lnTo>
                <a:lnTo>
                  <a:pt x="17272" y="0"/>
                </a:lnTo>
                <a:close/>
              </a:path>
              <a:path w="3478529" h="1505585">
                <a:moveTo>
                  <a:pt x="3392347" y="1435437"/>
                </a:moveTo>
                <a:lnTo>
                  <a:pt x="3397250" y="1461516"/>
                </a:lnTo>
                <a:lnTo>
                  <a:pt x="3405886" y="1441196"/>
                </a:lnTo>
                <a:lnTo>
                  <a:pt x="3392347" y="143543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441194" y="3426028"/>
            <a:ext cx="251396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❹</a:t>
            </a:r>
            <a:r>
              <a:rPr dirty="0" sz="1200" spc="-114" b="1" i="1">
                <a:latin typeface="Carlito"/>
                <a:cs typeface="Carlito"/>
              </a:rPr>
              <a:t> </a:t>
            </a:r>
            <a:r>
              <a:rPr dirty="0" sz="1200" spc="25" b="1">
                <a:latin typeface="FreeSerif"/>
                <a:cs typeface="FreeSerif"/>
              </a:rPr>
              <a:t>Once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45" b="1">
                <a:latin typeface="FreeSerif"/>
                <a:cs typeface="FreeSerif"/>
              </a:rPr>
              <a:t>data</a:t>
            </a:r>
            <a:r>
              <a:rPr dirty="0" sz="1200" spc="-75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is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acked,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45" b="1">
                <a:latin typeface="FreeSerif"/>
                <a:cs typeface="FreeSerif"/>
              </a:rPr>
              <a:t>client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sends</a:t>
            </a:r>
            <a:endParaRPr sz="12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55" b="1">
                <a:latin typeface="FreeSerif"/>
                <a:cs typeface="FreeSerif"/>
              </a:rPr>
              <a:t>write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request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20" b="1">
                <a:latin typeface="FreeSerif"/>
                <a:cs typeface="FreeSerif"/>
              </a:rPr>
              <a:t>primary.</a:t>
            </a:r>
            <a:endParaRPr sz="1200">
              <a:latin typeface="FreeSerif"/>
              <a:cs typeface="FreeSerif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spc="30" b="1">
                <a:latin typeface="FreeSerif"/>
                <a:cs typeface="FreeSerif"/>
              </a:rPr>
              <a:t>Primary</a:t>
            </a:r>
            <a:r>
              <a:rPr dirty="0" sz="1200" spc="-70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decides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serialization</a:t>
            </a:r>
            <a:r>
              <a:rPr dirty="0" sz="1200" spc="-65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order  </a:t>
            </a:r>
            <a:r>
              <a:rPr dirty="0" sz="1200" spc="10" b="1">
                <a:latin typeface="FreeSerif"/>
                <a:cs typeface="FreeSerif"/>
              </a:rPr>
              <a:t>for </a:t>
            </a:r>
            <a:r>
              <a:rPr dirty="0" sz="1200" spc="35" b="1">
                <a:latin typeface="FreeSerif"/>
                <a:cs typeface="FreeSerif"/>
              </a:rPr>
              <a:t>all </a:t>
            </a:r>
            <a:r>
              <a:rPr dirty="0" sz="1200" spc="40" b="1">
                <a:latin typeface="FreeSerif"/>
                <a:cs typeface="FreeSerif"/>
              </a:rPr>
              <a:t>incoming </a:t>
            </a:r>
            <a:r>
              <a:rPr dirty="0" sz="1200" spc="35" b="1">
                <a:latin typeface="FreeSerif"/>
                <a:cs typeface="FreeSerif"/>
              </a:rPr>
              <a:t>modifications </a:t>
            </a:r>
            <a:r>
              <a:rPr dirty="0" sz="1200" spc="50" b="1">
                <a:latin typeface="FreeSerif"/>
                <a:cs typeface="FreeSerif"/>
              </a:rPr>
              <a:t>and  applies</a:t>
            </a:r>
            <a:r>
              <a:rPr dirty="0" sz="1200" spc="-65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them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the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45" b="1">
                <a:latin typeface="FreeSerif"/>
                <a:cs typeface="FreeSerif"/>
              </a:rPr>
              <a:t>chunk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4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17388" y="3441191"/>
            <a:ext cx="250825" cy="2265045"/>
          </a:xfrm>
          <a:custGeom>
            <a:avLst/>
            <a:gdLst/>
            <a:ahLst/>
            <a:cxnLst/>
            <a:rect l="l" t="t" r="r" b="b"/>
            <a:pathLst>
              <a:path w="250825" h="2265045">
                <a:moveTo>
                  <a:pt x="250698" y="1193292"/>
                </a:moveTo>
                <a:lnTo>
                  <a:pt x="22098" y="1193292"/>
                </a:lnTo>
                <a:lnTo>
                  <a:pt x="13500" y="1195031"/>
                </a:lnTo>
                <a:lnTo>
                  <a:pt x="6477" y="1199769"/>
                </a:lnTo>
                <a:lnTo>
                  <a:pt x="1727" y="1206804"/>
                </a:lnTo>
                <a:lnTo>
                  <a:pt x="0" y="1215390"/>
                </a:lnTo>
                <a:lnTo>
                  <a:pt x="0" y="2198154"/>
                </a:lnTo>
                <a:lnTo>
                  <a:pt x="1727" y="2206764"/>
                </a:lnTo>
                <a:lnTo>
                  <a:pt x="6477" y="2213787"/>
                </a:lnTo>
                <a:lnTo>
                  <a:pt x="13500" y="2218525"/>
                </a:lnTo>
                <a:lnTo>
                  <a:pt x="22098" y="2220252"/>
                </a:lnTo>
                <a:lnTo>
                  <a:pt x="134874" y="2220252"/>
                </a:lnTo>
                <a:lnTo>
                  <a:pt x="105410" y="2264448"/>
                </a:lnTo>
                <a:lnTo>
                  <a:pt x="193802" y="2220252"/>
                </a:lnTo>
                <a:lnTo>
                  <a:pt x="237998" y="2198154"/>
                </a:lnTo>
                <a:lnTo>
                  <a:pt x="193814" y="2176056"/>
                </a:lnTo>
                <a:lnTo>
                  <a:pt x="105410" y="2131822"/>
                </a:lnTo>
                <a:lnTo>
                  <a:pt x="134874" y="2176056"/>
                </a:lnTo>
                <a:lnTo>
                  <a:pt x="44196" y="2176056"/>
                </a:lnTo>
                <a:lnTo>
                  <a:pt x="44196" y="1237488"/>
                </a:lnTo>
                <a:lnTo>
                  <a:pt x="250698" y="1237488"/>
                </a:lnTo>
                <a:lnTo>
                  <a:pt x="250698" y="1215390"/>
                </a:lnTo>
                <a:lnTo>
                  <a:pt x="250698" y="1193292"/>
                </a:lnTo>
                <a:close/>
              </a:path>
              <a:path w="250825" h="2265045">
                <a:moveTo>
                  <a:pt x="250698" y="1026922"/>
                </a:moveTo>
                <a:lnTo>
                  <a:pt x="44196" y="1026922"/>
                </a:lnTo>
                <a:lnTo>
                  <a:pt x="44196" y="88404"/>
                </a:lnTo>
                <a:lnTo>
                  <a:pt x="134861" y="88404"/>
                </a:lnTo>
                <a:lnTo>
                  <a:pt x="105410" y="132588"/>
                </a:lnTo>
                <a:lnTo>
                  <a:pt x="193802" y="88404"/>
                </a:lnTo>
                <a:lnTo>
                  <a:pt x="237998" y="66294"/>
                </a:lnTo>
                <a:lnTo>
                  <a:pt x="193802" y="44196"/>
                </a:lnTo>
                <a:lnTo>
                  <a:pt x="105410" y="0"/>
                </a:lnTo>
                <a:lnTo>
                  <a:pt x="134874" y="44196"/>
                </a:lnTo>
                <a:lnTo>
                  <a:pt x="22098" y="44196"/>
                </a:lnTo>
                <a:lnTo>
                  <a:pt x="13500" y="45935"/>
                </a:lnTo>
                <a:lnTo>
                  <a:pt x="6477" y="50673"/>
                </a:lnTo>
                <a:lnTo>
                  <a:pt x="1727" y="57708"/>
                </a:lnTo>
                <a:lnTo>
                  <a:pt x="0" y="66294"/>
                </a:lnTo>
                <a:lnTo>
                  <a:pt x="0" y="1049020"/>
                </a:lnTo>
                <a:lnTo>
                  <a:pt x="1727" y="1057617"/>
                </a:lnTo>
                <a:lnTo>
                  <a:pt x="6477" y="1064653"/>
                </a:lnTo>
                <a:lnTo>
                  <a:pt x="13500" y="1069390"/>
                </a:lnTo>
                <a:lnTo>
                  <a:pt x="22098" y="1071118"/>
                </a:lnTo>
                <a:lnTo>
                  <a:pt x="250698" y="1071118"/>
                </a:lnTo>
                <a:lnTo>
                  <a:pt x="250698" y="1049020"/>
                </a:lnTo>
                <a:lnTo>
                  <a:pt x="250698" y="102692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832861" y="3940555"/>
            <a:ext cx="256794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❺ </a:t>
            </a:r>
            <a:r>
              <a:rPr dirty="0" sz="1200" b="1">
                <a:latin typeface="FreeSerif"/>
                <a:cs typeface="FreeSerif"/>
              </a:rPr>
              <a:t>After </a:t>
            </a:r>
            <a:r>
              <a:rPr dirty="0" sz="1200" spc="20" b="1">
                <a:latin typeface="FreeSerif"/>
                <a:cs typeface="FreeSerif"/>
              </a:rPr>
              <a:t>finishing </a:t>
            </a:r>
            <a:r>
              <a:rPr dirty="0" sz="1200" spc="65" b="1">
                <a:latin typeface="FreeSerif"/>
                <a:cs typeface="FreeSerif"/>
              </a:rPr>
              <a:t>the </a:t>
            </a:r>
            <a:r>
              <a:rPr dirty="0" sz="1200" spc="25" b="1">
                <a:latin typeface="FreeSerif"/>
                <a:cs typeface="FreeSerif"/>
              </a:rPr>
              <a:t>modification,  </a:t>
            </a:r>
            <a:r>
              <a:rPr dirty="0" sz="1200" spc="40" b="1">
                <a:latin typeface="FreeSerif"/>
                <a:cs typeface="FreeSerif"/>
              </a:rPr>
              <a:t>primary</a:t>
            </a:r>
            <a:r>
              <a:rPr dirty="0" sz="1200" spc="-70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forwards</a:t>
            </a:r>
            <a:r>
              <a:rPr dirty="0" sz="1200" spc="-80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write</a:t>
            </a:r>
            <a:r>
              <a:rPr dirty="0" sz="1200" spc="-40" b="1">
                <a:latin typeface="FreeSerif"/>
                <a:cs typeface="FreeSerif"/>
              </a:rPr>
              <a:t> </a:t>
            </a:r>
            <a:r>
              <a:rPr dirty="0" sz="1200" spc="60" b="1">
                <a:latin typeface="FreeSerif"/>
                <a:cs typeface="FreeSerif"/>
              </a:rPr>
              <a:t>request</a:t>
            </a:r>
            <a:r>
              <a:rPr dirty="0" sz="1200" spc="-6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and  </a:t>
            </a:r>
            <a:r>
              <a:rPr dirty="0" sz="1200" spc="40" b="1">
                <a:latin typeface="FreeSerif"/>
                <a:cs typeface="FreeSerif"/>
              </a:rPr>
              <a:t>serialization </a:t>
            </a:r>
            <a:r>
              <a:rPr dirty="0" sz="1200" spc="60" b="1">
                <a:latin typeface="FreeSerif"/>
                <a:cs typeface="FreeSerif"/>
              </a:rPr>
              <a:t>order </a:t>
            </a:r>
            <a:r>
              <a:rPr dirty="0" sz="1200" spc="50" b="1">
                <a:latin typeface="FreeSerif"/>
                <a:cs typeface="FreeSerif"/>
              </a:rPr>
              <a:t>to secondaries,  </a:t>
            </a:r>
            <a:r>
              <a:rPr dirty="0" sz="1200" spc="70" b="1">
                <a:latin typeface="FreeSerif"/>
                <a:cs typeface="FreeSerif"/>
              </a:rPr>
              <a:t>so </a:t>
            </a:r>
            <a:r>
              <a:rPr dirty="0" sz="1200" spc="55" b="1">
                <a:latin typeface="FreeSerif"/>
                <a:cs typeface="FreeSerif"/>
              </a:rPr>
              <a:t>they </a:t>
            </a:r>
            <a:r>
              <a:rPr dirty="0" sz="1200" spc="45" b="1">
                <a:latin typeface="FreeSerif"/>
                <a:cs typeface="FreeSerif"/>
              </a:rPr>
              <a:t>can apply </a:t>
            </a:r>
            <a:r>
              <a:rPr dirty="0" sz="1200" spc="35" b="1">
                <a:latin typeface="FreeSerif"/>
                <a:cs typeface="FreeSerif"/>
              </a:rPr>
              <a:t>modifications </a:t>
            </a:r>
            <a:r>
              <a:rPr dirty="0" sz="1200" spc="30" b="1">
                <a:latin typeface="FreeSerif"/>
                <a:cs typeface="FreeSerif"/>
              </a:rPr>
              <a:t>in  </a:t>
            </a:r>
            <a:r>
              <a:rPr dirty="0" sz="1200" spc="70" b="1">
                <a:latin typeface="FreeSerif"/>
                <a:cs typeface="FreeSerif"/>
              </a:rPr>
              <a:t>ame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25" b="1">
                <a:latin typeface="FreeSerif"/>
                <a:cs typeface="FreeSerif"/>
              </a:rPr>
              <a:t>order.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-20" b="1">
                <a:latin typeface="FreeSerif"/>
                <a:cs typeface="FreeSerif"/>
              </a:rPr>
              <a:t>(If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primary</a:t>
            </a:r>
            <a:r>
              <a:rPr dirty="0" sz="1200" spc="-65" b="1">
                <a:latin typeface="FreeSerif"/>
                <a:cs typeface="FreeSerif"/>
              </a:rPr>
              <a:t> </a:t>
            </a:r>
            <a:r>
              <a:rPr dirty="0" sz="1200" spc="5" b="1">
                <a:latin typeface="FreeSerif"/>
                <a:cs typeface="FreeSerif"/>
              </a:rPr>
              <a:t>fails,</a:t>
            </a:r>
            <a:r>
              <a:rPr dirty="0" sz="1200" spc="-70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this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step  </a:t>
            </a:r>
            <a:r>
              <a:rPr dirty="0" sz="1200" spc="35" b="1">
                <a:latin typeface="FreeSerif"/>
                <a:cs typeface="FreeSerif"/>
              </a:rPr>
              <a:t>is </a:t>
            </a:r>
            <a:r>
              <a:rPr dirty="0" sz="1200" spc="55" b="1">
                <a:latin typeface="FreeSerif"/>
                <a:cs typeface="FreeSerif"/>
              </a:rPr>
              <a:t>never</a:t>
            </a:r>
            <a:r>
              <a:rPr dirty="0" sz="1200" spc="-11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reached.)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4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17388" y="3485388"/>
            <a:ext cx="250825" cy="2176145"/>
          </a:xfrm>
          <a:custGeom>
            <a:avLst/>
            <a:gdLst/>
            <a:ahLst/>
            <a:cxnLst/>
            <a:rect l="l" t="t" r="r" b="b"/>
            <a:pathLst>
              <a:path w="250825" h="2176145">
                <a:moveTo>
                  <a:pt x="250698" y="1171194"/>
                </a:moveTo>
                <a:lnTo>
                  <a:pt x="206502" y="1149096"/>
                </a:lnTo>
                <a:lnTo>
                  <a:pt x="118110" y="1104900"/>
                </a:lnTo>
                <a:lnTo>
                  <a:pt x="147574" y="1149096"/>
                </a:lnTo>
                <a:lnTo>
                  <a:pt x="22098" y="1149096"/>
                </a:lnTo>
                <a:lnTo>
                  <a:pt x="13500" y="1150835"/>
                </a:lnTo>
                <a:lnTo>
                  <a:pt x="6477" y="1155573"/>
                </a:lnTo>
                <a:lnTo>
                  <a:pt x="1727" y="1162608"/>
                </a:lnTo>
                <a:lnTo>
                  <a:pt x="0" y="1171194"/>
                </a:lnTo>
                <a:lnTo>
                  <a:pt x="0" y="2153958"/>
                </a:lnTo>
                <a:lnTo>
                  <a:pt x="1727" y="2162568"/>
                </a:lnTo>
                <a:lnTo>
                  <a:pt x="6477" y="2169591"/>
                </a:lnTo>
                <a:lnTo>
                  <a:pt x="13500" y="2174329"/>
                </a:lnTo>
                <a:lnTo>
                  <a:pt x="22098" y="2176056"/>
                </a:lnTo>
                <a:lnTo>
                  <a:pt x="237998" y="2176056"/>
                </a:lnTo>
                <a:lnTo>
                  <a:pt x="237998" y="2153958"/>
                </a:lnTo>
                <a:lnTo>
                  <a:pt x="237998" y="2131860"/>
                </a:lnTo>
                <a:lnTo>
                  <a:pt x="44196" y="2131860"/>
                </a:lnTo>
                <a:lnTo>
                  <a:pt x="44196" y="1193292"/>
                </a:lnTo>
                <a:lnTo>
                  <a:pt x="147574" y="1193292"/>
                </a:lnTo>
                <a:lnTo>
                  <a:pt x="118110" y="1237488"/>
                </a:lnTo>
                <a:lnTo>
                  <a:pt x="206502" y="1193292"/>
                </a:lnTo>
                <a:lnTo>
                  <a:pt x="250698" y="1171194"/>
                </a:lnTo>
                <a:close/>
              </a:path>
              <a:path w="250825" h="2176145">
                <a:moveTo>
                  <a:pt x="250698" y="1004824"/>
                </a:moveTo>
                <a:lnTo>
                  <a:pt x="206502" y="982726"/>
                </a:lnTo>
                <a:lnTo>
                  <a:pt x="118110" y="938530"/>
                </a:lnTo>
                <a:lnTo>
                  <a:pt x="147574" y="982726"/>
                </a:lnTo>
                <a:lnTo>
                  <a:pt x="44196" y="982726"/>
                </a:lnTo>
                <a:lnTo>
                  <a:pt x="44196" y="44208"/>
                </a:lnTo>
                <a:lnTo>
                  <a:pt x="237998" y="44208"/>
                </a:lnTo>
                <a:lnTo>
                  <a:pt x="237998" y="22098"/>
                </a:lnTo>
                <a:lnTo>
                  <a:pt x="237998" y="0"/>
                </a:lnTo>
                <a:lnTo>
                  <a:pt x="22098" y="0"/>
                </a:lnTo>
                <a:lnTo>
                  <a:pt x="13500" y="1739"/>
                </a:lnTo>
                <a:lnTo>
                  <a:pt x="6477" y="6477"/>
                </a:lnTo>
                <a:lnTo>
                  <a:pt x="1727" y="13512"/>
                </a:lnTo>
                <a:lnTo>
                  <a:pt x="0" y="22098"/>
                </a:lnTo>
                <a:lnTo>
                  <a:pt x="0" y="1004824"/>
                </a:lnTo>
                <a:lnTo>
                  <a:pt x="1727" y="1013421"/>
                </a:lnTo>
                <a:lnTo>
                  <a:pt x="6477" y="1020457"/>
                </a:lnTo>
                <a:lnTo>
                  <a:pt x="13500" y="1025194"/>
                </a:lnTo>
                <a:lnTo>
                  <a:pt x="22098" y="1026922"/>
                </a:lnTo>
                <a:lnTo>
                  <a:pt x="147574" y="1026922"/>
                </a:lnTo>
                <a:lnTo>
                  <a:pt x="118110" y="1071118"/>
                </a:lnTo>
                <a:lnTo>
                  <a:pt x="206502" y="1026922"/>
                </a:lnTo>
                <a:lnTo>
                  <a:pt x="250698" y="100482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832861" y="3940555"/>
            <a:ext cx="2543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❻</a:t>
            </a:r>
            <a:r>
              <a:rPr dirty="0" sz="1200" spc="-105" b="1" i="1">
                <a:latin typeface="Carlito"/>
                <a:cs typeface="Carlito"/>
              </a:rPr>
              <a:t> </a:t>
            </a:r>
            <a:r>
              <a:rPr dirty="0" sz="1200" spc="-5" b="1">
                <a:latin typeface="FreeSerif"/>
                <a:cs typeface="FreeSerif"/>
              </a:rPr>
              <a:t>All</a:t>
            </a:r>
            <a:r>
              <a:rPr dirty="0" sz="1200" spc="-2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secondaries</a:t>
            </a:r>
            <a:r>
              <a:rPr dirty="0" sz="1200" spc="-70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reply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40" b="1">
                <a:latin typeface="FreeSerif"/>
                <a:cs typeface="FreeSerif"/>
              </a:rPr>
              <a:t>back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to</a:t>
            </a:r>
            <a:r>
              <a:rPr dirty="0" sz="1200" spc="-50" b="1">
                <a:latin typeface="FreeSerif"/>
                <a:cs typeface="FreeSerif"/>
              </a:rPr>
              <a:t> </a:t>
            </a:r>
            <a:r>
              <a:rPr dirty="0" sz="1200" spc="65" b="1">
                <a:latin typeface="FreeSerif"/>
                <a:cs typeface="FreeSerif"/>
              </a:rPr>
              <a:t>the  </a:t>
            </a:r>
            <a:r>
              <a:rPr dirty="0" sz="1200" spc="40" b="1">
                <a:latin typeface="FreeSerif"/>
                <a:cs typeface="FreeSerif"/>
              </a:rPr>
              <a:t>primary </a:t>
            </a:r>
            <a:r>
              <a:rPr dirty="0" sz="1200" spc="65" b="1">
                <a:latin typeface="FreeSerif"/>
                <a:cs typeface="FreeSerif"/>
              </a:rPr>
              <a:t>once</a:t>
            </a:r>
            <a:r>
              <a:rPr dirty="0" sz="1200" spc="-140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they</a:t>
            </a:r>
            <a:endParaRPr sz="12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</a:pPr>
            <a:r>
              <a:rPr dirty="0" sz="1200" spc="15" b="1">
                <a:latin typeface="FreeSerif"/>
                <a:cs typeface="FreeSerif"/>
              </a:rPr>
              <a:t>finish </a:t>
            </a:r>
            <a:r>
              <a:rPr dirty="0" sz="1200" spc="60" b="1">
                <a:latin typeface="FreeSerif"/>
                <a:cs typeface="FreeSerif"/>
              </a:rPr>
              <a:t>the</a:t>
            </a:r>
            <a:r>
              <a:rPr dirty="0" sz="1200" spc="-114" b="1">
                <a:latin typeface="FreeSerif"/>
                <a:cs typeface="FreeSerif"/>
              </a:rPr>
              <a:t> </a:t>
            </a:r>
            <a:r>
              <a:rPr dirty="0" sz="1200" spc="35" b="1">
                <a:latin typeface="FreeSerif"/>
                <a:cs typeface="FreeSerif"/>
              </a:rPr>
              <a:t>modifications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638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5">
                <a:solidFill>
                  <a:srgbClr val="0E1745"/>
                </a:solidFill>
              </a:rPr>
              <a:t>Write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Control</a:t>
            </a:r>
            <a:r>
              <a:rPr dirty="0" sz="2800" spc="-100">
                <a:solidFill>
                  <a:srgbClr val="0E1745"/>
                </a:solidFill>
              </a:rPr>
              <a:t>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105">
                <a:solidFill>
                  <a:srgbClr val="0E1745"/>
                </a:solidFill>
              </a:rPr>
              <a:t> </a:t>
            </a: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9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Flow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0955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0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27706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1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1600961"/>
            <a:ext cx="2400300" cy="1126490"/>
            <a:chOff x="5755385" y="1600961"/>
            <a:chExt cx="2400300" cy="1126490"/>
          </a:xfrm>
        </p:grpSpPr>
        <p:sp>
          <p:nvSpPr>
            <p:cNvPr id="6" name="object 6"/>
            <p:cNvSpPr/>
            <p:nvPr/>
          </p:nvSpPr>
          <p:spPr>
            <a:xfrm>
              <a:off x="5755385" y="16009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1921763"/>
              <a:ext cx="2286000" cy="693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16009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0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139185"/>
            <a:ext cx="2413000" cy="886460"/>
            <a:chOff x="5748273" y="3139185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1"/>
                  </a:lnTo>
                  <a:lnTo>
                    <a:pt x="2400300" y="8732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14553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3477767"/>
              <a:ext cx="2286000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1978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173729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122165"/>
            <a:ext cx="2413000" cy="886460"/>
            <a:chOff x="5748273" y="4122165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1285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4460747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18079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156709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105146"/>
            <a:ext cx="2413000" cy="886460"/>
            <a:chOff x="5748273" y="5105146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1114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5443728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16377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139690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68473" y="2908554"/>
            <a:ext cx="3495675" cy="1677670"/>
          </a:xfrm>
          <a:custGeom>
            <a:avLst/>
            <a:gdLst/>
            <a:ahLst/>
            <a:cxnLst/>
            <a:rect l="l" t="t" r="r" b="b"/>
            <a:pathLst>
              <a:path w="3495675" h="1677670">
                <a:moveTo>
                  <a:pt x="102620" y="27285"/>
                </a:moveTo>
                <a:lnTo>
                  <a:pt x="79882" y="40894"/>
                </a:lnTo>
                <a:lnTo>
                  <a:pt x="83709" y="67295"/>
                </a:lnTo>
                <a:lnTo>
                  <a:pt x="3476498" y="1677162"/>
                </a:lnTo>
                <a:lnTo>
                  <a:pt x="3495421" y="1637284"/>
                </a:lnTo>
                <a:lnTo>
                  <a:pt x="102620" y="27285"/>
                </a:lnTo>
                <a:close/>
              </a:path>
              <a:path w="3495675" h="1677670">
                <a:moveTo>
                  <a:pt x="148208" y="0"/>
                </a:moveTo>
                <a:lnTo>
                  <a:pt x="0" y="3048"/>
                </a:lnTo>
                <a:lnTo>
                  <a:pt x="91312" y="119761"/>
                </a:lnTo>
                <a:lnTo>
                  <a:pt x="83709" y="67295"/>
                </a:lnTo>
                <a:lnTo>
                  <a:pt x="70357" y="60960"/>
                </a:lnTo>
                <a:lnTo>
                  <a:pt x="89281" y="20955"/>
                </a:lnTo>
                <a:lnTo>
                  <a:pt x="113197" y="20955"/>
                </a:lnTo>
                <a:lnTo>
                  <a:pt x="148208" y="0"/>
                </a:lnTo>
                <a:close/>
              </a:path>
              <a:path w="3495675" h="1677670">
                <a:moveTo>
                  <a:pt x="89281" y="20955"/>
                </a:moveTo>
                <a:lnTo>
                  <a:pt x="70357" y="60960"/>
                </a:lnTo>
                <a:lnTo>
                  <a:pt x="83709" y="67295"/>
                </a:lnTo>
                <a:lnTo>
                  <a:pt x="79882" y="40894"/>
                </a:lnTo>
                <a:lnTo>
                  <a:pt x="102620" y="27285"/>
                </a:lnTo>
                <a:lnTo>
                  <a:pt x="89281" y="20955"/>
                </a:lnTo>
                <a:close/>
              </a:path>
              <a:path w="3495675" h="1677670">
                <a:moveTo>
                  <a:pt x="113197" y="20955"/>
                </a:moveTo>
                <a:lnTo>
                  <a:pt x="89281" y="20955"/>
                </a:lnTo>
                <a:lnTo>
                  <a:pt x="102620" y="27285"/>
                </a:lnTo>
                <a:lnTo>
                  <a:pt x="113197" y="2095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718561" y="3610736"/>
            <a:ext cx="2421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55" b="1" i="1">
                <a:latin typeface="Carlito"/>
                <a:cs typeface="Carlito"/>
              </a:rPr>
              <a:t>❼ </a:t>
            </a:r>
            <a:r>
              <a:rPr dirty="0" sz="1200" spc="30" b="1">
                <a:latin typeface="FreeSerif"/>
                <a:cs typeface="FreeSerif"/>
              </a:rPr>
              <a:t>Primary </a:t>
            </a:r>
            <a:r>
              <a:rPr dirty="0" sz="1200" spc="55" b="1">
                <a:latin typeface="FreeSerif"/>
                <a:cs typeface="FreeSerif"/>
              </a:rPr>
              <a:t>replies </a:t>
            </a:r>
            <a:r>
              <a:rPr dirty="0" sz="1200" spc="40" b="1">
                <a:latin typeface="FreeSerif"/>
                <a:cs typeface="FreeSerif"/>
              </a:rPr>
              <a:t>back </a:t>
            </a:r>
            <a:r>
              <a:rPr dirty="0" sz="1200" spc="50" b="1">
                <a:latin typeface="FreeSerif"/>
                <a:cs typeface="FreeSerif"/>
              </a:rPr>
              <a:t>to </a:t>
            </a:r>
            <a:r>
              <a:rPr dirty="0" sz="1200" spc="65" b="1">
                <a:latin typeface="FreeSerif"/>
                <a:cs typeface="FreeSerif"/>
              </a:rPr>
              <a:t>the  </a:t>
            </a:r>
            <a:r>
              <a:rPr dirty="0" sz="1200" spc="35" b="1">
                <a:latin typeface="FreeSerif"/>
                <a:cs typeface="FreeSerif"/>
              </a:rPr>
              <a:t>client,</a:t>
            </a:r>
            <a:r>
              <a:rPr dirty="0" sz="1200" spc="-3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either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50" b="1">
                <a:latin typeface="FreeSerif"/>
                <a:cs typeface="FreeSerif"/>
              </a:rPr>
              <a:t>with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success</a:t>
            </a:r>
            <a:r>
              <a:rPr dirty="0" sz="1200" spc="-5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or</a:t>
            </a:r>
            <a:r>
              <a:rPr dirty="0" sz="1200" spc="-45" b="1">
                <a:latin typeface="FreeSerif"/>
                <a:cs typeface="FreeSerif"/>
              </a:rPr>
              <a:t> </a:t>
            </a:r>
            <a:r>
              <a:rPr dirty="0" sz="1200" spc="55" b="1">
                <a:latin typeface="FreeSerif"/>
                <a:cs typeface="FreeSerif"/>
              </a:rPr>
              <a:t>error</a:t>
            </a:r>
            <a:endParaRPr sz="1200">
              <a:latin typeface="FreeSerif"/>
              <a:cs typeface="Free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4058411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4086859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308914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3116656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5055108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5083555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45" b="1">
                <a:solidFill>
                  <a:srgbClr val="404040"/>
                </a:solidFill>
                <a:latin typeface="FreeSerif"/>
                <a:cs typeface="FreeSerif"/>
              </a:rPr>
              <a:t>Master</a:t>
            </a:r>
            <a:r>
              <a:rPr dirty="0" sz="2400" spc="-75" b="1">
                <a:solidFill>
                  <a:srgbClr val="404040"/>
                </a:solidFill>
                <a:latin typeface="FreeSerif"/>
                <a:cs typeface="FreeSerif"/>
              </a:rPr>
              <a:t> </a:t>
            </a:r>
            <a:r>
              <a:rPr dirty="0" sz="2400" spc="65" b="1">
                <a:solidFill>
                  <a:srgbClr val="404040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7911465" cy="356997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0">
                <a:latin typeface="FreeSerif"/>
                <a:cs typeface="FreeSerif"/>
              </a:rPr>
              <a:t>Allows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multiple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operations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be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active</a:t>
            </a:r>
            <a:endParaRPr sz="20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uses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locks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ensure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serialization</a:t>
            </a:r>
            <a:endParaRPr sz="1800">
              <a:latin typeface="FreeSerif"/>
              <a:cs typeface="FreeSerif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har char="‣"/>
            </a:pPr>
            <a:endParaRPr sz="27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70">
                <a:latin typeface="FreeSerif"/>
                <a:cs typeface="FreeSerif"/>
              </a:rPr>
              <a:t>Namespace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represented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lookup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table</a:t>
            </a:r>
            <a:endParaRPr sz="2000">
              <a:latin typeface="FreeSerif"/>
              <a:cs typeface="FreeSerif"/>
            </a:endParaRPr>
          </a:p>
          <a:p>
            <a:pPr lvl="1" marL="481965" indent="-212725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 sz="1900" spc="75">
                <a:solidFill>
                  <a:srgbClr val="252525"/>
                </a:solidFill>
                <a:latin typeface="FreeSerif"/>
                <a:cs typeface="FreeSerif"/>
              </a:rPr>
              <a:t>mapping </a:t>
            </a:r>
            <a:r>
              <a:rPr dirty="0" sz="1900" spc="-10" i="1">
                <a:solidFill>
                  <a:srgbClr val="252525"/>
                </a:solidFill>
                <a:latin typeface="Caladea"/>
                <a:cs typeface="Caladea"/>
              </a:rPr>
              <a:t>full pathnames </a:t>
            </a:r>
            <a:r>
              <a:rPr dirty="0" sz="1900" spc="75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900" spc="-1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-5" i="1">
                <a:solidFill>
                  <a:srgbClr val="252525"/>
                </a:solidFill>
                <a:latin typeface="Caladea"/>
                <a:cs typeface="Caladea"/>
              </a:rPr>
              <a:t>metadata</a:t>
            </a:r>
            <a:endParaRPr sz="1900">
              <a:latin typeface="Caladea"/>
              <a:cs typeface="Calade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har char="‣"/>
            </a:pPr>
            <a:endParaRPr sz="2850">
              <a:latin typeface="Caladea"/>
              <a:cs typeface="Caladea"/>
            </a:endParaRPr>
          </a:p>
          <a:p>
            <a:pPr marL="215265" indent="-20320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15900" algn="l"/>
              </a:tabLst>
            </a:pPr>
            <a:r>
              <a:rPr dirty="0" sz="2000" spc="35">
                <a:latin typeface="FreeSerif"/>
                <a:cs typeface="FreeSerif"/>
              </a:rPr>
              <a:t>Each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node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has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20">
                <a:latin typeface="FreeSerif"/>
                <a:cs typeface="FreeSerif"/>
              </a:rPr>
              <a:t>an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associated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read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write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25">
                <a:latin typeface="FreeSerif"/>
                <a:cs typeface="FreeSerif"/>
              </a:rPr>
              <a:t>lock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each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master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operation</a:t>
            </a:r>
            <a:endParaRPr sz="2000">
              <a:latin typeface="FreeSerif"/>
              <a:cs typeface="FreeSerif"/>
            </a:endParaRPr>
          </a:p>
          <a:p>
            <a:pPr marL="205740">
              <a:lnSpc>
                <a:spcPct val="100000"/>
              </a:lnSpc>
              <a:spcBef>
                <a:spcPts val="5"/>
              </a:spcBef>
            </a:pPr>
            <a:r>
              <a:rPr dirty="0" sz="2000" spc="80">
                <a:latin typeface="FreeSerif"/>
                <a:cs typeface="FreeSerif"/>
              </a:rPr>
              <a:t>acquires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45">
                <a:latin typeface="FreeSerif"/>
                <a:cs typeface="FreeSerif"/>
              </a:rPr>
              <a:t>locks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45">
                <a:latin typeface="FreeSerif"/>
                <a:cs typeface="FreeSerif"/>
              </a:rPr>
              <a:t>before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it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30">
                <a:latin typeface="FreeSerif"/>
                <a:cs typeface="FreeSerif"/>
              </a:rPr>
              <a:t>runs</a:t>
            </a:r>
            <a:endParaRPr sz="2000">
              <a:latin typeface="FreeSerif"/>
              <a:cs typeface="FreeSerif"/>
            </a:endParaRPr>
          </a:p>
          <a:p>
            <a:pPr>
              <a:lnSpc>
                <a:spcPct val="100000"/>
              </a:lnSpc>
            </a:pPr>
            <a:endParaRPr sz="2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15">
                <a:latin typeface="FreeSerif"/>
                <a:cs typeface="FreeSerif"/>
              </a:rPr>
              <a:t>Locks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acquired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in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total</a:t>
            </a:r>
            <a:r>
              <a:rPr dirty="0" sz="2000" spc="-11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order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prevent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deadlock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61347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14">
                <a:solidFill>
                  <a:srgbClr val="0E1745"/>
                </a:solidFill>
              </a:rPr>
              <a:t>Namespace </a:t>
            </a:r>
            <a:r>
              <a:rPr dirty="0" sz="2800" spc="90">
                <a:solidFill>
                  <a:srgbClr val="0E1745"/>
                </a:solidFill>
              </a:rPr>
              <a:t>Management </a:t>
            </a:r>
            <a:r>
              <a:rPr dirty="0" sz="2800" spc="114">
                <a:solidFill>
                  <a:srgbClr val="0E1745"/>
                </a:solidFill>
              </a:rPr>
              <a:t>and</a:t>
            </a:r>
            <a:r>
              <a:rPr dirty="0" sz="2800" spc="-520">
                <a:solidFill>
                  <a:srgbClr val="0E1745"/>
                </a:solidFill>
              </a:rPr>
              <a:t> </a:t>
            </a:r>
            <a:r>
              <a:rPr dirty="0" sz="2800" spc="40">
                <a:solidFill>
                  <a:srgbClr val="0E1745"/>
                </a:solidFill>
              </a:rPr>
              <a:t>Locking</a:t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649"/>
            <a:ext cx="7844155" cy="103060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45" b="1">
                <a:latin typeface="FreeSerif"/>
                <a:cs typeface="FreeSerif"/>
              </a:rPr>
              <a:t>Example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65" b="1">
                <a:latin typeface="FreeSerif"/>
                <a:cs typeface="FreeSerif"/>
              </a:rPr>
              <a:t>Scenario</a:t>
            </a:r>
            <a:endParaRPr sz="2000">
              <a:latin typeface="FreeSerif"/>
              <a:cs typeface="FreeSerif"/>
            </a:endParaRPr>
          </a:p>
          <a:p>
            <a:pPr lvl="1" marL="429895" marR="5080" indent="-160020">
              <a:lnSpc>
                <a:spcPct val="100000"/>
              </a:lnSpc>
              <a:spcBef>
                <a:spcPts val="459"/>
              </a:spcBef>
              <a:buClr>
                <a:srgbClr val="000079"/>
              </a:buClr>
              <a:buFont typeface="Tahoma"/>
              <a:buChar char="‣"/>
              <a:tabLst>
                <a:tab pos="482600" algn="l"/>
              </a:tabLst>
            </a:pPr>
            <a:r>
              <a:rPr dirty="0"/>
              <a:t>	</a:t>
            </a:r>
            <a:r>
              <a:rPr dirty="0" sz="1900" spc="85">
                <a:solidFill>
                  <a:srgbClr val="252525"/>
                </a:solidFill>
                <a:latin typeface="FreeSerif"/>
                <a:cs typeface="FreeSerif"/>
              </a:rPr>
              <a:t>prevent</a:t>
            </a:r>
            <a:r>
              <a:rPr dirty="0" sz="19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30">
                <a:solidFill>
                  <a:srgbClr val="252525"/>
                </a:solidFill>
                <a:latin typeface="FreeSerif"/>
                <a:cs typeface="FreeSerif"/>
              </a:rPr>
              <a:t>/home/user/foo</a:t>
            </a:r>
            <a:r>
              <a:rPr dirty="0" sz="1900" spc="1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30">
                <a:solidFill>
                  <a:srgbClr val="252525"/>
                </a:solidFill>
                <a:latin typeface="FreeSerif"/>
                <a:cs typeface="FreeSerif"/>
              </a:rPr>
              <a:t>from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65">
                <a:solidFill>
                  <a:srgbClr val="252525"/>
                </a:solidFill>
                <a:latin typeface="FreeSerif"/>
                <a:cs typeface="FreeSerif"/>
              </a:rPr>
              <a:t>being</a:t>
            </a:r>
            <a:r>
              <a:rPr dirty="0" sz="19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75">
                <a:solidFill>
                  <a:srgbClr val="252525"/>
                </a:solidFill>
                <a:latin typeface="FreeSerif"/>
                <a:cs typeface="FreeSerif"/>
              </a:rPr>
              <a:t>created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65">
                <a:solidFill>
                  <a:srgbClr val="252525"/>
                </a:solidFill>
                <a:latin typeface="FreeSerif"/>
                <a:cs typeface="FreeSerif"/>
              </a:rPr>
              <a:t>while</a:t>
            </a:r>
            <a:r>
              <a:rPr dirty="0" sz="19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45">
                <a:solidFill>
                  <a:srgbClr val="252525"/>
                </a:solidFill>
                <a:latin typeface="FreeSerif"/>
                <a:cs typeface="FreeSerif"/>
              </a:rPr>
              <a:t>/home/user</a:t>
            </a:r>
            <a:r>
              <a:rPr dirty="0" sz="1900" spc="-1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9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65">
                <a:solidFill>
                  <a:srgbClr val="252525"/>
                </a:solidFill>
                <a:latin typeface="FreeSerif"/>
                <a:cs typeface="FreeSerif"/>
              </a:rPr>
              <a:t>being  </a:t>
            </a:r>
            <a:r>
              <a:rPr dirty="0" sz="1900" spc="100">
                <a:solidFill>
                  <a:srgbClr val="252525"/>
                </a:solidFill>
                <a:latin typeface="FreeSerif"/>
                <a:cs typeface="FreeSerif"/>
              </a:rPr>
              <a:t>snapshotted </a:t>
            </a:r>
            <a:r>
              <a:rPr dirty="0" sz="19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900" spc="-22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900" spc="140">
                <a:solidFill>
                  <a:srgbClr val="252525"/>
                </a:solidFill>
                <a:latin typeface="FreeSerif"/>
                <a:cs typeface="FreeSerif"/>
              </a:rPr>
              <a:t>/save/user</a:t>
            </a:r>
            <a:endParaRPr sz="1900">
              <a:latin typeface="FreeSerif"/>
              <a:cs typeface="Free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51854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14">
                <a:solidFill>
                  <a:srgbClr val="0E1745"/>
                </a:solidFill>
              </a:rPr>
              <a:t>Namespace </a:t>
            </a:r>
            <a:r>
              <a:rPr dirty="0" sz="2800" spc="40">
                <a:solidFill>
                  <a:srgbClr val="0E1745"/>
                </a:solidFill>
              </a:rPr>
              <a:t>Locking</a:t>
            </a:r>
            <a:r>
              <a:rPr dirty="0" sz="2800" spc="-335">
                <a:solidFill>
                  <a:srgbClr val="0E1745"/>
                </a:solidFill>
              </a:rPr>
              <a:t> </a:t>
            </a:r>
            <a:r>
              <a:rPr dirty="0" sz="2800" spc="75">
                <a:solidFill>
                  <a:srgbClr val="0E1745"/>
                </a:solidFill>
              </a:rPr>
              <a:t>Mechanism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13766" y="3397758"/>
            <a:ext cx="1447800" cy="457200"/>
          </a:xfrm>
          <a:prstGeom prst="rect">
            <a:avLst/>
          </a:prstGeom>
          <a:solidFill>
            <a:srgbClr val="93B6D2"/>
          </a:solidFill>
          <a:ln w="25908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675"/>
              </a:spcBef>
            </a:pPr>
            <a:r>
              <a:rPr dirty="0" sz="1800" spc="140">
                <a:latin typeface="FreeSerif"/>
                <a:cs typeface="FreeSerif"/>
              </a:rPr>
              <a:t>/home/user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5966" y="3397758"/>
            <a:ext cx="1447800" cy="457200"/>
          </a:xfrm>
          <a:prstGeom prst="rect">
            <a:avLst/>
          </a:prstGeom>
          <a:solidFill>
            <a:srgbClr val="EBB391"/>
          </a:solidFill>
          <a:ln w="25907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675"/>
              </a:spcBef>
            </a:pPr>
            <a:r>
              <a:rPr dirty="0" sz="1800" spc="135">
                <a:latin typeface="FreeSerif"/>
                <a:cs typeface="FreeSerif"/>
              </a:rPr>
              <a:t>/save/user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0066" y="4007358"/>
            <a:ext cx="838200" cy="457200"/>
          </a:xfrm>
          <a:prstGeom prst="rect">
            <a:avLst/>
          </a:prstGeom>
          <a:solidFill>
            <a:srgbClr val="93B6D2"/>
          </a:solidFill>
          <a:ln w="25908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675"/>
              </a:spcBef>
            </a:pPr>
            <a:r>
              <a:rPr dirty="0" sz="1800" spc="10">
                <a:latin typeface="FreeSerif"/>
                <a:cs typeface="FreeSerif"/>
              </a:rPr>
              <a:t>File</a:t>
            </a:r>
            <a:r>
              <a:rPr dirty="0" sz="1800" spc="-90">
                <a:latin typeface="FreeSerif"/>
                <a:cs typeface="FreeSerif"/>
              </a:rPr>
              <a:t> </a:t>
            </a:r>
            <a:r>
              <a:rPr dirty="0" sz="1800" spc="-180">
                <a:latin typeface="FreeSerif"/>
                <a:cs typeface="FreeSerif"/>
              </a:rPr>
              <a:t>A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0066" y="4540758"/>
            <a:ext cx="838200" cy="457200"/>
          </a:xfrm>
          <a:prstGeom prst="rect">
            <a:avLst/>
          </a:prstGeom>
          <a:solidFill>
            <a:srgbClr val="93B6D2"/>
          </a:solidFill>
          <a:ln w="25908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675"/>
              </a:spcBef>
            </a:pPr>
            <a:r>
              <a:rPr dirty="0" sz="1800" spc="10">
                <a:latin typeface="FreeSerif"/>
                <a:cs typeface="FreeSerif"/>
              </a:rPr>
              <a:t>File</a:t>
            </a:r>
            <a:r>
              <a:rPr dirty="0" sz="1800" spc="-90">
                <a:latin typeface="FreeSerif"/>
                <a:cs typeface="FreeSerif"/>
              </a:rPr>
              <a:t> </a:t>
            </a:r>
            <a:r>
              <a:rPr dirty="0" sz="1800" spc="-40">
                <a:latin typeface="FreeSerif"/>
                <a:cs typeface="FreeSerif"/>
              </a:rPr>
              <a:t>B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0066" y="5069585"/>
            <a:ext cx="838200" cy="457200"/>
          </a:xfrm>
          <a:prstGeom prst="rect">
            <a:avLst/>
          </a:prstGeom>
          <a:solidFill>
            <a:srgbClr val="93B6D2"/>
          </a:solidFill>
          <a:ln w="25908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675"/>
              </a:spcBef>
            </a:pPr>
            <a:r>
              <a:rPr dirty="0" sz="1800" spc="10">
                <a:latin typeface="FreeSerif"/>
                <a:cs typeface="FreeSerif"/>
              </a:rPr>
              <a:t>File</a:t>
            </a:r>
            <a:r>
              <a:rPr dirty="0" sz="1800" spc="-90">
                <a:latin typeface="FreeSerif"/>
                <a:cs typeface="FreeSerif"/>
              </a:rPr>
              <a:t> </a:t>
            </a:r>
            <a:r>
              <a:rPr dirty="0" sz="1800" spc="-195">
                <a:latin typeface="FreeSerif"/>
                <a:cs typeface="FreeSerif"/>
              </a:rPr>
              <a:t>C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27760" y="3854957"/>
            <a:ext cx="161925" cy="1481455"/>
          </a:xfrm>
          <a:custGeom>
            <a:avLst/>
            <a:gdLst/>
            <a:ahLst/>
            <a:cxnLst/>
            <a:rect l="l" t="t" r="r" b="b"/>
            <a:pathLst>
              <a:path w="161925" h="1481454">
                <a:moveTo>
                  <a:pt x="161925" y="381000"/>
                </a:moveTo>
                <a:lnTo>
                  <a:pt x="142100" y="371094"/>
                </a:lnTo>
                <a:lnTo>
                  <a:pt x="85712" y="342900"/>
                </a:lnTo>
                <a:lnTo>
                  <a:pt x="85712" y="371094"/>
                </a:lnTo>
                <a:lnTo>
                  <a:pt x="19812" y="371094"/>
                </a:lnTo>
                <a:lnTo>
                  <a:pt x="19812" y="0"/>
                </a:lnTo>
                <a:lnTo>
                  <a:pt x="0" y="0"/>
                </a:lnTo>
                <a:lnTo>
                  <a:pt x="0" y="386461"/>
                </a:lnTo>
                <a:lnTo>
                  <a:pt x="0" y="919861"/>
                </a:lnTo>
                <a:lnTo>
                  <a:pt x="0" y="1448816"/>
                </a:lnTo>
                <a:lnTo>
                  <a:pt x="4432" y="1453261"/>
                </a:lnTo>
                <a:lnTo>
                  <a:pt x="85712" y="1453261"/>
                </a:lnTo>
                <a:lnTo>
                  <a:pt x="85712" y="1481455"/>
                </a:lnTo>
                <a:lnTo>
                  <a:pt x="142100" y="1453261"/>
                </a:lnTo>
                <a:lnTo>
                  <a:pt x="161925" y="1443355"/>
                </a:lnTo>
                <a:lnTo>
                  <a:pt x="142100" y="1433449"/>
                </a:lnTo>
                <a:lnTo>
                  <a:pt x="85712" y="1405255"/>
                </a:lnTo>
                <a:lnTo>
                  <a:pt x="85712" y="1433449"/>
                </a:lnTo>
                <a:lnTo>
                  <a:pt x="19812" y="1433449"/>
                </a:lnTo>
                <a:lnTo>
                  <a:pt x="19812" y="924306"/>
                </a:lnTo>
                <a:lnTo>
                  <a:pt x="85712" y="924306"/>
                </a:lnTo>
                <a:lnTo>
                  <a:pt x="85712" y="952500"/>
                </a:lnTo>
                <a:lnTo>
                  <a:pt x="142100" y="924306"/>
                </a:lnTo>
                <a:lnTo>
                  <a:pt x="161925" y="914400"/>
                </a:lnTo>
                <a:lnTo>
                  <a:pt x="142100" y="904494"/>
                </a:lnTo>
                <a:lnTo>
                  <a:pt x="85712" y="876300"/>
                </a:lnTo>
                <a:lnTo>
                  <a:pt x="85712" y="904494"/>
                </a:lnTo>
                <a:lnTo>
                  <a:pt x="19812" y="904494"/>
                </a:lnTo>
                <a:lnTo>
                  <a:pt x="19812" y="390906"/>
                </a:lnTo>
                <a:lnTo>
                  <a:pt x="85712" y="390906"/>
                </a:lnTo>
                <a:lnTo>
                  <a:pt x="85712" y="419100"/>
                </a:lnTo>
                <a:lnTo>
                  <a:pt x="142100" y="390906"/>
                </a:lnTo>
                <a:lnTo>
                  <a:pt x="161925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90066" y="5598414"/>
            <a:ext cx="838200" cy="457200"/>
          </a:xfrm>
          <a:prstGeom prst="rect">
            <a:avLst/>
          </a:prstGeom>
          <a:solidFill>
            <a:srgbClr val="C00000"/>
          </a:solidFill>
          <a:ln w="25908">
            <a:solidFill>
              <a:srgbClr val="000000"/>
            </a:solidFill>
          </a:ln>
        </p:spPr>
        <p:txBody>
          <a:bodyPr wrap="square" lIns="0" tIns="86360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680"/>
              </a:spcBef>
            </a:pPr>
            <a:r>
              <a:rPr dirty="0" sz="1800" spc="10" b="1" i="1">
                <a:solidFill>
                  <a:srgbClr val="FFFFFF"/>
                </a:solidFill>
                <a:latin typeface="Carlito"/>
                <a:cs typeface="Carlito"/>
              </a:rPr>
              <a:t>foo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13332" y="2737104"/>
            <a:ext cx="1701164" cy="513715"/>
            <a:chOff x="1513332" y="2737104"/>
            <a:chExt cx="1701164" cy="513715"/>
          </a:xfrm>
        </p:grpSpPr>
        <p:sp>
          <p:nvSpPr>
            <p:cNvPr id="12" name="object 12"/>
            <p:cNvSpPr/>
            <p:nvPr/>
          </p:nvSpPr>
          <p:spPr>
            <a:xfrm>
              <a:off x="2281936" y="2743200"/>
              <a:ext cx="926465" cy="501650"/>
            </a:xfrm>
            <a:custGeom>
              <a:avLst/>
              <a:gdLst/>
              <a:ahLst/>
              <a:cxnLst/>
              <a:rect l="l" t="t" r="r" b="b"/>
              <a:pathLst>
                <a:path w="926464" h="501650">
                  <a:moveTo>
                    <a:pt x="125349" y="0"/>
                  </a:moveTo>
                  <a:lnTo>
                    <a:pt x="0" y="0"/>
                  </a:lnTo>
                  <a:lnTo>
                    <a:pt x="57496" y="1417"/>
                  </a:lnTo>
                  <a:lnTo>
                    <a:pt x="114001" y="5608"/>
                  </a:lnTo>
                  <a:lnTo>
                    <a:pt x="169338" y="12483"/>
                  </a:lnTo>
                  <a:lnTo>
                    <a:pt x="223327" y="21950"/>
                  </a:lnTo>
                  <a:lnTo>
                    <a:pt x="275792" y="33920"/>
                  </a:lnTo>
                  <a:lnTo>
                    <a:pt x="326554" y="48302"/>
                  </a:lnTo>
                  <a:lnTo>
                    <a:pt x="375437" y="65005"/>
                  </a:lnTo>
                  <a:lnTo>
                    <a:pt x="422262" y="83939"/>
                  </a:lnTo>
                  <a:lnTo>
                    <a:pt x="466851" y="105013"/>
                  </a:lnTo>
                  <a:lnTo>
                    <a:pt x="509028" y="128136"/>
                  </a:lnTo>
                  <a:lnTo>
                    <a:pt x="548614" y="153219"/>
                  </a:lnTo>
                  <a:lnTo>
                    <a:pt x="585432" y="180170"/>
                  </a:lnTo>
                  <a:lnTo>
                    <a:pt x="619303" y="208899"/>
                  </a:lnTo>
                  <a:lnTo>
                    <a:pt x="650051" y="239316"/>
                  </a:lnTo>
                  <a:lnTo>
                    <a:pt x="677497" y="271330"/>
                  </a:lnTo>
                  <a:lnTo>
                    <a:pt x="701465" y="304850"/>
                  </a:lnTo>
                  <a:lnTo>
                    <a:pt x="721775" y="339785"/>
                  </a:lnTo>
                  <a:lnTo>
                    <a:pt x="738251" y="376047"/>
                  </a:lnTo>
                  <a:lnTo>
                    <a:pt x="675513" y="376047"/>
                  </a:lnTo>
                  <a:lnTo>
                    <a:pt x="825119" y="501396"/>
                  </a:lnTo>
                  <a:lnTo>
                    <a:pt x="926211" y="376047"/>
                  </a:lnTo>
                  <a:lnTo>
                    <a:pt x="863600" y="376047"/>
                  </a:lnTo>
                  <a:lnTo>
                    <a:pt x="847124" y="339785"/>
                  </a:lnTo>
                  <a:lnTo>
                    <a:pt x="826814" y="304850"/>
                  </a:lnTo>
                  <a:lnTo>
                    <a:pt x="802846" y="271330"/>
                  </a:lnTo>
                  <a:lnTo>
                    <a:pt x="775400" y="239316"/>
                  </a:lnTo>
                  <a:lnTo>
                    <a:pt x="744652" y="208899"/>
                  </a:lnTo>
                  <a:lnTo>
                    <a:pt x="710781" y="180170"/>
                  </a:lnTo>
                  <a:lnTo>
                    <a:pt x="673963" y="153219"/>
                  </a:lnTo>
                  <a:lnTo>
                    <a:pt x="634377" y="128136"/>
                  </a:lnTo>
                  <a:lnTo>
                    <a:pt x="592201" y="105013"/>
                  </a:lnTo>
                  <a:lnTo>
                    <a:pt x="547611" y="83939"/>
                  </a:lnTo>
                  <a:lnTo>
                    <a:pt x="500786" y="65005"/>
                  </a:lnTo>
                  <a:lnTo>
                    <a:pt x="451903" y="48302"/>
                  </a:lnTo>
                  <a:lnTo>
                    <a:pt x="401141" y="33920"/>
                  </a:lnTo>
                  <a:lnTo>
                    <a:pt x="348676" y="21950"/>
                  </a:lnTo>
                  <a:lnTo>
                    <a:pt x="294687" y="12483"/>
                  </a:lnTo>
                  <a:lnTo>
                    <a:pt x="239350" y="5608"/>
                  </a:lnTo>
                  <a:lnTo>
                    <a:pt x="182845" y="1417"/>
                  </a:lnTo>
                  <a:lnTo>
                    <a:pt x="12534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19428" y="2743200"/>
              <a:ext cx="825500" cy="501650"/>
            </a:xfrm>
            <a:custGeom>
              <a:avLst/>
              <a:gdLst/>
              <a:ahLst/>
              <a:cxnLst/>
              <a:rect l="l" t="t" r="r" b="b"/>
              <a:pathLst>
                <a:path w="825500" h="501650">
                  <a:moveTo>
                    <a:pt x="762508" y="0"/>
                  </a:moveTo>
                  <a:lnTo>
                    <a:pt x="705599" y="1375"/>
                  </a:lnTo>
                  <a:lnTo>
                    <a:pt x="649827" y="5437"/>
                  </a:lnTo>
                  <a:lnTo>
                    <a:pt x="595339" y="12089"/>
                  </a:lnTo>
                  <a:lnTo>
                    <a:pt x="542281" y="21232"/>
                  </a:lnTo>
                  <a:lnTo>
                    <a:pt x="490802" y="32772"/>
                  </a:lnTo>
                  <a:lnTo>
                    <a:pt x="441049" y="46609"/>
                  </a:lnTo>
                  <a:lnTo>
                    <a:pt x="393169" y="62648"/>
                  </a:lnTo>
                  <a:lnTo>
                    <a:pt x="347309" y="80791"/>
                  </a:lnTo>
                  <a:lnTo>
                    <a:pt x="303618" y="100941"/>
                  </a:lnTo>
                  <a:lnTo>
                    <a:pt x="262242" y="123002"/>
                  </a:lnTo>
                  <a:lnTo>
                    <a:pt x="223329" y="146875"/>
                  </a:lnTo>
                  <a:lnTo>
                    <a:pt x="187026" y="172465"/>
                  </a:lnTo>
                  <a:lnTo>
                    <a:pt x="153481" y="199673"/>
                  </a:lnTo>
                  <a:lnTo>
                    <a:pt x="122842" y="228404"/>
                  </a:lnTo>
                  <a:lnTo>
                    <a:pt x="95254" y="258559"/>
                  </a:lnTo>
                  <a:lnTo>
                    <a:pt x="70867" y="290043"/>
                  </a:lnTo>
                  <a:lnTo>
                    <a:pt x="49827" y="322757"/>
                  </a:lnTo>
                  <a:lnTo>
                    <a:pt x="32282" y="356605"/>
                  </a:lnTo>
                  <a:lnTo>
                    <a:pt x="8267" y="427315"/>
                  </a:lnTo>
                  <a:lnTo>
                    <a:pt x="0" y="501396"/>
                  </a:lnTo>
                  <a:lnTo>
                    <a:pt x="125348" y="501396"/>
                  </a:lnTo>
                  <a:lnTo>
                    <a:pt x="127604" y="462594"/>
                  </a:lnTo>
                  <a:lnTo>
                    <a:pt x="134264" y="424563"/>
                  </a:lnTo>
                  <a:lnTo>
                    <a:pt x="145169" y="387415"/>
                  </a:lnTo>
                  <a:lnTo>
                    <a:pt x="160159" y="351264"/>
                  </a:lnTo>
                  <a:lnTo>
                    <a:pt x="179073" y="316226"/>
                  </a:lnTo>
                  <a:lnTo>
                    <a:pt x="201753" y="282413"/>
                  </a:lnTo>
                  <a:lnTo>
                    <a:pt x="228039" y="249940"/>
                  </a:lnTo>
                  <a:lnTo>
                    <a:pt x="257770" y="218921"/>
                  </a:lnTo>
                  <a:lnTo>
                    <a:pt x="290787" y="189471"/>
                  </a:lnTo>
                  <a:lnTo>
                    <a:pt x="326929" y="161702"/>
                  </a:lnTo>
                  <a:lnTo>
                    <a:pt x="366038" y="135730"/>
                  </a:lnTo>
                  <a:lnTo>
                    <a:pt x="407953" y="111669"/>
                  </a:lnTo>
                  <a:lnTo>
                    <a:pt x="452514" y="89632"/>
                  </a:lnTo>
                  <a:lnTo>
                    <a:pt x="499562" y="69734"/>
                  </a:lnTo>
                  <a:lnTo>
                    <a:pt x="548937" y="52089"/>
                  </a:lnTo>
                  <a:lnTo>
                    <a:pt x="600479" y="36811"/>
                  </a:lnTo>
                  <a:lnTo>
                    <a:pt x="654028" y="24014"/>
                  </a:lnTo>
                  <a:lnTo>
                    <a:pt x="709424" y="13812"/>
                  </a:lnTo>
                  <a:lnTo>
                    <a:pt x="766507" y="6320"/>
                  </a:lnTo>
                  <a:lnTo>
                    <a:pt x="825119" y="1650"/>
                  </a:lnTo>
                  <a:lnTo>
                    <a:pt x="793813" y="396"/>
                  </a:lnTo>
                  <a:lnTo>
                    <a:pt x="762508" y="0"/>
                  </a:lnTo>
                  <a:close/>
                </a:path>
              </a:pathLst>
            </a:custGeom>
            <a:solidFill>
              <a:srgbClr val="005A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19428" y="2743200"/>
              <a:ext cx="1689100" cy="501650"/>
            </a:xfrm>
            <a:custGeom>
              <a:avLst/>
              <a:gdLst/>
              <a:ahLst/>
              <a:cxnLst/>
              <a:rect l="l" t="t" r="r" b="b"/>
              <a:pathLst>
                <a:path w="1689100" h="501650">
                  <a:moveTo>
                    <a:pt x="825119" y="1650"/>
                  </a:moveTo>
                  <a:lnTo>
                    <a:pt x="766507" y="6320"/>
                  </a:lnTo>
                  <a:lnTo>
                    <a:pt x="709424" y="13812"/>
                  </a:lnTo>
                  <a:lnTo>
                    <a:pt x="654028" y="24014"/>
                  </a:lnTo>
                  <a:lnTo>
                    <a:pt x="600479" y="36811"/>
                  </a:lnTo>
                  <a:lnTo>
                    <a:pt x="548937" y="52089"/>
                  </a:lnTo>
                  <a:lnTo>
                    <a:pt x="499562" y="69734"/>
                  </a:lnTo>
                  <a:lnTo>
                    <a:pt x="452514" y="89632"/>
                  </a:lnTo>
                  <a:lnTo>
                    <a:pt x="407953" y="111669"/>
                  </a:lnTo>
                  <a:lnTo>
                    <a:pt x="366038" y="135730"/>
                  </a:lnTo>
                  <a:lnTo>
                    <a:pt x="326929" y="161702"/>
                  </a:lnTo>
                  <a:lnTo>
                    <a:pt x="290787" y="189471"/>
                  </a:lnTo>
                  <a:lnTo>
                    <a:pt x="257770" y="218921"/>
                  </a:lnTo>
                  <a:lnTo>
                    <a:pt x="228039" y="249940"/>
                  </a:lnTo>
                  <a:lnTo>
                    <a:pt x="201753" y="282413"/>
                  </a:lnTo>
                  <a:lnTo>
                    <a:pt x="179073" y="316226"/>
                  </a:lnTo>
                  <a:lnTo>
                    <a:pt x="160159" y="351264"/>
                  </a:lnTo>
                  <a:lnTo>
                    <a:pt x="145169" y="387415"/>
                  </a:lnTo>
                  <a:lnTo>
                    <a:pt x="134264" y="424563"/>
                  </a:lnTo>
                  <a:lnTo>
                    <a:pt x="127604" y="462594"/>
                  </a:lnTo>
                  <a:lnTo>
                    <a:pt x="125348" y="501396"/>
                  </a:lnTo>
                  <a:lnTo>
                    <a:pt x="0" y="501396"/>
                  </a:lnTo>
                  <a:lnTo>
                    <a:pt x="8267" y="427315"/>
                  </a:lnTo>
                  <a:lnTo>
                    <a:pt x="32282" y="356605"/>
                  </a:lnTo>
                  <a:lnTo>
                    <a:pt x="49827" y="322757"/>
                  </a:lnTo>
                  <a:lnTo>
                    <a:pt x="70867" y="290043"/>
                  </a:lnTo>
                  <a:lnTo>
                    <a:pt x="95254" y="258559"/>
                  </a:lnTo>
                  <a:lnTo>
                    <a:pt x="122842" y="228404"/>
                  </a:lnTo>
                  <a:lnTo>
                    <a:pt x="153481" y="199673"/>
                  </a:lnTo>
                  <a:lnTo>
                    <a:pt x="187026" y="172465"/>
                  </a:lnTo>
                  <a:lnTo>
                    <a:pt x="223329" y="146875"/>
                  </a:lnTo>
                  <a:lnTo>
                    <a:pt x="262242" y="123002"/>
                  </a:lnTo>
                  <a:lnTo>
                    <a:pt x="303618" y="100941"/>
                  </a:lnTo>
                  <a:lnTo>
                    <a:pt x="347309" y="80791"/>
                  </a:lnTo>
                  <a:lnTo>
                    <a:pt x="393169" y="62648"/>
                  </a:lnTo>
                  <a:lnTo>
                    <a:pt x="441049" y="46609"/>
                  </a:lnTo>
                  <a:lnTo>
                    <a:pt x="490802" y="32772"/>
                  </a:lnTo>
                  <a:lnTo>
                    <a:pt x="542281" y="21232"/>
                  </a:lnTo>
                  <a:lnTo>
                    <a:pt x="595339" y="12089"/>
                  </a:lnTo>
                  <a:lnTo>
                    <a:pt x="649827" y="5437"/>
                  </a:lnTo>
                  <a:lnTo>
                    <a:pt x="705599" y="1375"/>
                  </a:lnTo>
                  <a:lnTo>
                    <a:pt x="762508" y="0"/>
                  </a:lnTo>
                  <a:lnTo>
                    <a:pt x="887857" y="0"/>
                  </a:lnTo>
                  <a:lnTo>
                    <a:pt x="945353" y="1417"/>
                  </a:lnTo>
                  <a:lnTo>
                    <a:pt x="1001858" y="5608"/>
                  </a:lnTo>
                  <a:lnTo>
                    <a:pt x="1057195" y="12483"/>
                  </a:lnTo>
                  <a:lnTo>
                    <a:pt x="1111184" y="21950"/>
                  </a:lnTo>
                  <a:lnTo>
                    <a:pt x="1163649" y="33920"/>
                  </a:lnTo>
                  <a:lnTo>
                    <a:pt x="1214411" y="48302"/>
                  </a:lnTo>
                  <a:lnTo>
                    <a:pt x="1263294" y="65005"/>
                  </a:lnTo>
                  <a:lnTo>
                    <a:pt x="1310119" y="83939"/>
                  </a:lnTo>
                  <a:lnTo>
                    <a:pt x="1354709" y="105013"/>
                  </a:lnTo>
                  <a:lnTo>
                    <a:pt x="1396885" y="128136"/>
                  </a:lnTo>
                  <a:lnTo>
                    <a:pt x="1436471" y="153219"/>
                  </a:lnTo>
                  <a:lnTo>
                    <a:pt x="1473289" y="180170"/>
                  </a:lnTo>
                  <a:lnTo>
                    <a:pt x="1507160" y="208899"/>
                  </a:lnTo>
                  <a:lnTo>
                    <a:pt x="1537908" y="239316"/>
                  </a:lnTo>
                  <a:lnTo>
                    <a:pt x="1565354" y="271330"/>
                  </a:lnTo>
                  <a:lnTo>
                    <a:pt x="1589322" y="304850"/>
                  </a:lnTo>
                  <a:lnTo>
                    <a:pt x="1609632" y="339785"/>
                  </a:lnTo>
                  <a:lnTo>
                    <a:pt x="1626108" y="376047"/>
                  </a:lnTo>
                  <a:lnTo>
                    <a:pt x="1688719" y="376047"/>
                  </a:lnTo>
                  <a:lnTo>
                    <a:pt x="1587627" y="501396"/>
                  </a:lnTo>
                  <a:lnTo>
                    <a:pt x="1438021" y="376047"/>
                  </a:lnTo>
                  <a:lnTo>
                    <a:pt x="1500759" y="376047"/>
                  </a:lnTo>
                  <a:lnTo>
                    <a:pt x="1484283" y="339785"/>
                  </a:lnTo>
                  <a:lnTo>
                    <a:pt x="1463973" y="304850"/>
                  </a:lnTo>
                  <a:lnTo>
                    <a:pt x="1440005" y="271330"/>
                  </a:lnTo>
                  <a:lnTo>
                    <a:pt x="1412559" y="239316"/>
                  </a:lnTo>
                  <a:lnTo>
                    <a:pt x="1381811" y="208899"/>
                  </a:lnTo>
                  <a:lnTo>
                    <a:pt x="1347940" y="180170"/>
                  </a:lnTo>
                  <a:lnTo>
                    <a:pt x="1311122" y="153219"/>
                  </a:lnTo>
                  <a:lnTo>
                    <a:pt x="1271536" y="128136"/>
                  </a:lnTo>
                  <a:lnTo>
                    <a:pt x="1229360" y="105013"/>
                  </a:lnTo>
                  <a:lnTo>
                    <a:pt x="1184770" y="83939"/>
                  </a:lnTo>
                  <a:lnTo>
                    <a:pt x="1137945" y="65005"/>
                  </a:lnTo>
                  <a:lnTo>
                    <a:pt x="1089062" y="48302"/>
                  </a:lnTo>
                  <a:lnTo>
                    <a:pt x="1038300" y="33920"/>
                  </a:lnTo>
                  <a:lnTo>
                    <a:pt x="985835" y="21950"/>
                  </a:lnTo>
                  <a:lnTo>
                    <a:pt x="931846" y="12483"/>
                  </a:lnTo>
                  <a:lnTo>
                    <a:pt x="876509" y="5608"/>
                  </a:lnTo>
                  <a:lnTo>
                    <a:pt x="820004" y="1417"/>
                  </a:lnTo>
                  <a:lnTo>
                    <a:pt x="762508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127760" y="3854958"/>
            <a:ext cx="1064260" cy="2266950"/>
            <a:chOff x="1127760" y="3854958"/>
            <a:chExt cx="1064260" cy="2266950"/>
          </a:xfrm>
        </p:grpSpPr>
        <p:sp>
          <p:nvSpPr>
            <p:cNvPr id="16" name="object 16"/>
            <p:cNvSpPr/>
            <p:nvPr/>
          </p:nvSpPr>
          <p:spPr>
            <a:xfrm>
              <a:off x="1127760" y="3854958"/>
              <a:ext cx="161925" cy="2010410"/>
            </a:xfrm>
            <a:custGeom>
              <a:avLst/>
              <a:gdLst/>
              <a:ahLst/>
              <a:cxnLst/>
              <a:rect l="l" t="t" r="r" b="b"/>
              <a:pathLst>
                <a:path w="161925" h="2010410">
                  <a:moveTo>
                    <a:pt x="85712" y="1934133"/>
                  </a:moveTo>
                  <a:lnTo>
                    <a:pt x="85712" y="2010333"/>
                  </a:lnTo>
                  <a:lnTo>
                    <a:pt x="142109" y="1982139"/>
                  </a:lnTo>
                  <a:lnTo>
                    <a:pt x="98412" y="1982139"/>
                  </a:lnTo>
                  <a:lnTo>
                    <a:pt x="98412" y="1962327"/>
                  </a:lnTo>
                  <a:lnTo>
                    <a:pt x="142109" y="1962327"/>
                  </a:lnTo>
                  <a:lnTo>
                    <a:pt x="85712" y="1934133"/>
                  </a:lnTo>
                  <a:close/>
                </a:path>
                <a:path w="161925" h="2010410">
                  <a:moveTo>
                    <a:pt x="19812" y="0"/>
                  </a:moveTo>
                  <a:lnTo>
                    <a:pt x="0" y="0"/>
                  </a:lnTo>
                  <a:lnTo>
                    <a:pt x="0" y="1977707"/>
                  </a:lnTo>
                  <a:lnTo>
                    <a:pt x="4432" y="1982139"/>
                  </a:lnTo>
                  <a:lnTo>
                    <a:pt x="85712" y="1982139"/>
                  </a:lnTo>
                  <a:lnTo>
                    <a:pt x="85712" y="1972233"/>
                  </a:lnTo>
                  <a:lnTo>
                    <a:pt x="19812" y="1972233"/>
                  </a:lnTo>
                  <a:lnTo>
                    <a:pt x="9906" y="1962327"/>
                  </a:lnTo>
                  <a:lnTo>
                    <a:pt x="19812" y="1962327"/>
                  </a:lnTo>
                  <a:lnTo>
                    <a:pt x="19812" y="0"/>
                  </a:lnTo>
                  <a:close/>
                </a:path>
                <a:path w="161925" h="2010410">
                  <a:moveTo>
                    <a:pt x="142109" y="1962327"/>
                  </a:moveTo>
                  <a:lnTo>
                    <a:pt x="98412" y="1962327"/>
                  </a:lnTo>
                  <a:lnTo>
                    <a:pt x="98412" y="1982139"/>
                  </a:lnTo>
                  <a:lnTo>
                    <a:pt x="142109" y="1982139"/>
                  </a:lnTo>
                  <a:lnTo>
                    <a:pt x="161925" y="1972233"/>
                  </a:lnTo>
                  <a:lnTo>
                    <a:pt x="142109" y="1962327"/>
                  </a:lnTo>
                  <a:close/>
                </a:path>
                <a:path w="161925" h="2010410">
                  <a:moveTo>
                    <a:pt x="19812" y="1962327"/>
                  </a:moveTo>
                  <a:lnTo>
                    <a:pt x="9906" y="1962327"/>
                  </a:lnTo>
                  <a:lnTo>
                    <a:pt x="19812" y="1972233"/>
                  </a:lnTo>
                  <a:lnTo>
                    <a:pt x="19812" y="1962327"/>
                  </a:lnTo>
                  <a:close/>
                </a:path>
                <a:path w="161925" h="2010410">
                  <a:moveTo>
                    <a:pt x="85712" y="1962327"/>
                  </a:moveTo>
                  <a:lnTo>
                    <a:pt x="19812" y="1962327"/>
                  </a:lnTo>
                  <a:lnTo>
                    <a:pt x="19812" y="1972233"/>
                  </a:lnTo>
                  <a:lnTo>
                    <a:pt x="85712" y="1972233"/>
                  </a:lnTo>
                  <a:lnTo>
                    <a:pt x="85712" y="19623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51966" y="5563362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0" y="88900"/>
                  </a:moveTo>
                  <a:lnTo>
                    <a:pt x="6979" y="54296"/>
                  </a:lnTo>
                  <a:lnTo>
                    <a:pt x="26019" y="26038"/>
                  </a:lnTo>
                  <a:lnTo>
                    <a:pt x="54274" y="6986"/>
                  </a:lnTo>
                  <a:lnTo>
                    <a:pt x="88900" y="0"/>
                  </a:lnTo>
                  <a:lnTo>
                    <a:pt x="825500" y="0"/>
                  </a:lnTo>
                  <a:lnTo>
                    <a:pt x="860125" y="6986"/>
                  </a:lnTo>
                  <a:lnTo>
                    <a:pt x="888380" y="26038"/>
                  </a:lnTo>
                  <a:lnTo>
                    <a:pt x="907420" y="54296"/>
                  </a:lnTo>
                  <a:lnTo>
                    <a:pt x="914400" y="88900"/>
                  </a:lnTo>
                  <a:lnTo>
                    <a:pt x="914400" y="444500"/>
                  </a:lnTo>
                  <a:lnTo>
                    <a:pt x="907420" y="479103"/>
                  </a:lnTo>
                  <a:lnTo>
                    <a:pt x="888380" y="507361"/>
                  </a:lnTo>
                  <a:lnTo>
                    <a:pt x="860125" y="526413"/>
                  </a:lnTo>
                  <a:lnTo>
                    <a:pt x="825500" y="533400"/>
                  </a:lnTo>
                  <a:lnTo>
                    <a:pt x="88900" y="533400"/>
                  </a:lnTo>
                  <a:lnTo>
                    <a:pt x="54274" y="526413"/>
                  </a:lnTo>
                  <a:lnTo>
                    <a:pt x="26019" y="507361"/>
                  </a:lnTo>
                  <a:lnTo>
                    <a:pt x="6979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50292">
              <a:solidFill>
                <a:srgbClr val="C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98802" y="2443683"/>
            <a:ext cx="15506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ahoma"/>
                <a:cs typeface="Tahoma"/>
              </a:rPr>
              <a:t>Snapshotting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8488" y="6118656"/>
            <a:ext cx="269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Tahoma"/>
                <a:cs typeface="Tahoma"/>
              </a:rPr>
              <a:t>Should not </a:t>
            </a:r>
            <a:r>
              <a:rPr dirty="0" sz="1800" b="1">
                <a:solidFill>
                  <a:srgbClr val="C00000"/>
                </a:solidFill>
                <a:latin typeface="Tahoma"/>
                <a:cs typeface="Tahoma"/>
              </a:rPr>
              <a:t>be </a:t>
            </a:r>
            <a:r>
              <a:rPr dirty="0" sz="1800" spc="-5" b="1">
                <a:solidFill>
                  <a:srgbClr val="C00000"/>
                </a:solidFill>
                <a:latin typeface="Tahoma"/>
                <a:cs typeface="Tahoma"/>
              </a:rPr>
              <a:t>created</a:t>
            </a:r>
            <a:r>
              <a:rPr dirty="0" sz="1800" spc="-60" b="1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00000"/>
                </a:solidFill>
                <a:latin typeface="Tahoma"/>
                <a:cs typeface="Tahoma"/>
              </a:rPr>
              <a:t>!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28744" y="2279904"/>
            <a:ext cx="1504315" cy="527685"/>
            <a:chOff x="4428744" y="2279904"/>
            <a:chExt cx="1504315" cy="527685"/>
          </a:xfrm>
        </p:grpSpPr>
        <p:sp>
          <p:nvSpPr>
            <p:cNvPr id="21" name="object 21"/>
            <p:cNvSpPr/>
            <p:nvPr/>
          </p:nvSpPr>
          <p:spPr>
            <a:xfrm>
              <a:off x="4441698" y="2292858"/>
              <a:ext cx="1478280" cy="501650"/>
            </a:xfrm>
            <a:custGeom>
              <a:avLst/>
              <a:gdLst/>
              <a:ahLst/>
              <a:cxnLst/>
              <a:rect l="l" t="t" r="r" b="b"/>
              <a:pathLst>
                <a:path w="1478279" h="501650">
                  <a:moveTo>
                    <a:pt x="1227581" y="0"/>
                  </a:moveTo>
                  <a:lnTo>
                    <a:pt x="1227581" y="125349"/>
                  </a:lnTo>
                  <a:lnTo>
                    <a:pt x="0" y="125349"/>
                  </a:lnTo>
                  <a:lnTo>
                    <a:pt x="0" y="376046"/>
                  </a:lnTo>
                  <a:lnTo>
                    <a:pt x="1227581" y="376046"/>
                  </a:lnTo>
                  <a:lnTo>
                    <a:pt x="1227581" y="501395"/>
                  </a:lnTo>
                  <a:lnTo>
                    <a:pt x="1478279" y="250697"/>
                  </a:lnTo>
                  <a:lnTo>
                    <a:pt x="122758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41698" y="2292858"/>
              <a:ext cx="1478280" cy="501650"/>
            </a:xfrm>
            <a:custGeom>
              <a:avLst/>
              <a:gdLst/>
              <a:ahLst/>
              <a:cxnLst/>
              <a:rect l="l" t="t" r="r" b="b"/>
              <a:pathLst>
                <a:path w="1478279" h="501650">
                  <a:moveTo>
                    <a:pt x="0" y="125349"/>
                  </a:moveTo>
                  <a:lnTo>
                    <a:pt x="1227581" y="125349"/>
                  </a:lnTo>
                  <a:lnTo>
                    <a:pt x="1227581" y="0"/>
                  </a:lnTo>
                  <a:lnTo>
                    <a:pt x="1478279" y="250697"/>
                  </a:lnTo>
                  <a:lnTo>
                    <a:pt x="1227581" y="501395"/>
                  </a:lnTo>
                  <a:lnTo>
                    <a:pt x="1227581" y="376046"/>
                  </a:lnTo>
                  <a:lnTo>
                    <a:pt x="0" y="376046"/>
                  </a:lnTo>
                  <a:lnTo>
                    <a:pt x="0" y="12534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4428744" y="4387596"/>
            <a:ext cx="1504315" cy="527685"/>
            <a:chOff x="4428744" y="4387596"/>
            <a:chExt cx="1504315" cy="527685"/>
          </a:xfrm>
        </p:grpSpPr>
        <p:sp>
          <p:nvSpPr>
            <p:cNvPr id="24" name="object 24"/>
            <p:cNvSpPr/>
            <p:nvPr/>
          </p:nvSpPr>
          <p:spPr>
            <a:xfrm>
              <a:off x="4441698" y="4400550"/>
              <a:ext cx="1478280" cy="501650"/>
            </a:xfrm>
            <a:custGeom>
              <a:avLst/>
              <a:gdLst/>
              <a:ahLst/>
              <a:cxnLst/>
              <a:rect l="l" t="t" r="r" b="b"/>
              <a:pathLst>
                <a:path w="1478279" h="501650">
                  <a:moveTo>
                    <a:pt x="1227581" y="0"/>
                  </a:moveTo>
                  <a:lnTo>
                    <a:pt x="1227581" y="125349"/>
                  </a:lnTo>
                  <a:lnTo>
                    <a:pt x="0" y="125349"/>
                  </a:lnTo>
                  <a:lnTo>
                    <a:pt x="0" y="376047"/>
                  </a:lnTo>
                  <a:lnTo>
                    <a:pt x="1227581" y="376047"/>
                  </a:lnTo>
                  <a:lnTo>
                    <a:pt x="1227581" y="501395"/>
                  </a:lnTo>
                  <a:lnTo>
                    <a:pt x="1478279" y="250698"/>
                  </a:lnTo>
                  <a:lnTo>
                    <a:pt x="122758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441698" y="4400550"/>
              <a:ext cx="1478280" cy="501650"/>
            </a:xfrm>
            <a:custGeom>
              <a:avLst/>
              <a:gdLst/>
              <a:ahLst/>
              <a:cxnLst/>
              <a:rect l="l" t="t" r="r" b="b"/>
              <a:pathLst>
                <a:path w="1478279" h="501650">
                  <a:moveTo>
                    <a:pt x="0" y="125349"/>
                  </a:moveTo>
                  <a:lnTo>
                    <a:pt x="1227581" y="125349"/>
                  </a:lnTo>
                  <a:lnTo>
                    <a:pt x="1227581" y="0"/>
                  </a:lnTo>
                  <a:lnTo>
                    <a:pt x="1478279" y="250698"/>
                  </a:lnTo>
                  <a:lnTo>
                    <a:pt x="1227581" y="501395"/>
                  </a:lnTo>
                  <a:lnTo>
                    <a:pt x="1227581" y="376047"/>
                  </a:lnTo>
                  <a:lnTo>
                    <a:pt x="0" y="376047"/>
                  </a:lnTo>
                  <a:lnTo>
                    <a:pt x="0" y="12534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4344161" y="2286761"/>
            <a:ext cx="0" cy="4038600"/>
          </a:xfrm>
          <a:custGeom>
            <a:avLst/>
            <a:gdLst/>
            <a:ahLst/>
            <a:cxnLst/>
            <a:rect l="l" t="t" r="r" b="b"/>
            <a:pathLst>
              <a:path w="0" h="4038600">
                <a:moveTo>
                  <a:pt x="0" y="0"/>
                </a:moveTo>
                <a:lnTo>
                  <a:pt x="0" y="4038600"/>
                </a:lnTo>
              </a:path>
            </a:pathLst>
          </a:custGeom>
          <a:ln w="19812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557648" y="2239136"/>
            <a:ext cx="2633345" cy="87884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0"/>
              </a:spcBef>
            </a:pPr>
            <a:r>
              <a:rPr dirty="0" sz="1800" spc="-5" b="1">
                <a:solidFill>
                  <a:srgbClr val="FFFFFF"/>
                </a:solidFill>
                <a:latin typeface="Tahoma"/>
                <a:cs typeface="Tahoma"/>
              </a:rPr>
              <a:t>snapshot</a:t>
            </a:r>
            <a:endParaRPr sz="1800">
              <a:latin typeface="Tahoma"/>
              <a:cs typeface="Tahoma"/>
            </a:endParaRPr>
          </a:p>
          <a:p>
            <a:pPr marL="74295">
              <a:lnSpc>
                <a:spcPct val="100000"/>
              </a:lnSpc>
              <a:spcBef>
                <a:spcPts val="1200"/>
              </a:spcBef>
            </a:pPr>
            <a:r>
              <a:rPr dirty="0" sz="1800" spc="-60">
                <a:latin typeface="DejaVu Sans"/>
                <a:cs typeface="DejaVu Sans"/>
              </a:rPr>
              <a:t>𝐿𝑜𝑐𝑘</a:t>
            </a:r>
            <a:r>
              <a:rPr dirty="0" baseline="-14957" sz="1950" spc="-89">
                <a:latin typeface="DejaVu Sans"/>
                <a:cs typeface="DejaVu Sans"/>
              </a:rPr>
              <a:t>𝑟𝑒𝑎𝑑</a:t>
            </a:r>
            <a:r>
              <a:rPr dirty="0" sz="1800" spc="-60">
                <a:latin typeface="Tahoma"/>
                <a:cs typeface="Tahoma"/>
              </a:rPr>
              <a:t>: </a:t>
            </a:r>
            <a:r>
              <a:rPr dirty="0" sz="1800" spc="-5">
                <a:latin typeface="Tahoma"/>
                <a:cs typeface="Tahoma"/>
              </a:rPr>
              <a:t>/home </a:t>
            </a:r>
            <a:r>
              <a:rPr dirty="0" sz="1800">
                <a:latin typeface="Tahoma"/>
                <a:cs typeface="Tahoma"/>
              </a:rPr>
              <a:t>&amp; </a:t>
            </a:r>
            <a:r>
              <a:rPr dirty="0" sz="1800" spc="-10">
                <a:latin typeface="Tahoma"/>
                <a:cs typeface="Tahoma"/>
              </a:rPr>
              <a:t>/save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93971" y="3215385"/>
            <a:ext cx="36944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DejaVu Sans"/>
                <a:cs typeface="DejaVu Sans"/>
              </a:rPr>
              <a:t>𝐿𝑜𝑐𝑘</a:t>
            </a:r>
            <a:r>
              <a:rPr dirty="0" baseline="-14957" sz="1950" spc="-135">
                <a:latin typeface="DejaVu Sans"/>
                <a:cs typeface="DejaVu Sans"/>
              </a:rPr>
              <a:t>𝑤𝑟𝑖𝑡𝑒</a:t>
            </a:r>
            <a:r>
              <a:rPr dirty="0" sz="1800" spc="-90">
                <a:latin typeface="Tahoma"/>
                <a:cs typeface="Tahoma"/>
              </a:rPr>
              <a:t>: </a:t>
            </a:r>
            <a:r>
              <a:rPr dirty="0" sz="1800" spc="-5">
                <a:latin typeface="Tahoma"/>
                <a:cs typeface="Tahoma"/>
              </a:rPr>
              <a:t>/home/user </a:t>
            </a:r>
            <a:r>
              <a:rPr dirty="0" sz="1800">
                <a:latin typeface="Tahoma"/>
                <a:cs typeface="Tahoma"/>
              </a:rPr>
              <a:t>&amp;</a:t>
            </a:r>
            <a:r>
              <a:rPr dirty="0" sz="1800" spc="10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/save/user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92701" y="4500498"/>
            <a:ext cx="3228340" cy="80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Tahoma"/>
                <a:cs typeface="Tahoma"/>
              </a:rPr>
              <a:t>Creation</a:t>
            </a:r>
            <a:endParaRPr sz="18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1845"/>
              </a:spcBef>
            </a:pPr>
            <a:r>
              <a:rPr dirty="0" sz="1800" spc="-60">
                <a:latin typeface="DejaVu Sans"/>
                <a:cs typeface="DejaVu Sans"/>
              </a:rPr>
              <a:t>𝐿𝑜𝑐𝑘</a:t>
            </a:r>
            <a:r>
              <a:rPr dirty="0" baseline="-14957" sz="1950" spc="-89">
                <a:latin typeface="DejaVu Sans"/>
                <a:cs typeface="DejaVu Sans"/>
              </a:rPr>
              <a:t>𝑟𝑒𝑎𝑑</a:t>
            </a:r>
            <a:r>
              <a:rPr dirty="0" sz="1800" spc="-60">
                <a:latin typeface="Tahoma"/>
                <a:cs typeface="Tahoma"/>
              </a:rPr>
              <a:t>: </a:t>
            </a:r>
            <a:r>
              <a:rPr dirty="0" sz="1800" spc="-5">
                <a:latin typeface="Tahoma"/>
                <a:cs typeface="Tahoma"/>
              </a:rPr>
              <a:t>/home </a:t>
            </a:r>
            <a:r>
              <a:rPr dirty="0" sz="1800">
                <a:latin typeface="Tahoma"/>
                <a:cs typeface="Tahoma"/>
              </a:rPr>
              <a:t>&amp;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/home/user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3971" y="5406034"/>
            <a:ext cx="27425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DejaVu Sans"/>
                <a:cs typeface="DejaVu Sans"/>
              </a:rPr>
              <a:t>𝐿𝑜𝑐𝑘</a:t>
            </a:r>
            <a:r>
              <a:rPr dirty="0" baseline="-14957" sz="1950" spc="-135">
                <a:latin typeface="DejaVu Sans"/>
                <a:cs typeface="DejaVu Sans"/>
              </a:rPr>
              <a:t>𝑤𝑟𝑖𝑡𝑒</a:t>
            </a:r>
            <a:r>
              <a:rPr dirty="0" sz="1800" spc="-90">
                <a:latin typeface="Tahoma"/>
                <a:cs typeface="Tahoma"/>
              </a:rPr>
              <a:t>: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/home/user/foo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72375" y="3205053"/>
            <a:ext cx="2149475" cy="2135505"/>
            <a:chOff x="5672375" y="3205053"/>
            <a:chExt cx="2149475" cy="2135505"/>
          </a:xfrm>
        </p:grpSpPr>
        <p:sp>
          <p:nvSpPr>
            <p:cNvPr id="32" name="object 32"/>
            <p:cNvSpPr/>
            <p:nvPr/>
          </p:nvSpPr>
          <p:spPr>
            <a:xfrm>
              <a:off x="5685329" y="3218007"/>
              <a:ext cx="2123440" cy="2110105"/>
            </a:xfrm>
            <a:custGeom>
              <a:avLst/>
              <a:gdLst/>
              <a:ahLst/>
              <a:cxnLst/>
              <a:rect l="l" t="t" r="r" b="b"/>
              <a:pathLst>
                <a:path w="2123440" h="2110104">
                  <a:moveTo>
                    <a:pt x="6048" y="62402"/>
                  </a:moveTo>
                  <a:lnTo>
                    <a:pt x="19192" y="24969"/>
                  </a:lnTo>
                  <a:lnTo>
                    <a:pt x="57864" y="10586"/>
                  </a:lnTo>
                  <a:lnTo>
                    <a:pt x="124441" y="10261"/>
                  </a:lnTo>
                  <a:lnTo>
                    <a:pt x="186259" y="9775"/>
                  </a:lnTo>
                  <a:lnTo>
                    <a:pt x="243810" y="9193"/>
                  </a:lnTo>
                  <a:lnTo>
                    <a:pt x="297583" y="8582"/>
                  </a:lnTo>
                  <a:lnTo>
                    <a:pt x="348071" y="8009"/>
                  </a:lnTo>
                  <a:lnTo>
                    <a:pt x="395763" y="7538"/>
                  </a:lnTo>
                  <a:lnTo>
                    <a:pt x="441151" y="7237"/>
                  </a:lnTo>
                  <a:lnTo>
                    <a:pt x="484725" y="7171"/>
                  </a:lnTo>
                  <a:lnTo>
                    <a:pt x="526976" y="7407"/>
                  </a:lnTo>
                  <a:lnTo>
                    <a:pt x="568395" y="8011"/>
                  </a:lnTo>
                  <a:lnTo>
                    <a:pt x="609473" y="9049"/>
                  </a:lnTo>
                  <a:lnTo>
                    <a:pt x="650700" y="10586"/>
                  </a:lnTo>
                  <a:lnTo>
                    <a:pt x="695626" y="11605"/>
                  </a:lnTo>
                  <a:lnTo>
                    <a:pt x="740278" y="11024"/>
                  </a:lnTo>
                  <a:lnTo>
                    <a:pt x="785067" y="9308"/>
                  </a:lnTo>
                  <a:lnTo>
                    <a:pt x="830407" y="6923"/>
                  </a:lnTo>
                  <a:lnTo>
                    <a:pt x="876709" y="4334"/>
                  </a:lnTo>
                  <a:lnTo>
                    <a:pt x="924386" y="2007"/>
                  </a:lnTo>
                  <a:lnTo>
                    <a:pt x="973850" y="407"/>
                  </a:lnTo>
                  <a:lnTo>
                    <a:pt x="1025512" y="0"/>
                  </a:lnTo>
                  <a:lnTo>
                    <a:pt x="1079786" y="1250"/>
                  </a:lnTo>
                  <a:lnTo>
                    <a:pt x="1137083" y="4624"/>
                  </a:lnTo>
                  <a:lnTo>
                    <a:pt x="1197816" y="10586"/>
                  </a:lnTo>
                  <a:lnTo>
                    <a:pt x="1233535" y="25159"/>
                  </a:lnTo>
                  <a:lnTo>
                    <a:pt x="1249632" y="62402"/>
                  </a:lnTo>
                  <a:lnTo>
                    <a:pt x="1253954" y="125916"/>
                  </a:lnTo>
                  <a:lnTo>
                    <a:pt x="1255823" y="178083"/>
                  </a:lnTo>
                  <a:lnTo>
                    <a:pt x="1254597" y="224226"/>
                  </a:lnTo>
                  <a:lnTo>
                    <a:pt x="1249632" y="269666"/>
                  </a:lnTo>
                  <a:lnTo>
                    <a:pt x="1233678" y="306861"/>
                  </a:lnTo>
                  <a:lnTo>
                    <a:pt x="1197816" y="321482"/>
                  </a:lnTo>
                  <a:lnTo>
                    <a:pt x="1148485" y="318044"/>
                  </a:lnTo>
                  <a:lnTo>
                    <a:pt x="1097631" y="316871"/>
                  </a:lnTo>
                  <a:lnTo>
                    <a:pt x="1045597" y="317436"/>
                  </a:lnTo>
                  <a:lnTo>
                    <a:pt x="992724" y="319214"/>
                  </a:lnTo>
                  <a:lnTo>
                    <a:pt x="939354" y="321680"/>
                  </a:lnTo>
                  <a:lnTo>
                    <a:pt x="885829" y="324308"/>
                  </a:lnTo>
                  <a:lnTo>
                    <a:pt x="832491" y="326572"/>
                  </a:lnTo>
                  <a:lnTo>
                    <a:pt x="779681" y="327947"/>
                  </a:lnTo>
                  <a:lnTo>
                    <a:pt x="727741" y="327907"/>
                  </a:lnTo>
                  <a:lnTo>
                    <a:pt x="677014" y="325928"/>
                  </a:lnTo>
                  <a:lnTo>
                    <a:pt x="627840" y="321482"/>
                  </a:lnTo>
                  <a:lnTo>
                    <a:pt x="579147" y="316745"/>
                  </a:lnTo>
                  <a:lnTo>
                    <a:pt x="529670" y="314006"/>
                  </a:lnTo>
                  <a:lnTo>
                    <a:pt x="479461" y="312915"/>
                  </a:lnTo>
                  <a:lnTo>
                    <a:pt x="428575" y="313123"/>
                  </a:lnTo>
                  <a:lnTo>
                    <a:pt x="377064" y="314277"/>
                  </a:lnTo>
                  <a:lnTo>
                    <a:pt x="324982" y="316029"/>
                  </a:lnTo>
                  <a:lnTo>
                    <a:pt x="272381" y="318028"/>
                  </a:lnTo>
                  <a:lnTo>
                    <a:pt x="219316" y="319923"/>
                  </a:lnTo>
                  <a:lnTo>
                    <a:pt x="165839" y="321364"/>
                  </a:lnTo>
                  <a:lnTo>
                    <a:pt x="112004" y="322000"/>
                  </a:lnTo>
                  <a:lnTo>
                    <a:pt x="57864" y="321482"/>
                  </a:lnTo>
                  <a:lnTo>
                    <a:pt x="18859" y="305480"/>
                  </a:lnTo>
                  <a:lnTo>
                    <a:pt x="1922" y="211117"/>
                  </a:lnTo>
                  <a:lnTo>
                    <a:pt x="0" y="165225"/>
                  </a:lnTo>
                  <a:lnTo>
                    <a:pt x="1101" y="119737"/>
                  </a:lnTo>
                  <a:lnTo>
                    <a:pt x="6048" y="62402"/>
                  </a:lnTo>
                  <a:close/>
                </a:path>
                <a:path w="2123440" h="2110104">
                  <a:moveTo>
                    <a:pt x="874728" y="1843958"/>
                  </a:moveTo>
                  <a:lnTo>
                    <a:pt x="887857" y="1806525"/>
                  </a:lnTo>
                  <a:lnTo>
                    <a:pt x="926417" y="1792142"/>
                  </a:lnTo>
                  <a:lnTo>
                    <a:pt x="992930" y="1791817"/>
                  </a:lnTo>
                  <a:lnTo>
                    <a:pt x="1054685" y="1791331"/>
                  </a:lnTo>
                  <a:lnTo>
                    <a:pt x="1112172" y="1790749"/>
                  </a:lnTo>
                  <a:lnTo>
                    <a:pt x="1165882" y="1790138"/>
                  </a:lnTo>
                  <a:lnTo>
                    <a:pt x="1216307" y="1789565"/>
                  </a:lnTo>
                  <a:lnTo>
                    <a:pt x="1263935" y="1789094"/>
                  </a:lnTo>
                  <a:lnTo>
                    <a:pt x="1309259" y="1788793"/>
                  </a:lnTo>
                  <a:lnTo>
                    <a:pt x="1352770" y="1788727"/>
                  </a:lnTo>
                  <a:lnTo>
                    <a:pt x="1394958" y="1788963"/>
                  </a:lnTo>
                  <a:lnTo>
                    <a:pt x="1436313" y="1789567"/>
                  </a:lnTo>
                  <a:lnTo>
                    <a:pt x="1477327" y="1790605"/>
                  </a:lnTo>
                  <a:lnTo>
                    <a:pt x="1518491" y="1792142"/>
                  </a:lnTo>
                  <a:lnTo>
                    <a:pt x="1563382" y="1793161"/>
                  </a:lnTo>
                  <a:lnTo>
                    <a:pt x="1607998" y="1792580"/>
                  </a:lnTo>
                  <a:lnTo>
                    <a:pt x="1652752" y="1790864"/>
                  </a:lnTo>
                  <a:lnTo>
                    <a:pt x="1698053" y="1788479"/>
                  </a:lnTo>
                  <a:lnTo>
                    <a:pt x="1744315" y="1785890"/>
                  </a:lnTo>
                  <a:lnTo>
                    <a:pt x="1791949" y="1783563"/>
                  </a:lnTo>
                  <a:lnTo>
                    <a:pt x="1841366" y="1781963"/>
                  </a:lnTo>
                  <a:lnTo>
                    <a:pt x="1892977" y="1781556"/>
                  </a:lnTo>
                  <a:lnTo>
                    <a:pt x="1947196" y="1782806"/>
                  </a:lnTo>
                  <a:lnTo>
                    <a:pt x="2004432" y="1786180"/>
                  </a:lnTo>
                  <a:lnTo>
                    <a:pt x="2065099" y="1792142"/>
                  </a:lnTo>
                  <a:lnTo>
                    <a:pt x="2100707" y="1806715"/>
                  </a:lnTo>
                  <a:lnTo>
                    <a:pt x="2116788" y="1843958"/>
                  </a:lnTo>
                  <a:lnTo>
                    <a:pt x="2121110" y="1907472"/>
                  </a:lnTo>
                  <a:lnTo>
                    <a:pt x="2122979" y="1959639"/>
                  </a:lnTo>
                  <a:lnTo>
                    <a:pt x="2121753" y="2005782"/>
                  </a:lnTo>
                  <a:lnTo>
                    <a:pt x="2116788" y="2051222"/>
                  </a:lnTo>
                  <a:lnTo>
                    <a:pt x="2100849" y="2088417"/>
                  </a:lnTo>
                  <a:lnTo>
                    <a:pt x="2065099" y="2103038"/>
                  </a:lnTo>
                  <a:lnTo>
                    <a:pt x="2015808" y="2099600"/>
                  </a:lnTo>
                  <a:lnTo>
                    <a:pt x="1965005" y="2098427"/>
                  </a:lnTo>
                  <a:lnTo>
                    <a:pt x="1913030" y="2098992"/>
                  </a:lnTo>
                  <a:lnTo>
                    <a:pt x="1860222" y="2100770"/>
                  </a:lnTo>
                  <a:lnTo>
                    <a:pt x="1806920" y="2103236"/>
                  </a:lnTo>
                  <a:lnTo>
                    <a:pt x="1753464" y="2105864"/>
                  </a:lnTo>
                  <a:lnTo>
                    <a:pt x="1700194" y="2108128"/>
                  </a:lnTo>
                  <a:lnTo>
                    <a:pt x="1647449" y="2109503"/>
                  </a:lnTo>
                  <a:lnTo>
                    <a:pt x="1595568" y="2109463"/>
                  </a:lnTo>
                  <a:lnTo>
                    <a:pt x="1544891" y="2107484"/>
                  </a:lnTo>
                  <a:lnTo>
                    <a:pt x="1495758" y="2103038"/>
                  </a:lnTo>
                  <a:lnTo>
                    <a:pt x="1447103" y="2098301"/>
                  </a:lnTo>
                  <a:lnTo>
                    <a:pt x="1397669" y="2095562"/>
                  </a:lnTo>
                  <a:lnTo>
                    <a:pt x="1347509" y="2094471"/>
                  </a:lnTo>
                  <a:lnTo>
                    <a:pt x="1296676" y="2094679"/>
                  </a:lnTo>
                  <a:lnTo>
                    <a:pt x="1245222" y="2095833"/>
                  </a:lnTo>
                  <a:lnTo>
                    <a:pt x="1193200" y="2097585"/>
                  </a:lnTo>
                  <a:lnTo>
                    <a:pt x="1140663" y="2099584"/>
                  </a:lnTo>
                  <a:lnTo>
                    <a:pt x="1087664" y="2101479"/>
                  </a:lnTo>
                  <a:lnTo>
                    <a:pt x="1034255" y="2102920"/>
                  </a:lnTo>
                  <a:lnTo>
                    <a:pt x="980488" y="2103556"/>
                  </a:lnTo>
                  <a:lnTo>
                    <a:pt x="926417" y="2103038"/>
                  </a:lnTo>
                  <a:lnTo>
                    <a:pt x="887523" y="2087036"/>
                  </a:lnTo>
                  <a:lnTo>
                    <a:pt x="870602" y="1992673"/>
                  </a:lnTo>
                  <a:lnTo>
                    <a:pt x="868679" y="1946781"/>
                  </a:lnTo>
                  <a:lnTo>
                    <a:pt x="869781" y="1901293"/>
                  </a:lnTo>
                  <a:lnTo>
                    <a:pt x="874728" y="1843958"/>
                  </a:lnTo>
                  <a:close/>
                </a:path>
              </a:pathLst>
            </a:custGeom>
            <a:ln w="25908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13169" y="3539489"/>
              <a:ext cx="868044" cy="1470660"/>
            </a:xfrm>
            <a:custGeom>
              <a:avLst/>
              <a:gdLst/>
              <a:ahLst/>
              <a:cxnLst/>
              <a:rect l="l" t="t" r="r" b="b"/>
              <a:pathLst>
                <a:path w="868045" h="1470660">
                  <a:moveTo>
                    <a:pt x="820462" y="1409969"/>
                  </a:moveTo>
                  <a:lnTo>
                    <a:pt x="796162" y="1424305"/>
                  </a:lnTo>
                  <a:lnTo>
                    <a:pt x="867663" y="1470533"/>
                  </a:lnTo>
                  <a:lnTo>
                    <a:pt x="864249" y="1420876"/>
                  </a:lnTo>
                  <a:lnTo>
                    <a:pt x="826897" y="1420876"/>
                  </a:lnTo>
                  <a:lnTo>
                    <a:pt x="820462" y="1409969"/>
                  </a:lnTo>
                  <a:close/>
                </a:path>
                <a:path w="868045" h="1470660">
                  <a:moveTo>
                    <a:pt x="837570" y="1399876"/>
                  </a:moveTo>
                  <a:lnTo>
                    <a:pt x="820462" y="1409969"/>
                  </a:lnTo>
                  <a:lnTo>
                    <a:pt x="826897" y="1420876"/>
                  </a:lnTo>
                  <a:lnTo>
                    <a:pt x="844041" y="1410843"/>
                  </a:lnTo>
                  <a:lnTo>
                    <a:pt x="837570" y="1399876"/>
                  </a:lnTo>
                  <a:close/>
                </a:path>
                <a:path w="868045" h="1470660">
                  <a:moveTo>
                    <a:pt x="861822" y="1385570"/>
                  </a:moveTo>
                  <a:lnTo>
                    <a:pt x="837570" y="1399876"/>
                  </a:lnTo>
                  <a:lnTo>
                    <a:pt x="844041" y="1410843"/>
                  </a:lnTo>
                  <a:lnTo>
                    <a:pt x="826897" y="1420876"/>
                  </a:lnTo>
                  <a:lnTo>
                    <a:pt x="864249" y="1420876"/>
                  </a:lnTo>
                  <a:lnTo>
                    <a:pt x="861822" y="1385570"/>
                  </a:lnTo>
                  <a:close/>
                </a:path>
                <a:path w="868045" h="1470660">
                  <a:moveTo>
                    <a:pt x="47214" y="60583"/>
                  </a:moveTo>
                  <a:lnTo>
                    <a:pt x="30207" y="70635"/>
                  </a:lnTo>
                  <a:lnTo>
                    <a:pt x="820462" y="1409969"/>
                  </a:lnTo>
                  <a:lnTo>
                    <a:pt x="837570" y="1399876"/>
                  </a:lnTo>
                  <a:lnTo>
                    <a:pt x="47214" y="60583"/>
                  </a:lnTo>
                  <a:close/>
                </a:path>
                <a:path w="868045" h="1470660">
                  <a:moveTo>
                    <a:pt x="0" y="0"/>
                  </a:moveTo>
                  <a:lnTo>
                    <a:pt x="5968" y="84962"/>
                  </a:lnTo>
                  <a:lnTo>
                    <a:pt x="30207" y="70635"/>
                  </a:lnTo>
                  <a:lnTo>
                    <a:pt x="23749" y="59689"/>
                  </a:lnTo>
                  <a:lnTo>
                    <a:pt x="40766" y="49657"/>
                  </a:lnTo>
                  <a:lnTo>
                    <a:pt x="65699" y="49657"/>
                  </a:lnTo>
                  <a:lnTo>
                    <a:pt x="71500" y="46227"/>
                  </a:lnTo>
                  <a:lnTo>
                    <a:pt x="0" y="0"/>
                  </a:lnTo>
                  <a:close/>
                </a:path>
                <a:path w="868045" h="1470660">
                  <a:moveTo>
                    <a:pt x="40766" y="49657"/>
                  </a:moveTo>
                  <a:lnTo>
                    <a:pt x="23749" y="59689"/>
                  </a:lnTo>
                  <a:lnTo>
                    <a:pt x="30207" y="70635"/>
                  </a:lnTo>
                  <a:lnTo>
                    <a:pt x="47214" y="60583"/>
                  </a:lnTo>
                  <a:lnTo>
                    <a:pt x="40766" y="49657"/>
                  </a:lnTo>
                  <a:close/>
                </a:path>
                <a:path w="868045" h="1470660">
                  <a:moveTo>
                    <a:pt x="65699" y="49657"/>
                  </a:moveTo>
                  <a:lnTo>
                    <a:pt x="40766" y="49657"/>
                  </a:lnTo>
                  <a:lnTo>
                    <a:pt x="47214" y="60583"/>
                  </a:lnTo>
                  <a:lnTo>
                    <a:pt x="65699" y="49657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114415" y="3926840"/>
            <a:ext cx="1837689" cy="54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 b="1">
                <a:latin typeface="FreeSerif"/>
                <a:cs typeface="FreeSerif"/>
              </a:rPr>
              <a:t>Conflicting </a:t>
            </a:r>
            <a:r>
              <a:rPr dirty="0" sz="1800" spc="5" b="1">
                <a:latin typeface="FreeSerif"/>
                <a:cs typeface="FreeSerif"/>
              </a:rPr>
              <a:t>Lock</a:t>
            </a:r>
            <a:r>
              <a:rPr dirty="0" sz="1800" spc="-135" b="1">
                <a:latin typeface="FreeSerif"/>
                <a:cs typeface="FreeSerif"/>
              </a:rPr>
              <a:t> </a:t>
            </a:r>
            <a:r>
              <a:rPr dirty="0" sz="1800" b="1">
                <a:latin typeface="FreeSerif"/>
                <a:cs typeface="FreeSerif"/>
              </a:rPr>
              <a:t>!</a:t>
            </a:r>
            <a:endParaRPr sz="1800">
              <a:latin typeface="FreeSerif"/>
              <a:cs typeface="Free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25">
                <a:latin typeface="DejaVu Sans"/>
                <a:cs typeface="DejaVu Sans"/>
              </a:rPr>
              <a:t>∴</a:t>
            </a:r>
            <a:r>
              <a:rPr dirty="0" sz="1600" spc="-25">
                <a:latin typeface="FreeSerif"/>
                <a:cs typeface="FreeSerif"/>
              </a:rPr>
              <a:t>Can </a:t>
            </a:r>
            <a:r>
              <a:rPr dirty="0" sz="1600" spc="65">
                <a:latin typeface="FreeSerif"/>
                <a:cs typeface="FreeSerif"/>
              </a:rPr>
              <a:t>be</a:t>
            </a:r>
            <a:r>
              <a:rPr dirty="0" sz="1600" spc="-100">
                <a:latin typeface="FreeSerif"/>
                <a:cs typeface="FreeSerif"/>
              </a:rPr>
              <a:t> </a:t>
            </a:r>
            <a:r>
              <a:rPr dirty="0" sz="1600" spc="50">
                <a:latin typeface="FreeSerif"/>
                <a:cs typeface="FreeSerif"/>
              </a:rPr>
              <a:t>serializable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262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75">
                <a:solidFill>
                  <a:srgbClr val="0E1745"/>
                </a:solidFill>
              </a:rPr>
              <a:t>Replicas </a:t>
            </a:r>
            <a:r>
              <a:rPr dirty="0" sz="2800" spc="114">
                <a:solidFill>
                  <a:srgbClr val="0E1745"/>
                </a:solidFill>
              </a:rPr>
              <a:t>Placement</a:t>
            </a:r>
            <a:r>
              <a:rPr dirty="0" sz="2800" spc="-265">
                <a:solidFill>
                  <a:srgbClr val="0E1745"/>
                </a:solidFill>
              </a:rPr>
              <a:t> </a:t>
            </a:r>
            <a:r>
              <a:rPr dirty="0" sz="2800" spc="60">
                <a:solidFill>
                  <a:srgbClr val="0E1745"/>
                </a:solidFill>
              </a:rPr>
              <a:t>Policy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26008" y="2799588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5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8" y="3474720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25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55385" y="2306573"/>
            <a:ext cx="2400300" cy="1125220"/>
            <a:chOff x="5755385" y="2306573"/>
            <a:chExt cx="2400300" cy="1125220"/>
          </a:xfrm>
        </p:grpSpPr>
        <p:sp>
          <p:nvSpPr>
            <p:cNvPr id="6" name="object 6"/>
            <p:cNvSpPr/>
            <p:nvPr/>
          </p:nvSpPr>
          <p:spPr>
            <a:xfrm>
              <a:off x="5755385" y="2306573"/>
              <a:ext cx="2400300" cy="1125220"/>
            </a:xfrm>
            <a:custGeom>
              <a:avLst/>
              <a:gdLst/>
              <a:ahLst/>
              <a:cxnLst/>
              <a:rect l="l" t="t" r="r" b="b"/>
              <a:pathLst>
                <a:path w="2400300" h="1125220">
                  <a:moveTo>
                    <a:pt x="2400300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0300" y="112471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2627375"/>
              <a:ext cx="2286000" cy="691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55385" y="2306573"/>
            <a:ext cx="2400300" cy="112522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0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48273" y="3844797"/>
            <a:ext cx="2413000" cy="886460"/>
            <a:chOff x="5748273" y="3844797"/>
            <a:chExt cx="2413000" cy="886460"/>
          </a:xfrm>
        </p:grpSpPr>
        <p:sp>
          <p:nvSpPr>
            <p:cNvPr id="10" name="object 10"/>
            <p:cNvSpPr/>
            <p:nvPr/>
          </p:nvSpPr>
          <p:spPr>
            <a:xfrm>
              <a:off x="5754624" y="3851147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3851147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4183379"/>
              <a:ext cx="2286000" cy="4998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04814" y="3902792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4990" y="3878707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8273" y="4827778"/>
            <a:ext cx="2413000" cy="886460"/>
            <a:chOff x="5748273" y="4827778"/>
            <a:chExt cx="2413000" cy="886460"/>
          </a:xfrm>
        </p:grpSpPr>
        <p:sp>
          <p:nvSpPr>
            <p:cNvPr id="16" name="object 16"/>
            <p:cNvSpPr/>
            <p:nvPr/>
          </p:nvSpPr>
          <p:spPr>
            <a:xfrm>
              <a:off x="5754624" y="483412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774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54623" y="483412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30823" y="5166360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04814" y="4885772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4990" y="4861686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8273" y="5809234"/>
            <a:ext cx="2413000" cy="886460"/>
            <a:chOff x="5748273" y="5809234"/>
            <a:chExt cx="2413000" cy="886460"/>
          </a:xfrm>
        </p:grpSpPr>
        <p:sp>
          <p:nvSpPr>
            <p:cNvPr id="22" name="object 22"/>
            <p:cNvSpPr/>
            <p:nvPr/>
          </p:nvSpPr>
          <p:spPr>
            <a:xfrm>
              <a:off x="5754624" y="5815584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59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54623" y="5815584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59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30823" y="6147816"/>
              <a:ext cx="2286000" cy="5013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04814" y="5868727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4990" y="5844641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38800" y="4764023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18428" y="4791836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3794759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3821633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5760720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7"/>
                </a:lnTo>
                <a:lnTo>
                  <a:pt x="1905000" y="307847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5788558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5083" y="958726"/>
            <a:ext cx="6965315" cy="101663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14">
                <a:latin typeface="FreeSerif"/>
                <a:cs typeface="FreeSerif"/>
              </a:rPr>
              <a:t>GFS </a:t>
            </a:r>
            <a:r>
              <a:rPr dirty="0" sz="2000" spc="110">
                <a:latin typeface="FreeSerif"/>
                <a:cs typeface="FreeSerif"/>
              </a:rPr>
              <a:t>spreads</a:t>
            </a:r>
            <a:r>
              <a:rPr dirty="0" sz="2000" spc="-36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chunk </a:t>
            </a:r>
            <a:r>
              <a:rPr dirty="0" sz="2000" spc="70">
                <a:latin typeface="FreeSerif"/>
                <a:cs typeface="FreeSerif"/>
              </a:rPr>
              <a:t>replicas </a:t>
            </a:r>
            <a:r>
              <a:rPr dirty="0" sz="2000" spc="-5" i="1">
                <a:latin typeface="Caladea"/>
                <a:cs typeface="Caladea"/>
              </a:rPr>
              <a:t>across </a:t>
            </a:r>
            <a:r>
              <a:rPr dirty="0" sz="2000" spc="-15" i="1">
                <a:latin typeface="Caladea"/>
                <a:cs typeface="Caladea"/>
              </a:rPr>
              <a:t>racks</a:t>
            </a:r>
            <a:endParaRPr sz="2000">
              <a:latin typeface="Caladea"/>
              <a:cs typeface="Caladea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Maximize </a:t>
            </a:r>
            <a:r>
              <a:rPr dirty="0" sz="1800" spc="-5" i="1">
                <a:solidFill>
                  <a:srgbClr val="252525"/>
                </a:solidFill>
                <a:latin typeface="Caladea"/>
                <a:cs typeface="Caladea"/>
              </a:rPr>
              <a:t>Data Reliability and</a:t>
            </a:r>
            <a:r>
              <a:rPr dirty="0" sz="1800" spc="-95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800" spc="-10" i="1">
                <a:solidFill>
                  <a:srgbClr val="252525"/>
                </a:solidFill>
                <a:latin typeface="Caladea"/>
                <a:cs typeface="Caladea"/>
              </a:rPr>
              <a:t>Availability</a:t>
            </a:r>
            <a:endParaRPr sz="1800">
              <a:latin typeface="Caladea"/>
              <a:cs typeface="Caladea"/>
            </a:endParaRPr>
          </a:p>
          <a:p>
            <a:pPr lvl="2" marL="699770" indent="-17272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Ensures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that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some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replicas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will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survive</a:t>
            </a:r>
            <a:r>
              <a:rPr dirty="0" sz="1600" spc="-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even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if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90">
                <a:solidFill>
                  <a:srgbClr val="585858"/>
                </a:solidFill>
                <a:latin typeface="FreeSerif"/>
                <a:cs typeface="FreeSerif"/>
              </a:rPr>
              <a:t>an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entire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rack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5">
                <a:solidFill>
                  <a:srgbClr val="585858"/>
                </a:solidFill>
                <a:latin typeface="FreeSerif"/>
                <a:cs typeface="FreeSerif"/>
              </a:rPr>
              <a:t>is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damaged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2640" y="1946343"/>
            <a:ext cx="4761865" cy="65151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222885" indent="-210820">
              <a:lnSpc>
                <a:spcPct val="100000"/>
              </a:lnSpc>
              <a:spcBef>
                <a:spcPts val="550"/>
              </a:spcBef>
              <a:buClr>
                <a:srgbClr val="000079"/>
              </a:buClr>
              <a:buFont typeface="Tahoma"/>
              <a:buChar char="‣"/>
              <a:tabLst>
                <a:tab pos="223520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Maximize </a:t>
            </a:r>
            <a:r>
              <a:rPr dirty="0" sz="1800" spc="-5" i="1">
                <a:solidFill>
                  <a:srgbClr val="252525"/>
                </a:solidFill>
                <a:latin typeface="Caladea"/>
                <a:cs typeface="Caladea"/>
              </a:rPr>
              <a:t>Network Bandwidth</a:t>
            </a:r>
            <a:r>
              <a:rPr dirty="0" sz="1800" spc="-90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800" spc="-5" i="1">
                <a:solidFill>
                  <a:srgbClr val="252525"/>
                </a:solidFill>
                <a:latin typeface="Caladea"/>
                <a:cs typeface="Caladea"/>
              </a:rPr>
              <a:t>Utilization</a:t>
            </a:r>
            <a:endParaRPr sz="1800">
              <a:latin typeface="Caladea"/>
              <a:cs typeface="Caladea"/>
            </a:endParaRPr>
          </a:p>
          <a:p>
            <a:pPr lvl="1" marL="441959" indent="-17272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442595" algn="l"/>
              </a:tabLst>
            </a:pPr>
            <a:r>
              <a:rPr dirty="0" sz="1600" spc="25">
                <a:solidFill>
                  <a:srgbClr val="585858"/>
                </a:solidFill>
                <a:latin typeface="FreeSerif"/>
                <a:cs typeface="FreeSerif"/>
              </a:rPr>
              <a:t>Exploit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aggregate</a:t>
            </a:r>
            <a:r>
              <a:rPr dirty="0" sz="1600" spc="-6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bandwidth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of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multiple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racks</a:t>
            </a:r>
            <a:endParaRPr sz="1600">
              <a:latin typeface="FreeSerif"/>
              <a:cs typeface="Free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02531" y="2859023"/>
            <a:ext cx="3158490" cy="4005579"/>
            <a:chOff x="5002531" y="2859023"/>
            <a:chExt cx="3158490" cy="4005579"/>
          </a:xfrm>
        </p:grpSpPr>
        <p:sp>
          <p:nvSpPr>
            <p:cNvPr id="36" name="object 36"/>
            <p:cNvSpPr/>
            <p:nvPr/>
          </p:nvSpPr>
          <p:spPr>
            <a:xfrm>
              <a:off x="5002530" y="2859023"/>
              <a:ext cx="766445" cy="3999229"/>
            </a:xfrm>
            <a:custGeom>
              <a:avLst/>
              <a:gdLst/>
              <a:ahLst/>
              <a:cxnLst/>
              <a:rect l="l" t="t" r="r" b="b"/>
              <a:pathLst>
                <a:path w="766445" h="3999229">
                  <a:moveTo>
                    <a:pt x="766445" y="19812"/>
                  </a:moveTo>
                  <a:lnTo>
                    <a:pt x="765619" y="9906"/>
                  </a:lnTo>
                  <a:lnTo>
                    <a:pt x="765302" y="0"/>
                  </a:lnTo>
                  <a:lnTo>
                    <a:pt x="765175" y="12"/>
                  </a:lnTo>
                  <a:lnTo>
                    <a:pt x="765048" y="12"/>
                  </a:lnTo>
                  <a:lnTo>
                    <a:pt x="764794" y="25"/>
                  </a:lnTo>
                  <a:lnTo>
                    <a:pt x="764400" y="38"/>
                  </a:lnTo>
                  <a:lnTo>
                    <a:pt x="761771" y="152"/>
                  </a:lnTo>
                  <a:lnTo>
                    <a:pt x="752221" y="508"/>
                  </a:lnTo>
                  <a:lnTo>
                    <a:pt x="751243" y="609"/>
                  </a:lnTo>
                  <a:lnTo>
                    <a:pt x="747522" y="762"/>
                  </a:lnTo>
                  <a:lnTo>
                    <a:pt x="743051" y="1371"/>
                  </a:lnTo>
                  <a:lnTo>
                    <a:pt x="738632" y="1778"/>
                  </a:lnTo>
                  <a:lnTo>
                    <a:pt x="734098" y="2527"/>
                  </a:lnTo>
                  <a:lnTo>
                    <a:pt x="733933" y="2540"/>
                  </a:lnTo>
                  <a:lnTo>
                    <a:pt x="733425" y="2540"/>
                  </a:lnTo>
                  <a:lnTo>
                    <a:pt x="732409" y="2794"/>
                  </a:lnTo>
                  <a:lnTo>
                    <a:pt x="732243" y="2844"/>
                  </a:lnTo>
                  <a:lnTo>
                    <a:pt x="728853" y="3302"/>
                  </a:lnTo>
                  <a:lnTo>
                    <a:pt x="727151" y="3683"/>
                  </a:lnTo>
                  <a:lnTo>
                    <a:pt x="724789" y="4064"/>
                  </a:lnTo>
                  <a:lnTo>
                    <a:pt x="711200" y="7112"/>
                  </a:lnTo>
                  <a:lnTo>
                    <a:pt x="697611" y="11049"/>
                  </a:lnTo>
                  <a:lnTo>
                    <a:pt x="692226" y="12979"/>
                  </a:lnTo>
                  <a:lnTo>
                    <a:pt x="691896" y="13081"/>
                  </a:lnTo>
                  <a:lnTo>
                    <a:pt x="691692" y="13169"/>
                  </a:lnTo>
                  <a:lnTo>
                    <a:pt x="684149" y="15875"/>
                  </a:lnTo>
                  <a:lnTo>
                    <a:pt x="670687" y="21590"/>
                  </a:lnTo>
                  <a:lnTo>
                    <a:pt x="630936" y="43180"/>
                  </a:lnTo>
                  <a:lnTo>
                    <a:pt x="591947" y="71501"/>
                  </a:lnTo>
                  <a:lnTo>
                    <a:pt x="554101" y="106045"/>
                  </a:lnTo>
                  <a:lnTo>
                    <a:pt x="517271" y="146558"/>
                  </a:lnTo>
                  <a:lnTo>
                    <a:pt x="516928" y="146964"/>
                  </a:lnTo>
                  <a:lnTo>
                    <a:pt x="515366" y="148717"/>
                  </a:lnTo>
                  <a:lnTo>
                    <a:pt x="514578" y="149720"/>
                  </a:lnTo>
                  <a:lnTo>
                    <a:pt x="514223" y="150114"/>
                  </a:lnTo>
                  <a:lnTo>
                    <a:pt x="511073" y="154127"/>
                  </a:lnTo>
                  <a:lnTo>
                    <a:pt x="505206" y="161290"/>
                  </a:lnTo>
                  <a:lnTo>
                    <a:pt x="494131" y="175704"/>
                  </a:lnTo>
                  <a:lnTo>
                    <a:pt x="480314" y="193294"/>
                  </a:lnTo>
                  <a:lnTo>
                    <a:pt x="447040" y="241554"/>
                  </a:lnTo>
                  <a:lnTo>
                    <a:pt x="414528" y="294132"/>
                  </a:lnTo>
                  <a:lnTo>
                    <a:pt x="382651" y="351282"/>
                  </a:lnTo>
                  <a:lnTo>
                    <a:pt x="351536" y="412623"/>
                  </a:lnTo>
                  <a:lnTo>
                    <a:pt x="321437" y="477901"/>
                  </a:lnTo>
                  <a:lnTo>
                    <a:pt x="292227" y="547116"/>
                  </a:lnTo>
                  <a:lnTo>
                    <a:pt x="263906" y="619760"/>
                  </a:lnTo>
                  <a:lnTo>
                    <a:pt x="236728" y="695972"/>
                  </a:lnTo>
                  <a:lnTo>
                    <a:pt x="210566" y="775335"/>
                  </a:lnTo>
                  <a:lnTo>
                    <a:pt x="185801" y="857758"/>
                  </a:lnTo>
                  <a:lnTo>
                    <a:pt x="162052" y="942975"/>
                  </a:lnTo>
                  <a:lnTo>
                    <a:pt x="139700" y="1030859"/>
                  </a:lnTo>
                  <a:lnTo>
                    <a:pt x="118872" y="1121156"/>
                  </a:lnTo>
                  <a:lnTo>
                    <a:pt x="99314" y="1213485"/>
                  </a:lnTo>
                  <a:lnTo>
                    <a:pt x="81407" y="1307973"/>
                  </a:lnTo>
                  <a:lnTo>
                    <a:pt x="65151" y="1404366"/>
                  </a:lnTo>
                  <a:lnTo>
                    <a:pt x="50419" y="1502283"/>
                  </a:lnTo>
                  <a:lnTo>
                    <a:pt x="37465" y="1601597"/>
                  </a:lnTo>
                  <a:lnTo>
                    <a:pt x="26289" y="1702181"/>
                  </a:lnTo>
                  <a:lnTo>
                    <a:pt x="17018" y="1803654"/>
                  </a:lnTo>
                  <a:lnTo>
                    <a:pt x="9652" y="1906016"/>
                  </a:lnTo>
                  <a:lnTo>
                    <a:pt x="4445" y="2009013"/>
                  </a:lnTo>
                  <a:lnTo>
                    <a:pt x="1143" y="2112391"/>
                  </a:lnTo>
                  <a:lnTo>
                    <a:pt x="0" y="2216150"/>
                  </a:lnTo>
                  <a:lnTo>
                    <a:pt x="1016" y="2319528"/>
                  </a:lnTo>
                  <a:lnTo>
                    <a:pt x="4318" y="2423033"/>
                  </a:lnTo>
                  <a:lnTo>
                    <a:pt x="9525" y="2525903"/>
                  </a:lnTo>
                  <a:lnTo>
                    <a:pt x="16637" y="2628265"/>
                  </a:lnTo>
                  <a:lnTo>
                    <a:pt x="25908" y="2729801"/>
                  </a:lnTo>
                  <a:lnTo>
                    <a:pt x="36830" y="2830372"/>
                  </a:lnTo>
                  <a:lnTo>
                    <a:pt x="49530" y="2929712"/>
                  </a:lnTo>
                  <a:lnTo>
                    <a:pt x="63881" y="3027629"/>
                  </a:lnTo>
                  <a:lnTo>
                    <a:pt x="80010" y="3123933"/>
                  </a:lnTo>
                  <a:lnTo>
                    <a:pt x="97663" y="3218408"/>
                  </a:lnTo>
                  <a:lnTo>
                    <a:pt x="116840" y="3310801"/>
                  </a:lnTo>
                  <a:lnTo>
                    <a:pt x="137414" y="3401110"/>
                  </a:lnTo>
                  <a:lnTo>
                    <a:pt x="159258" y="3488918"/>
                  </a:lnTo>
                  <a:lnTo>
                    <a:pt x="182626" y="3574110"/>
                  </a:lnTo>
                  <a:lnTo>
                    <a:pt x="207010" y="3656507"/>
                  </a:lnTo>
                  <a:lnTo>
                    <a:pt x="232664" y="3735895"/>
                  </a:lnTo>
                  <a:lnTo>
                    <a:pt x="259334" y="3812032"/>
                  </a:lnTo>
                  <a:lnTo>
                    <a:pt x="287147" y="3884790"/>
                  </a:lnTo>
                  <a:lnTo>
                    <a:pt x="315849" y="3953916"/>
                  </a:lnTo>
                  <a:lnTo>
                    <a:pt x="336359" y="3998976"/>
                  </a:lnTo>
                  <a:lnTo>
                    <a:pt x="358127" y="3998976"/>
                  </a:lnTo>
                  <a:lnTo>
                    <a:pt x="334137" y="3946321"/>
                  </a:lnTo>
                  <a:lnTo>
                    <a:pt x="305689" y="3877716"/>
                  </a:lnTo>
                  <a:lnTo>
                    <a:pt x="278003" y="3805491"/>
                  </a:lnTo>
                  <a:lnTo>
                    <a:pt x="251587" y="3729799"/>
                  </a:lnTo>
                  <a:lnTo>
                    <a:pt x="226060" y="3650881"/>
                  </a:lnTo>
                  <a:lnTo>
                    <a:pt x="201676" y="3568877"/>
                  </a:lnTo>
                  <a:lnTo>
                    <a:pt x="178435" y="3484143"/>
                  </a:lnTo>
                  <a:lnTo>
                    <a:pt x="156718" y="3396691"/>
                  </a:lnTo>
                  <a:lnTo>
                    <a:pt x="136144" y="3306788"/>
                  </a:lnTo>
                  <a:lnTo>
                    <a:pt x="117221" y="3214776"/>
                  </a:lnTo>
                  <a:lnTo>
                    <a:pt x="99568" y="3120656"/>
                  </a:lnTo>
                  <a:lnTo>
                    <a:pt x="83566" y="3024746"/>
                  </a:lnTo>
                  <a:lnTo>
                    <a:pt x="69215" y="2927210"/>
                  </a:lnTo>
                  <a:lnTo>
                    <a:pt x="56515" y="2828226"/>
                  </a:lnTo>
                  <a:lnTo>
                    <a:pt x="45593" y="2727960"/>
                  </a:lnTo>
                  <a:lnTo>
                    <a:pt x="36449" y="2626868"/>
                  </a:lnTo>
                  <a:lnTo>
                    <a:pt x="29337" y="2525014"/>
                  </a:lnTo>
                  <a:lnTo>
                    <a:pt x="24130" y="2422398"/>
                  </a:lnTo>
                  <a:lnTo>
                    <a:pt x="20828" y="2319274"/>
                  </a:lnTo>
                  <a:lnTo>
                    <a:pt x="19812" y="2216023"/>
                  </a:lnTo>
                  <a:lnTo>
                    <a:pt x="20967" y="2112391"/>
                  </a:lnTo>
                  <a:lnTo>
                    <a:pt x="24130" y="2010029"/>
                  </a:lnTo>
                  <a:lnTo>
                    <a:pt x="29464" y="1907413"/>
                  </a:lnTo>
                  <a:lnTo>
                    <a:pt x="36703" y="1805559"/>
                  </a:lnTo>
                  <a:lnTo>
                    <a:pt x="45974" y="1704340"/>
                  </a:lnTo>
                  <a:lnTo>
                    <a:pt x="57023" y="1604137"/>
                  </a:lnTo>
                  <a:lnTo>
                    <a:pt x="69977" y="1505204"/>
                  </a:lnTo>
                  <a:lnTo>
                    <a:pt x="84582" y="1407668"/>
                  </a:lnTo>
                  <a:lnTo>
                    <a:pt x="100838" y="1311783"/>
                  </a:lnTo>
                  <a:lnTo>
                    <a:pt x="118745" y="1217676"/>
                  </a:lnTo>
                  <a:lnTo>
                    <a:pt x="138176" y="1125601"/>
                  </a:lnTo>
                  <a:lnTo>
                    <a:pt x="159004" y="1035685"/>
                  </a:lnTo>
                  <a:lnTo>
                    <a:pt x="162547" y="1021715"/>
                  </a:lnTo>
                  <a:lnTo>
                    <a:pt x="151511" y="1079119"/>
                  </a:lnTo>
                  <a:lnTo>
                    <a:pt x="138684" y="1154303"/>
                  </a:lnTo>
                  <a:lnTo>
                    <a:pt x="127254" y="1230630"/>
                  </a:lnTo>
                  <a:lnTo>
                    <a:pt x="117475" y="1307719"/>
                  </a:lnTo>
                  <a:lnTo>
                    <a:pt x="109347" y="1385697"/>
                  </a:lnTo>
                  <a:lnTo>
                    <a:pt x="102997" y="1464310"/>
                  </a:lnTo>
                  <a:lnTo>
                    <a:pt x="98298" y="1543431"/>
                  </a:lnTo>
                  <a:lnTo>
                    <a:pt x="95504" y="1622806"/>
                  </a:lnTo>
                  <a:lnTo>
                    <a:pt x="94488" y="1702562"/>
                  </a:lnTo>
                  <a:lnTo>
                    <a:pt x="95504" y="1781937"/>
                  </a:lnTo>
                  <a:lnTo>
                    <a:pt x="98171" y="1861312"/>
                  </a:lnTo>
                  <a:lnTo>
                    <a:pt x="102743" y="1940306"/>
                  </a:lnTo>
                  <a:lnTo>
                    <a:pt x="109093" y="2018919"/>
                  </a:lnTo>
                  <a:lnTo>
                    <a:pt x="116967" y="2097024"/>
                  </a:lnTo>
                  <a:lnTo>
                    <a:pt x="126619" y="2174113"/>
                  </a:lnTo>
                  <a:lnTo>
                    <a:pt x="137795" y="2250313"/>
                  </a:lnTo>
                  <a:lnTo>
                    <a:pt x="150368" y="2325497"/>
                  </a:lnTo>
                  <a:lnTo>
                    <a:pt x="164338" y="2399538"/>
                  </a:lnTo>
                  <a:lnTo>
                    <a:pt x="179705" y="2472055"/>
                  </a:lnTo>
                  <a:lnTo>
                    <a:pt x="196469" y="2543048"/>
                  </a:lnTo>
                  <a:lnTo>
                    <a:pt x="214503" y="2612390"/>
                  </a:lnTo>
                  <a:lnTo>
                    <a:pt x="233680" y="2679827"/>
                  </a:lnTo>
                  <a:lnTo>
                    <a:pt x="254000" y="2745282"/>
                  </a:lnTo>
                  <a:lnTo>
                    <a:pt x="275336" y="2808554"/>
                  </a:lnTo>
                  <a:lnTo>
                    <a:pt x="297815" y="2869501"/>
                  </a:lnTo>
                  <a:lnTo>
                    <a:pt x="321183" y="2927947"/>
                  </a:lnTo>
                  <a:lnTo>
                    <a:pt x="345313" y="2983827"/>
                  </a:lnTo>
                  <a:lnTo>
                    <a:pt x="370586" y="3037001"/>
                  </a:lnTo>
                  <a:lnTo>
                    <a:pt x="396367" y="3087116"/>
                  </a:lnTo>
                  <a:lnTo>
                    <a:pt x="423037" y="3134220"/>
                  </a:lnTo>
                  <a:lnTo>
                    <a:pt x="450469" y="3178111"/>
                  </a:lnTo>
                  <a:lnTo>
                    <a:pt x="478409" y="3218599"/>
                  </a:lnTo>
                  <a:lnTo>
                    <a:pt x="506857" y="3255594"/>
                  </a:lnTo>
                  <a:lnTo>
                    <a:pt x="536067" y="3288931"/>
                  </a:lnTo>
                  <a:lnTo>
                    <a:pt x="565658" y="3318306"/>
                  </a:lnTo>
                  <a:lnTo>
                    <a:pt x="595630" y="3343783"/>
                  </a:lnTo>
                  <a:lnTo>
                    <a:pt x="657098" y="3382060"/>
                  </a:lnTo>
                  <a:lnTo>
                    <a:pt x="676440" y="3388271"/>
                  </a:lnTo>
                  <a:lnTo>
                    <a:pt x="670560" y="3417112"/>
                  </a:lnTo>
                  <a:lnTo>
                    <a:pt x="752856" y="3394989"/>
                  </a:lnTo>
                  <a:lnTo>
                    <a:pt x="748753" y="3391776"/>
                  </a:lnTo>
                  <a:lnTo>
                    <a:pt x="685800" y="3342449"/>
                  </a:lnTo>
                  <a:lnTo>
                    <a:pt x="680427" y="3368776"/>
                  </a:lnTo>
                  <a:lnTo>
                    <a:pt x="667283" y="3364674"/>
                  </a:lnTo>
                  <a:lnTo>
                    <a:pt x="665721" y="3364192"/>
                  </a:lnTo>
                  <a:lnTo>
                    <a:pt x="665213" y="3363912"/>
                  </a:lnTo>
                  <a:lnTo>
                    <a:pt x="637540" y="3348863"/>
                  </a:lnTo>
                  <a:lnTo>
                    <a:pt x="608457" y="3328670"/>
                  </a:lnTo>
                  <a:lnTo>
                    <a:pt x="550926" y="3275888"/>
                  </a:lnTo>
                  <a:lnTo>
                    <a:pt x="522605" y="3243503"/>
                  </a:lnTo>
                  <a:lnTo>
                    <a:pt x="494665" y="3207334"/>
                  </a:lnTo>
                  <a:lnTo>
                    <a:pt x="467233" y="3167646"/>
                  </a:lnTo>
                  <a:lnTo>
                    <a:pt x="440309" y="3124466"/>
                  </a:lnTo>
                  <a:lnTo>
                    <a:pt x="414020" y="3078035"/>
                  </a:lnTo>
                  <a:lnTo>
                    <a:pt x="388366" y="3028518"/>
                  </a:lnTo>
                  <a:lnTo>
                    <a:pt x="363474" y="2975953"/>
                  </a:lnTo>
                  <a:lnTo>
                    <a:pt x="339471" y="2920593"/>
                  </a:lnTo>
                  <a:lnTo>
                    <a:pt x="316357" y="2862643"/>
                  </a:lnTo>
                  <a:lnTo>
                    <a:pt x="294132" y="2802229"/>
                  </a:lnTo>
                  <a:lnTo>
                    <a:pt x="272923" y="2739402"/>
                  </a:lnTo>
                  <a:lnTo>
                    <a:pt x="252730" y="2674366"/>
                  </a:lnTo>
                  <a:lnTo>
                    <a:pt x="233680" y="2607310"/>
                  </a:lnTo>
                  <a:lnTo>
                    <a:pt x="215773" y="2538476"/>
                  </a:lnTo>
                  <a:lnTo>
                    <a:pt x="199136" y="2467991"/>
                  </a:lnTo>
                  <a:lnTo>
                    <a:pt x="183896" y="2395728"/>
                  </a:lnTo>
                  <a:lnTo>
                    <a:pt x="169926" y="2322322"/>
                  </a:lnTo>
                  <a:lnTo>
                    <a:pt x="157353" y="2247519"/>
                  </a:lnTo>
                  <a:lnTo>
                    <a:pt x="146304" y="2171700"/>
                  </a:lnTo>
                  <a:lnTo>
                    <a:pt x="136779" y="2094992"/>
                  </a:lnTo>
                  <a:lnTo>
                    <a:pt x="128905" y="2017395"/>
                  </a:lnTo>
                  <a:lnTo>
                    <a:pt x="122555" y="1939163"/>
                  </a:lnTo>
                  <a:lnTo>
                    <a:pt x="117983" y="1860677"/>
                  </a:lnTo>
                  <a:lnTo>
                    <a:pt x="115316" y="1781683"/>
                  </a:lnTo>
                  <a:lnTo>
                    <a:pt x="114300" y="1702435"/>
                  </a:lnTo>
                  <a:lnTo>
                    <a:pt x="115189" y="1623568"/>
                  </a:lnTo>
                  <a:lnTo>
                    <a:pt x="118110" y="1544574"/>
                  </a:lnTo>
                  <a:lnTo>
                    <a:pt x="122809" y="1465961"/>
                  </a:lnTo>
                  <a:lnTo>
                    <a:pt x="129159" y="1387729"/>
                  </a:lnTo>
                  <a:lnTo>
                    <a:pt x="137160" y="1310259"/>
                  </a:lnTo>
                  <a:lnTo>
                    <a:pt x="146812" y="1233551"/>
                  </a:lnTo>
                  <a:lnTo>
                    <a:pt x="158115" y="1157605"/>
                  </a:lnTo>
                  <a:lnTo>
                    <a:pt x="170942" y="1082802"/>
                  </a:lnTo>
                  <a:lnTo>
                    <a:pt x="185166" y="1009396"/>
                  </a:lnTo>
                  <a:lnTo>
                    <a:pt x="200787" y="937133"/>
                  </a:lnTo>
                  <a:lnTo>
                    <a:pt x="217678" y="866648"/>
                  </a:lnTo>
                  <a:lnTo>
                    <a:pt x="235966" y="797814"/>
                  </a:lnTo>
                  <a:lnTo>
                    <a:pt x="254406" y="734161"/>
                  </a:lnTo>
                  <a:lnTo>
                    <a:pt x="246634" y="767715"/>
                  </a:lnTo>
                  <a:lnTo>
                    <a:pt x="235839" y="821182"/>
                  </a:lnTo>
                  <a:lnTo>
                    <a:pt x="226314" y="875411"/>
                  </a:lnTo>
                  <a:lnTo>
                    <a:pt x="218059" y="930275"/>
                  </a:lnTo>
                  <a:lnTo>
                    <a:pt x="211201" y="985647"/>
                  </a:lnTo>
                  <a:lnTo>
                    <a:pt x="205740" y="1041527"/>
                  </a:lnTo>
                  <a:lnTo>
                    <a:pt x="201803" y="1097788"/>
                  </a:lnTo>
                  <a:lnTo>
                    <a:pt x="199390" y="1154176"/>
                  </a:lnTo>
                  <a:lnTo>
                    <a:pt x="198628" y="1211072"/>
                  </a:lnTo>
                  <a:lnTo>
                    <a:pt x="199390" y="1267587"/>
                  </a:lnTo>
                  <a:lnTo>
                    <a:pt x="201803" y="1323975"/>
                  </a:lnTo>
                  <a:lnTo>
                    <a:pt x="205613" y="1380236"/>
                  </a:lnTo>
                  <a:lnTo>
                    <a:pt x="210820" y="1436116"/>
                  </a:lnTo>
                  <a:lnTo>
                    <a:pt x="217551" y="1491488"/>
                  </a:lnTo>
                  <a:lnTo>
                    <a:pt x="225679" y="1546352"/>
                  </a:lnTo>
                  <a:lnTo>
                    <a:pt x="234950" y="1600581"/>
                  </a:lnTo>
                  <a:lnTo>
                    <a:pt x="245618" y="1654048"/>
                  </a:lnTo>
                  <a:lnTo>
                    <a:pt x="257429" y="1706626"/>
                  </a:lnTo>
                  <a:lnTo>
                    <a:pt x="270383" y="1758188"/>
                  </a:lnTo>
                  <a:lnTo>
                    <a:pt x="284353" y="1808734"/>
                  </a:lnTo>
                  <a:lnTo>
                    <a:pt x="299466" y="1858010"/>
                  </a:lnTo>
                  <a:lnTo>
                    <a:pt x="315595" y="1905889"/>
                  </a:lnTo>
                  <a:lnTo>
                    <a:pt x="332740" y="1952371"/>
                  </a:lnTo>
                  <a:lnTo>
                    <a:pt x="350647" y="1997456"/>
                  </a:lnTo>
                  <a:lnTo>
                    <a:pt x="369570" y="2040763"/>
                  </a:lnTo>
                  <a:lnTo>
                    <a:pt x="389128" y="2082419"/>
                  </a:lnTo>
                  <a:lnTo>
                    <a:pt x="409575" y="2122170"/>
                  </a:lnTo>
                  <a:lnTo>
                    <a:pt x="430784" y="2160016"/>
                  </a:lnTo>
                  <a:lnTo>
                    <a:pt x="452501" y="2195576"/>
                  </a:lnTo>
                  <a:lnTo>
                    <a:pt x="474980" y="2229358"/>
                  </a:lnTo>
                  <a:lnTo>
                    <a:pt x="498094" y="2260473"/>
                  </a:lnTo>
                  <a:lnTo>
                    <a:pt x="533781" y="2302891"/>
                  </a:lnTo>
                  <a:lnTo>
                    <a:pt x="570357" y="2339479"/>
                  </a:lnTo>
                  <a:lnTo>
                    <a:pt x="607949" y="2369947"/>
                  </a:lnTo>
                  <a:lnTo>
                    <a:pt x="646557" y="2393823"/>
                  </a:lnTo>
                  <a:lnTo>
                    <a:pt x="672592" y="2406015"/>
                  </a:lnTo>
                  <a:lnTo>
                    <a:pt x="673100" y="2406269"/>
                  </a:lnTo>
                  <a:lnTo>
                    <a:pt x="674370" y="2406523"/>
                  </a:lnTo>
                  <a:lnTo>
                    <a:pt x="676135" y="2406916"/>
                  </a:lnTo>
                  <a:lnTo>
                    <a:pt x="670687" y="2434844"/>
                  </a:lnTo>
                  <a:lnTo>
                    <a:pt x="752729" y="2412111"/>
                  </a:lnTo>
                  <a:lnTo>
                    <a:pt x="749427" y="2409571"/>
                  </a:lnTo>
                  <a:lnTo>
                    <a:pt x="685292" y="2360041"/>
                  </a:lnTo>
                  <a:lnTo>
                    <a:pt x="680948" y="2382253"/>
                  </a:lnTo>
                  <a:lnTo>
                    <a:pt x="680948" y="2387727"/>
                  </a:lnTo>
                  <a:lnTo>
                    <a:pt x="680339" y="2387727"/>
                  </a:lnTo>
                  <a:lnTo>
                    <a:pt x="679881" y="2387727"/>
                  </a:lnTo>
                  <a:lnTo>
                    <a:pt x="679818" y="2387511"/>
                  </a:lnTo>
                  <a:lnTo>
                    <a:pt x="680059" y="2387612"/>
                  </a:lnTo>
                  <a:lnTo>
                    <a:pt x="680402" y="2387612"/>
                  </a:lnTo>
                  <a:lnTo>
                    <a:pt x="680948" y="2387727"/>
                  </a:lnTo>
                  <a:lnTo>
                    <a:pt x="680948" y="2382253"/>
                  </a:lnTo>
                  <a:lnTo>
                    <a:pt x="679919" y="2387511"/>
                  </a:lnTo>
                  <a:lnTo>
                    <a:pt x="679716" y="2387473"/>
                  </a:lnTo>
                  <a:lnTo>
                    <a:pt x="679157" y="2387219"/>
                  </a:lnTo>
                  <a:lnTo>
                    <a:pt x="668274" y="2382520"/>
                  </a:lnTo>
                  <a:lnTo>
                    <a:pt x="656082" y="2376424"/>
                  </a:lnTo>
                  <a:lnTo>
                    <a:pt x="619760" y="2354072"/>
                  </a:lnTo>
                  <a:lnTo>
                    <a:pt x="583946" y="2325116"/>
                  </a:lnTo>
                  <a:lnTo>
                    <a:pt x="548513" y="2289683"/>
                  </a:lnTo>
                  <a:lnTo>
                    <a:pt x="513842" y="2248662"/>
                  </a:lnTo>
                  <a:lnTo>
                    <a:pt x="480314" y="2202053"/>
                  </a:lnTo>
                  <a:lnTo>
                    <a:pt x="448056" y="2150237"/>
                  </a:lnTo>
                  <a:lnTo>
                    <a:pt x="427228" y="2113026"/>
                  </a:lnTo>
                  <a:lnTo>
                    <a:pt x="407162" y="2073910"/>
                  </a:lnTo>
                  <a:lnTo>
                    <a:pt x="387731" y="2032889"/>
                  </a:lnTo>
                  <a:lnTo>
                    <a:pt x="369062" y="1990090"/>
                  </a:lnTo>
                  <a:lnTo>
                    <a:pt x="351282" y="1945640"/>
                  </a:lnTo>
                  <a:lnTo>
                    <a:pt x="334391" y="1899539"/>
                  </a:lnTo>
                  <a:lnTo>
                    <a:pt x="318516" y="1852168"/>
                  </a:lnTo>
                  <a:lnTo>
                    <a:pt x="303530" y="1803400"/>
                  </a:lnTo>
                  <a:lnTo>
                    <a:pt x="289560" y="1753489"/>
                  </a:lnTo>
                  <a:lnTo>
                    <a:pt x="276733" y="1702308"/>
                  </a:lnTo>
                  <a:lnTo>
                    <a:pt x="265049" y="1650238"/>
                  </a:lnTo>
                  <a:lnTo>
                    <a:pt x="254508" y="1597279"/>
                  </a:lnTo>
                  <a:lnTo>
                    <a:pt x="245237" y="1543558"/>
                  </a:lnTo>
                  <a:lnTo>
                    <a:pt x="237236" y="1489075"/>
                  </a:lnTo>
                  <a:lnTo>
                    <a:pt x="230505" y="1434211"/>
                  </a:lnTo>
                  <a:lnTo>
                    <a:pt x="225298" y="1378839"/>
                  </a:lnTo>
                  <a:lnTo>
                    <a:pt x="221488" y="1323213"/>
                  </a:lnTo>
                  <a:lnTo>
                    <a:pt x="219202" y="1267206"/>
                  </a:lnTo>
                  <a:lnTo>
                    <a:pt x="218440" y="1210818"/>
                  </a:lnTo>
                  <a:lnTo>
                    <a:pt x="219202" y="1155065"/>
                  </a:lnTo>
                  <a:lnTo>
                    <a:pt x="221488" y="1099058"/>
                  </a:lnTo>
                  <a:lnTo>
                    <a:pt x="225425" y="1043432"/>
                  </a:lnTo>
                  <a:lnTo>
                    <a:pt x="230759" y="988060"/>
                  </a:lnTo>
                  <a:lnTo>
                    <a:pt x="237617" y="933196"/>
                  </a:lnTo>
                  <a:lnTo>
                    <a:pt x="245745" y="878840"/>
                  </a:lnTo>
                  <a:lnTo>
                    <a:pt x="255270" y="825119"/>
                  </a:lnTo>
                  <a:lnTo>
                    <a:pt x="265938" y="772287"/>
                  </a:lnTo>
                  <a:lnTo>
                    <a:pt x="278003" y="720090"/>
                  </a:lnTo>
                  <a:lnTo>
                    <a:pt x="291084" y="669036"/>
                  </a:lnTo>
                  <a:lnTo>
                    <a:pt x="305435" y="618998"/>
                  </a:lnTo>
                  <a:lnTo>
                    <a:pt x="320675" y="570230"/>
                  </a:lnTo>
                  <a:lnTo>
                    <a:pt x="337058" y="522859"/>
                  </a:lnTo>
                  <a:lnTo>
                    <a:pt x="354203" y="476885"/>
                  </a:lnTo>
                  <a:lnTo>
                    <a:pt x="372364" y="432435"/>
                  </a:lnTo>
                  <a:lnTo>
                    <a:pt x="391541" y="389636"/>
                  </a:lnTo>
                  <a:lnTo>
                    <a:pt x="411353" y="348615"/>
                  </a:lnTo>
                  <a:lnTo>
                    <a:pt x="431927" y="309499"/>
                  </a:lnTo>
                  <a:lnTo>
                    <a:pt x="441363" y="293039"/>
                  </a:lnTo>
                  <a:lnTo>
                    <a:pt x="434848" y="306832"/>
                  </a:lnTo>
                  <a:lnTo>
                    <a:pt x="422783" y="335280"/>
                  </a:lnTo>
                  <a:lnTo>
                    <a:pt x="400685" y="394589"/>
                  </a:lnTo>
                  <a:lnTo>
                    <a:pt x="382016" y="456438"/>
                  </a:lnTo>
                  <a:lnTo>
                    <a:pt x="366903" y="520319"/>
                  </a:lnTo>
                  <a:lnTo>
                    <a:pt x="355727" y="585851"/>
                  </a:lnTo>
                  <a:lnTo>
                    <a:pt x="348742" y="652399"/>
                  </a:lnTo>
                  <a:lnTo>
                    <a:pt x="346456" y="719836"/>
                  </a:lnTo>
                  <a:lnTo>
                    <a:pt x="346964" y="753110"/>
                  </a:lnTo>
                  <a:lnTo>
                    <a:pt x="351536" y="820039"/>
                  </a:lnTo>
                  <a:lnTo>
                    <a:pt x="360299" y="886079"/>
                  </a:lnTo>
                  <a:lnTo>
                    <a:pt x="372999" y="950976"/>
                  </a:lnTo>
                  <a:lnTo>
                    <a:pt x="389509" y="1013841"/>
                  </a:lnTo>
                  <a:lnTo>
                    <a:pt x="409194" y="1074420"/>
                  </a:lnTo>
                  <a:lnTo>
                    <a:pt x="432054" y="1132078"/>
                  </a:lnTo>
                  <a:lnTo>
                    <a:pt x="457708" y="1186561"/>
                  </a:lnTo>
                  <a:lnTo>
                    <a:pt x="485902" y="1236980"/>
                  </a:lnTo>
                  <a:lnTo>
                    <a:pt x="516382" y="1283081"/>
                  </a:lnTo>
                  <a:lnTo>
                    <a:pt x="548767" y="1324356"/>
                  </a:lnTo>
                  <a:lnTo>
                    <a:pt x="583057" y="1360170"/>
                  </a:lnTo>
                  <a:lnTo>
                    <a:pt x="618744" y="1390015"/>
                  </a:lnTo>
                  <a:lnTo>
                    <a:pt x="655701" y="1413256"/>
                  </a:lnTo>
                  <a:lnTo>
                    <a:pt x="656209" y="1413637"/>
                  </a:lnTo>
                  <a:lnTo>
                    <a:pt x="656717" y="1413891"/>
                  </a:lnTo>
                  <a:lnTo>
                    <a:pt x="657225" y="1414018"/>
                  </a:lnTo>
                  <a:lnTo>
                    <a:pt x="676668" y="1421244"/>
                  </a:lnTo>
                  <a:lnTo>
                    <a:pt x="670306" y="1450467"/>
                  </a:lnTo>
                  <a:lnTo>
                    <a:pt x="752856" y="1429385"/>
                  </a:lnTo>
                  <a:lnTo>
                    <a:pt x="747649" y="1425194"/>
                  </a:lnTo>
                  <a:lnTo>
                    <a:pt x="686562" y="1375918"/>
                  </a:lnTo>
                  <a:lnTo>
                    <a:pt x="680935" y="1401711"/>
                  </a:lnTo>
                  <a:lnTo>
                    <a:pt x="666140" y="1396238"/>
                  </a:lnTo>
                  <a:lnTo>
                    <a:pt x="664679" y="1395704"/>
                  </a:lnTo>
                  <a:lnTo>
                    <a:pt x="664298" y="1395476"/>
                  </a:lnTo>
                  <a:lnTo>
                    <a:pt x="648208" y="1386078"/>
                  </a:lnTo>
                  <a:lnTo>
                    <a:pt x="630936" y="1374394"/>
                  </a:lnTo>
                  <a:lnTo>
                    <a:pt x="597027" y="1346073"/>
                  </a:lnTo>
                  <a:lnTo>
                    <a:pt x="564134" y="1311656"/>
                  </a:lnTo>
                  <a:lnTo>
                    <a:pt x="532638" y="1271905"/>
                  </a:lnTo>
                  <a:lnTo>
                    <a:pt x="503047" y="1227074"/>
                  </a:lnTo>
                  <a:lnTo>
                    <a:pt x="475488" y="1177798"/>
                  </a:lnTo>
                  <a:lnTo>
                    <a:pt x="450342" y="1124585"/>
                  </a:lnTo>
                  <a:lnTo>
                    <a:pt x="427863" y="1067943"/>
                  </a:lnTo>
                  <a:lnTo>
                    <a:pt x="408559" y="1008507"/>
                  </a:lnTo>
                  <a:lnTo>
                    <a:pt x="392430" y="946785"/>
                  </a:lnTo>
                  <a:lnTo>
                    <a:pt x="379984" y="883158"/>
                  </a:lnTo>
                  <a:lnTo>
                    <a:pt x="371221" y="818388"/>
                  </a:lnTo>
                  <a:lnTo>
                    <a:pt x="366776" y="752729"/>
                  </a:lnTo>
                  <a:lnTo>
                    <a:pt x="366268" y="719582"/>
                  </a:lnTo>
                  <a:lnTo>
                    <a:pt x="366776" y="686943"/>
                  </a:lnTo>
                  <a:lnTo>
                    <a:pt x="371348" y="621284"/>
                  </a:lnTo>
                  <a:lnTo>
                    <a:pt x="380238" y="556514"/>
                  </a:lnTo>
                  <a:lnTo>
                    <a:pt x="393192" y="493014"/>
                  </a:lnTo>
                  <a:lnTo>
                    <a:pt x="409829" y="431165"/>
                  </a:lnTo>
                  <a:lnTo>
                    <a:pt x="429768" y="371729"/>
                  </a:lnTo>
                  <a:lnTo>
                    <a:pt x="452882" y="315214"/>
                  </a:lnTo>
                  <a:lnTo>
                    <a:pt x="478790" y="262001"/>
                  </a:lnTo>
                  <a:lnTo>
                    <a:pt x="507238" y="212725"/>
                  </a:lnTo>
                  <a:lnTo>
                    <a:pt x="537718" y="167894"/>
                  </a:lnTo>
                  <a:lnTo>
                    <a:pt x="570103" y="128016"/>
                  </a:lnTo>
                  <a:lnTo>
                    <a:pt x="604012" y="93726"/>
                  </a:lnTo>
                  <a:lnTo>
                    <a:pt x="638937" y="65405"/>
                  </a:lnTo>
                  <a:lnTo>
                    <a:pt x="674624" y="43561"/>
                  </a:lnTo>
                  <a:lnTo>
                    <a:pt x="710692" y="28575"/>
                  </a:lnTo>
                  <a:lnTo>
                    <a:pt x="741108" y="21793"/>
                  </a:lnTo>
                  <a:lnTo>
                    <a:pt x="766445" y="19812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543799" y="6842759"/>
              <a:ext cx="611505" cy="15240"/>
            </a:xfrm>
            <a:custGeom>
              <a:avLst/>
              <a:gdLst/>
              <a:ahLst/>
              <a:cxnLst/>
              <a:rect l="l" t="t" r="r" b="b"/>
              <a:pathLst>
                <a:path w="611504" h="15240">
                  <a:moveTo>
                    <a:pt x="0" y="15238"/>
                  </a:moveTo>
                  <a:lnTo>
                    <a:pt x="611124" y="15238"/>
                  </a:lnTo>
                  <a:lnTo>
                    <a:pt x="611124" y="0"/>
                  </a:lnTo>
                  <a:lnTo>
                    <a:pt x="0" y="0"/>
                  </a:lnTo>
                  <a:lnTo>
                    <a:pt x="0" y="15238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754623" y="6842759"/>
              <a:ext cx="2400300" cy="15240"/>
            </a:xfrm>
            <a:custGeom>
              <a:avLst/>
              <a:gdLst/>
              <a:ahLst/>
              <a:cxnLst/>
              <a:rect l="l" t="t" r="r" b="b"/>
              <a:pathLst>
                <a:path w="2400300" h="15240">
                  <a:moveTo>
                    <a:pt x="-6096" y="7619"/>
                  </a:moveTo>
                  <a:lnTo>
                    <a:pt x="2406396" y="7619"/>
                  </a:lnTo>
                </a:path>
              </a:pathLst>
            </a:custGeom>
            <a:ln w="27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38799" y="6787895"/>
              <a:ext cx="1905000" cy="70485"/>
            </a:xfrm>
            <a:custGeom>
              <a:avLst/>
              <a:gdLst/>
              <a:ahLst/>
              <a:cxnLst/>
              <a:rect l="l" t="t" r="r" b="b"/>
              <a:pathLst>
                <a:path w="1905000" h="70484">
                  <a:moveTo>
                    <a:pt x="1905000" y="0"/>
                  </a:moveTo>
                  <a:lnTo>
                    <a:pt x="0" y="0"/>
                  </a:lnTo>
                  <a:lnTo>
                    <a:pt x="0" y="70102"/>
                  </a:lnTo>
                  <a:lnTo>
                    <a:pt x="1905000" y="70102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106161" y="6566153"/>
              <a:ext cx="0" cy="207010"/>
            </a:xfrm>
            <a:custGeom>
              <a:avLst/>
              <a:gdLst/>
              <a:ahLst/>
              <a:cxnLst/>
              <a:rect l="l" t="t" r="r" b="b"/>
              <a:pathLst>
                <a:path w="0" h="207009">
                  <a:moveTo>
                    <a:pt x="0" y="0"/>
                  </a:moveTo>
                  <a:lnTo>
                    <a:pt x="0" y="206898"/>
                  </a:lnTo>
                </a:path>
              </a:pathLst>
            </a:custGeom>
            <a:ln w="38100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0" y="3631691"/>
            <a:ext cx="257810" cy="332105"/>
            <a:chOff x="8382000" y="3631691"/>
            <a:chExt cx="257810" cy="332105"/>
          </a:xfrm>
        </p:grpSpPr>
        <p:sp>
          <p:nvSpPr>
            <p:cNvPr id="3" name="object 3"/>
            <p:cNvSpPr/>
            <p:nvPr/>
          </p:nvSpPr>
          <p:spPr>
            <a:xfrm>
              <a:off x="8389620" y="3631691"/>
              <a:ext cx="249856" cy="2133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382000" y="3809999"/>
              <a:ext cx="256540" cy="154305"/>
            </a:xfrm>
            <a:custGeom>
              <a:avLst/>
              <a:gdLst/>
              <a:ahLst/>
              <a:cxnLst/>
              <a:rect l="l" t="t" r="r" b="b"/>
              <a:pathLst>
                <a:path w="256540" h="154304">
                  <a:moveTo>
                    <a:pt x="248157" y="0"/>
                  </a:moveTo>
                  <a:lnTo>
                    <a:pt x="17018" y="0"/>
                  </a:lnTo>
                  <a:lnTo>
                    <a:pt x="8465" y="2004"/>
                  </a:lnTo>
                  <a:lnTo>
                    <a:pt x="3270" y="7461"/>
                  </a:lnTo>
                  <a:lnTo>
                    <a:pt x="694" y="15537"/>
                  </a:lnTo>
                  <a:lnTo>
                    <a:pt x="0" y="25400"/>
                  </a:lnTo>
                  <a:lnTo>
                    <a:pt x="2222" y="49164"/>
                  </a:lnTo>
                  <a:lnTo>
                    <a:pt x="12001" y="92694"/>
                  </a:lnTo>
                  <a:lnTo>
                    <a:pt x="14224" y="116458"/>
                  </a:lnTo>
                  <a:lnTo>
                    <a:pt x="79797" y="148185"/>
                  </a:lnTo>
                  <a:lnTo>
                    <a:pt x="122062" y="152431"/>
                  </a:lnTo>
                  <a:lnTo>
                    <a:pt x="167209" y="153773"/>
                  </a:lnTo>
                  <a:lnTo>
                    <a:pt x="219582" y="147827"/>
                  </a:lnTo>
                  <a:lnTo>
                    <a:pt x="247269" y="112775"/>
                  </a:lnTo>
                  <a:lnTo>
                    <a:pt x="253238" y="25400"/>
                  </a:lnTo>
                  <a:lnTo>
                    <a:pt x="254408" y="15537"/>
                  </a:lnTo>
                  <a:lnTo>
                    <a:pt x="255936" y="7461"/>
                  </a:lnTo>
                  <a:lnTo>
                    <a:pt x="254845" y="2004"/>
                  </a:lnTo>
                  <a:lnTo>
                    <a:pt x="248157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45083" y="1020826"/>
            <a:ext cx="7579359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 marR="5080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5">
                <a:latin typeface="FreeSerif"/>
                <a:cs typeface="FreeSerif"/>
              </a:rPr>
              <a:t>Places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30">
                <a:latin typeface="FreeSerif"/>
                <a:cs typeface="FreeSerif"/>
              </a:rPr>
              <a:t>new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replicas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on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chunkservers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with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below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average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disk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space  </a:t>
            </a:r>
            <a:r>
              <a:rPr dirty="0" sz="2000" spc="65">
                <a:latin typeface="FreeSerif"/>
                <a:cs typeface="FreeSerif"/>
              </a:rPr>
              <a:t>utilization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5590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>
                <a:solidFill>
                  <a:srgbClr val="0E1745"/>
                </a:solidFill>
              </a:rPr>
              <a:t>Chunk</a:t>
            </a:r>
            <a:r>
              <a:rPr dirty="0" sz="2800" spc="-114">
                <a:solidFill>
                  <a:srgbClr val="0E1745"/>
                </a:solidFill>
              </a:rPr>
              <a:t> </a:t>
            </a:r>
            <a:r>
              <a:rPr dirty="0" sz="2800" spc="55">
                <a:solidFill>
                  <a:srgbClr val="0E1745"/>
                </a:solidFill>
              </a:rPr>
              <a:t>Creation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826008" y="21336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5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008" y="28087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2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55385" y="1639061"/>
            <a:ext cx="2400300" cy="1126490"/>
            <a:chOff x="5755385" y="1639061"/>
            <a:chExt cx="2400300" cy="1126490"/>
          </a:xfrm>
        </p:grpSpPr>
        <p:sp>
          <p:nvSpPr>
            <p:cNvPr id="10" name="object 10"/>
            <p:cNvSpPr/>
            <p:nvPr/>
          </p:nvSpPr>
          <p:spPr>
            <a:xfrm>
              <a:off x="5755385" y="16390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30823" y="1961387"/>
              <a:ext cx="2286000" cy="6918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755385" y="16390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48273" y="3178810"/>
            <a:ext cx="2413000" cy="886460"/>
            <a:chOff x="5748273" y="3178810"/>
            <a:chExt cx="2413000" cy="886460"/>
          </a:xfrm>
        </p:grpSpPr>
        <p:sp>
          <p:nvSpPr>
            <p:cNvPr id="14" name="object 14"/>
            <p:cNvSpPr/>
            <p:nvPr/>
          </p:nvSpPr>
          <p:spPr>
            <a:xfrm>
              <a:off x="5754624" y="3185159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54623" y="3185160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30823" y="3517392"/>
              <a:ext cx="2286000" cy="499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004814" y="323642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4990" y="3212338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48273" y="4160265"/>
            <a:ext cx="2413000" cy="886460"/>
            <a:chOff x="5748273" y="4160265"/>
            <a:chExt cx="2413000" cy="886460"/>
          </a:xfrm>
        </p:grpSpPr>
        <p:sp>
          <p:nvSpPr>
            <p:cNvPr id="20" name="object 20"/>
            <p:cNvSpPr/>
            <p:nvPr/>
          </p:nvSpPr>
          <p:spPr>
            <a:xfrm>
              <a:off x="5754624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9268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754623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830823" y="4498847"/>
              <a:ext cx="2286000" cy="5013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004814" y="421940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04990" y="4195317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48273" y="5143246"/>
            <a:ext cx="2413000" cy="886460"/>
            <a:chOff x="5748273" y="5143246"/>
            <a:chExt cx="2413000" cy="886460"/>
          </a:xfrm>
        </p:grpSpPr>
        <p:sp>
          <p:nvSpPr>
            <p:cNvPr id="26" name="object 26"/>
            <p:cNvSpPr/>
            <p:nvPr/>
          </p:nvSpPr>
          <p:spPr>
            <a:xfrm>
              <a:off x="5754624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754623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30823" y="5481828"/>
              <a:ext cx="2286000" cy="5013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04814" y="520238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04990" y="5178297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4098035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4125595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312877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3155391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8800" y="509473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718428" y="5122291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638800" y="6121908"/>
            <a:ext cx="3312160" cy="742315"/>
            <a:chOff x="5638800" y="6121908"/>
            <a:chExt cx="3312160" cy="742315"/>
          </a:xfrm>
        </p:grpSpPr>
        <p:sp>
          <p:nvSpPr>
            <p:cNvPr id="38" name="object 38"/>
            <p:cNvSpPr/>
            <p:nvPr/>
          </p:nvSpPr>
          <p:spPr>
            <a:xfrm>
              <a:off x="5754624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681228"/>
                  </a:lnTo>
                  <a:lnTo>
                    <a:pt x="2400300" y="681228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754623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681226"/>
                  </a:moveTo>
                  <a:lnTo>
                    <a:pt x="2400300" y="0"/>
                  </a:lnTo>
                  <a:lnTo>
                    <a:pt x="0" y="0"/>
                  </a:lnTo>
                  <a:lnTo>
                    <a:pt x="0" y="68122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830823" y="6509004"/>
              <a:ext cx="2286000" cy="3489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638800" y="6121908"/>
              <a:ext cx="1905000" cy="307975"/>
            </a:xfrm>
            <a:custGeom>
              <a:avLst/>
              <a:gdLst/>
              <a:ahLst/>
              <a:cxnLst/>
              <a:rect l="l" t="t" r="r" b="b"/>
              <a:pathLst>
                <a:path w="1905000" h="307975">
                  <a:moveTo>
                    <a:pt x="1905000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1905000" y="307847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386559" y="6673596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4">
                  <a:moveTo>
                    <a:pt x="252907" y="112153"/>
                  </a:moveTo>
                  <a:lnTo>
                    <a:pt x="252691" y="66192"/>
                  </a:lnTo>
                  <a:lnTo>
                    <a:pt x="251015" y="34620"/>
                  </a:lnTo>
                  <a:lnTo>
                    <a:pt x="251002" y="34378"/>
                  </a:lnTo>
                  <a:lnTo>
                    <a:pt x="250964" y="33553"/>
                  </a:lnTo>
                  <a:lnTo>
                    <a:pt x="250964" y="33426"/>
                  </a:lnTo>
                  <a:lnTo>
                    <a:pt x="249580" y="28346"/>
                  </a:lnTo>
                  <a:lnTo>
                    <a:pt x="246976" y="18796"/>
                  </a:lnTo>
                  <a:lnTo>
                    <a:pt x="241223" y="14782"/>
                  </a:lnTo>
                  <a:lnTo>
                    <a:pt x="234975" y="15913"/>
                  </a:lnTo>
                  <a:lnTo>
                    <a:pt x="229501" y="16713"/>
                  </a:lnTo>
                  <a:lnTo>
                    <a:pt x="225856" y="19151"/>
                  </a:lnTo>
                  <a:lnTo>
                    <a:pt x="223532" y="20688"/>
                  </a:lnTo>
                  <a:lnTo>
                    <a:pt x="220865" y="21844"/>
                  </a:lnTo>
                  <a:lnTo>
                    <a:pt x="217944" y="24765"/>
                  </a:lnTo>
                  <a:lnTo>
                    <a:pt x="218452" y="26568"/>
                  </a:lnTo>
                  <a:lnTo>
                    <a:pt x="216674" y="28346"/>
                  </a:lnTo>
                  <a:lnTo>
                    <a:pt x="215150" y="28003"/>
                  </a:lnTo>
                  <a:lnTo>
                    <a:pt x="214007" y="28651"/>
                  </a:lnTo>
                  <a:lnTo>
                    <a:pt x="213118" y="29235"/>
                  </a:lnTo>
                  <a:lnTo>
                    <a:pt x="212483" y="30238"/>
                  </a:lnTo>
                  <a:lnTo>
                    <a:pt x="211594" y="31038"/>
                  </a:lnTo>
                  <a:lnTo>
                    <a:pt x="207022" y="31610"/>
                  </a:lnTo>
                  <a:lnTo>
                    <a:pt x="202704" y="33553"/>
                  </a:lnTo>
                  <a:lnTo>
                    <a:pt x="198513" y="31038"/>
                  </a:lnTo>
                  <a:lnTo>
                    <a:pt x="197624" y="30454"/>
                  </a:lnTo>
                  <a:lnTo>
                    <a:pt x="196989" y="29451"/>
                  </a:lnTo>
                  <a:lnTo>
                    <a:pt x="196100" y="28651"/>
                  </a:lnTo>
                  <a:lnTo>
                    <a:pt x="194576" y="28257"/>
                  </a:lnTo>
                  <a:lnTo>
                    <a:pt x="192798" y="28194"/>
                  </a:lnTo>
                  <a:lnTo>
                    <a:pt x="191401" y="27457"/>
                  </a:lnTo>
                  <a:lnTo>
                    <a:pt x="188226" y="25895"/>
                  </a:lnTo>
                  <a:lnTo>
                    <a:pt x="188607" y="23266"/>
                  </a:lnTo>
                  <a:lnTo>
                    <a:pt x="187845" y="20294"/>
                  </a:lnTo>
                  <a:lnTo>
                    <a:pt x="187083" y="17907"/>
                  </a:lnTo>
                  <a:lnTo>
                    <a:pt x="186575" y="16713"/>
                  </a:lnTo>
                  <a:lnTo>
                    <a:pt x="182714" y="15519"/>
                  </a:lnTo>
                  <a:lnTo>
                    <a:pt x="183032" y="15519"/>
                  </a:lnTo>
                  <a:lnTo>
                    <a:pt x="183946" y="14922"/>
                  </a:lnTo>
                  <a:lnTo>
                    <a:pt x="182143" y="12331"/>
                  </a:lnTo>
                  <a:lnTo>
                    <a:pt x="181876" y="11938"/>
                  </a:lnTo>
                  <a:lnTo>
                    <a:pt x="181381" y="11442"/>
                  </a:lnTo>
                  <a:lnTo>
                    <a:pt x="180987" y="11049"/>
                  </a:lnTo>
                  <a:lnTo>
                    <a:pt x="179336" y="11442"/>
                  </a:lnTo>
                  <a:lnTo>
                    <a:pt x="176923" y="9804"/>
                  </a:lnTo>
                  <a:lnTo>
                    <a:pt x="175907" y="8356"/>
                  </a:lnTo>
                  <a:lnTo>
                    <a:pt x="174764" y="7162"/>
                  </a:lnTo>
                  <a:lnTo>
                    <a:pt x="169710" y="5537"/>
                  </a:lnTo>
                  <a:lnTo>
                    <a:pt x="172135" y="6235"/>
                  </a:lnTo>
                  <a:lnTo>
                    <a:pt x="174066" y="6197"/>
                  </a:lnTo>
                  <a:lnTo>
                    <a:pt x="172935" y="5537"/>
                  </a:lnTo>
                  <a:lnTo>
                    <a:pt x="167525" y="2387"/>
                  </a:lnTo>
                  <a:lnTo>
                    <a:pt x="165747" y="1485"/>
                  </a:lnTo>
                  <a:lnTo>
                    <a:pt x="163588" y="1358"/>
                  </a:lnTo>
                  <a:lnTo>
                    <a:pt x="153682" y="558"/>
                  </a:lnTo>
                  <a:lnTo>
                    <a:pt x="145681" y="393"/>
                  </a:lnTo>
                  <a:lnTo>
                    <a:pt x="137807" y="0"/>
                  </a:lnTo>
                  <a:lnTo>
                    <a:pt x="130187" y="1765"/>
                  </a:lnTo>
                  <a:lnTo>
                    <a:pt x="128282" y="3289"/>
                  </a:lnTo>
                  <a:lnTo>
                    <a:pt x="127774" y="4775"/>
                  </a:lnTo>
                  <a:lnTo>
                    <a:pt x="127012" y="5969"/>
                  </a:lnTo>
                  <a:lnTo>
                    <a:pt x="125869" y="6362"/>
                  </a:lnTo>
                  <a:lnTo>
                    <a:pt x="124599" y="6604"/>
                  </a:lnTo>
                  <a:lnTo>
                    <a:pt x="120408" y="8674"/>
                  </a:lnTo>
                  <a:lnTo>
                    <a:pt x="119646" y="9715"/>
                  </a:lnTo>
                  <a:lnTo>
                    <a:pt x="117487" y="11938"/>
                  </a:lnTo>
                  <a:lnTo>
                    <a:pt x="115963" y="12331"/>
                  </a:lnTo>
                  <a:lnTo>
                    <a:pt x="114058" y="12103"/>
                  </a:lnTo>
                  <a:lnTo>
                    <a:pt x="112661" y="13131"/>
                  </a:lnTo>
                  <a:lnTo>
                    <a:pt x="111772" y="13919"/>
                  </a:lnTo>
                  <a:lnTo>
                    <a:pt x="112153" y="15582"/>
                  </a:lnTo>
                  <a:lnTo>
                    <a:pt x="111518" y="16713"/>
                  </a:lnTo>
                  <a:lnTo>
                    <a:pt x="110883" y="17995"/>
                  </a:lnTo>
                  <a:lnTo>
                    <a:pt x="109956" y="19151"/>
                  </a:lnTo>
                  <a:lnTo>
                    <a:pt x="109105" y="20294"/>
                  </a:lnTo>
                  <a:lnTo>
                    <a:pt x="107962" y="21094"/>
                  </a:lnTo>
                  <a:lnTo>
                    <a:pt x="106438" y="21564"/>
                  </a:lnTo>
                  <a:lnTo>
                    <a:pt x="104787" y="23660"/>
                  </a:lnTo>
                  <a:lnTo>
                    <a:pt x="104914" y="25133"/>
                  </a:lnTo>
                  <a:lnTo>
                    <a:pt x="104406" y="26263"/>
                  </a:lnTo>
                  <a:lnTo>
                    <a:pt x="103771" y="27546"/>
                  </a:lnTo>
                  <a:lnTo>
                    <a:pt x="102755" y="28651"/>
                  </a:lnTo>
                  <a:lnTo>
                    <a:pt x="101993" y="29845"/>
                  </a:lnTo>
                  <a:lnTo>
                    <a:pt x="100850" y="30645"/>
                  </a:lnTo>
                  <a:lnTo>
                    <a:pt x="99656" y="31610"/>
                  </a:lnTo>
                  <a:lnTo>
                    <a:pt x="94119" y="34378"/>
                  </a:lnTo>
                  <a:lnTo>
                    <a:pt x="86372" y="34277"/>
                  </a:lnTo>
                  <a:lnTo>
                    <a:pt x="82943" y="34620"/>
                  </a:lnTo>
                  <a:lnTo>
                    <a:pt x="81292" y="33820"/>
                  </a:lnTo>
                  <a:lnTo>
                    <a:pt x="79768" y="32931"/>
                  </a:lnTo>
                  <a:lnTo>
                    <a:pt x="76974" y="31737"/>
                  </a:lnTo>
                  <a:lnTo>
                    <a:pt x="75704" y="31686"/>
                  </a:lnTo>
                  <a:lnTo>
                    <a:pt x="74561" y="31038"/>
                  </a:lnTo>
                  <a:lnTo>
                    <a:pt x="73672" y="30454"/>
                  </a:lnTo>
                  <a:lnTo>
                    <a:pt x="73037" y="29451"/>
                  </a:lnTo>
                  <a:lnTo>
                    <a:pt x="72148" y="28651"/>
                  </a:lnTo>
                  <a:lnTo>
                    <a:pt x="69227" y="27673"/>
                  </a:lnTo>
                  <a:lnTo>
                    <a:pt x="67322" y="27381"/>
                  </a:lnTo>
                  <a:lnTo>
                    <a:pt x="64020" y="24053"/>
                  </a:lnTo>
                  <a:lnTo>
                    <a:pt x="63512" y="22682"/>
                  </a:lnTo>
                  <a:lnTo>
                    <a:pt x="62623" y="21488"/>
                  </a:lnTo>
                  <a:lnTo>
                    <a:pt x="61099" y="19151"/>
                  </a:lnTo>
                  <a:lnTo>
                    <a:pt x="58559" y="17640"/>
                  </a:lnTo>
                  <a:lnTo>
                    <a:pt x="56642" y="15519"/>
                  </a:lnTo>
                  <a:lnTo>
                    <a:pt x="53568" y="11938"/>
                  </a:lnTo>
                  <a:lnTo>
                    <a:pt x="53098" y="11379"/>
                  </a:lnTo>
                  <a:lnTo>
                    <a:pt x="55765" y="12649"/>
                  </a:lnTo>
                  <a:lnTo>
                    <a:pt x="54203" y="11379"/>
                  </a:lnTo>
                  <a:lnTo>
                    <a:pt x="51955" y="9550"/>
                  </a:lnTo>
                  <a:lnTo>
                    <a:pt x="50812" y="8648"/>
                  </a:lnTo>
                  <a:lnTo>
                    <a:pt x="49796" y="7416"/>
                  </a:lnTo>
                  <a:lnTo>
                    <a:pt x="43751" y="6362"/>
                  </a:lnTo>
                  <a:lnTo>
                    <a:pt x="42811" y="6197"/>
                  </a:lnTo>
                  <a:lnTo>
                    <a:pt x="37223" y="6362"/>
                  </a:lnTo>
                  <a:lnTo>
                    <a:pt x="31635" y="5969"/>
                  </a:lnTo>
                  <a:lnTo>
                    <a:pt x="25920" y="6692"/>
                  </a:lnTo>
                  <a:lnTo>
                    <a:pt x="21602" y="6985"/>
                  </a:lnTo>
                  <a:lnTo>
                    <a:pt x="14922" y="8674"/>
                  </a:lnTo>
                  <a:lnTo>
                    <a:pt x="13728" y="8915"/>
                  </a:lnTo>
                  <a:lnTo>
                    <a:pt x="11569" y="10134"/>
                  </a:lnTo>
                  <a:lnTo>
                    <a:pt x="11188" y="11379"/>
                  </a:lnTo>
                  <a:lnTo>
                    <a:pt x="10172" y="11938"/>
                  </a:lnTo>
                  <a:lnTo>
                    <a:pt x="8661" y="9296"/>
                  </a:lnTo>
                  <a:lnTo>
                    <a:pt x="6997" y="4279"/>
                  </a:lnTo>
                  <a:lnTo>
                    <a:pt x="5410" y="3695"/>
                  </a:lnTo>
                  <a:lnTo>
                    <a:pt x="3530" y="41795"/>
                  </a:lnTo>
                  <a:lnTo>
                    <a:pt x="3200" y="81191"/>
                  </a:lnTo>
                  <a:lnTo>
                    <a:pt x="3060" y="162394"/>
                  </a:lnTo>
                  <a:lnTo>
                    <a:pt x="3822" y="164744"/>
                  </a:lnTo>
                  <a:lnTo>
                    <a:pt x="4203" y="167144"/>
                  </a:lnTo>
                  <a:lnTo>
                    <a:pt x="6362" y="171792"/>
                  </a:lnTo>
                  <a:lnTo>
                    <a:pt x="6616" y="174294"/>
                  </a:lnTo>
                  <a:lnTo>
                    <a:pt x="6921" y="179616"/>
                  </a:lnTo>
                  <a:lnTo>
                    <a:pt x="3898" y="180314"/>
                  </a:lnTo>
                  <a:lnTo>
                    <a:pt x="0" y="184404"/>
                  </a:lnTo>
                  <a:lnTo>
                    <a:pt x="7112" y="184404"/>
                  </a:lnTo>
                  <a:lnTo>
                    <a:pt x="251104" y="184404"/>
                  </a:lnTo>
                  <a:lnTo>
                    <a:pt x="252158" y="158140"/>
                  </a:lnTo>
                  <a:lnTo>
                    <a:pt x="252907" y="112153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77200" y="6192012"/>
              <a:ext cx="873251" cy="66598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295513" y="6372758"/>
              <a:ext cx="462915" cy="269875"/>
            </a:xfrm>
            <a:custGeom>
              <a:avLst/>
              <a:gdLst/>
              <a:ahLst/>
              <a:cxnLst/>
              <a:rect l="l" t="t" r="r" b="b"/>
              <a:pathLst>
                <a:path w="462915" h="269875">
                  <a:moveTo>
                    <a:pt x="435101" y="0"/>
                  </a:moveTo>
                  <a:lnTo>
                    <a:pt x="0" y="56756"/>
                  </a:lnTo>
                  <a:lnTo>
                    <a:pt x="27685" y="269836"/>
                  </a:lnTo>
                  <a:lnTo>
                    <a:pt x="462914" y="213080"/>
                  </a:lnTo>
                  <a:lnTo>
                    <a:pt x="435101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317610" y="6428930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09" h="175259">
                  <a:moveTo>
                    <a:pt x="9906" y="142506"/>
                  </a:moveTo>
                  <a:lnTo>
                    <a:pt x="35433" y="174726"/>
                  </a:lnTo>
                  <a:lnTo>
                    <a:pt x="43688" y="174472"/>
                  </a:lnTo>
                  <a:lnTo>
                    <a:pt x="81534" y="163893"/>
                  </a:lnTo>
                  <a:lnTo>
                    <a:pt x="90424" y="155359"/>
                  </a:lnTo>
                  <a:lnTo>
                    <a:pt x="94488" y="150621"/>
                  </a:lnTo>
                  <a:lnTo>
                    <a:pt x="95003" y="149631"/>
                  </a:lnTo>
                  <a:lnTo>
                    <a:pt x="37084" y="149631"/>
                  </a:lnTo>
                  <a:lnTo>
                    <a:pt x="30607" y="148894"/>
                  </a:lnTo>
                  <a:lnTo>
                    <a:pt x="27305" y="148310"/>
                  </a:lnTo>
                  <a:lnTo>
                    <a:pt x="24130" y="147497"/>
                  </a:lnTo>
                  <a:lnTo>
                    <a:pt x="20700" y="146659"/>
                  </a:lnTo>
                  <a:lnTo>
                    <a:pt x="17907" y="145795"/>
                  </a:lnTo>
                  <a:lnTo>
                    <a:pt x="13589" y="144017"/>
                  </a:lnTo>
                  <a:lnTo>
                    <a:pt x="11557" y="143217"/>
                  </a:lnTo>
                  <a:lnTo>
                    <a:pt x="9906" y="142506"/>
                  </a:lnTo>
                  <a:close/>
                </a:path>
                <a:path w="422909" h="175259">
                  <a:moveTo>
                    <a:pt x="98286" y="111163"/>
                  </a:moveTo>
                  <a:lnTo>
                    <a:pt x="47879" y="111163"/>
                  </a:lnTo>
                  <a:lnTo>
                    <a:pt x="52197" y="111175"/>
                  </a:lnTo>
                  <a:lnTo>
                    <a:pt x="55880" y="111963"/>
                  </a:lnTo>
                  <a:lnTo>
                    <a:pt x="67437" y="125602"/>
                  </a:lnTo>
                  <a:lnTo>
                    <a:pt x="67945" y="129171"/>
                  </a:lnTo>
                  <a:lnTo>
                    <a:pt x="67818" y="132092"/>
                  </a:lnTo>
                  <a:lnTo>
                    <a:pt x="67056" y="134340"/>
                  </a:lnTo>
                  <a:lnTo>
                    <a:pt x="66421" y="136601"/>
                  </a:lnTo>
                  <a:lnTo>
                    <a:pt x="37084" y="149631"/>
                  </a:lnTo>
                  <a:lnTo>
                    <a:pt x="95003" y="149631"/>
                  </a:lnTo>
                  <a:lnTo>
                    <a:pt x="97282" y="145249"/>
                  </a:lnTo>
                  <a:lnTo>
                    <a:pt x="100330" y="133261"/>
                  </a:lnTo>
                  <a:lnTo>
                    <a:pt x="100584" y="126923"/>
                  </a:lnTo>
                  <a:lnTo>
                    <a:pt x="99803" y="120116"/>
                  </a:lnTo>
                  <a:lnTo>
                    <a:pt x="98806" y="112598"/>
                  </a:lnTo>
                  <a:lnTo>
                    <a:pt x="98286" y="111163"/>
                  </a:lnTo>
                  <a:close/>
                </a:path>
                <a:path w="422909" h="175259">
                  <a:moveTo>
                    <a:pt x="85090" y="35674"/>
                  </a:moveTo>
                  <a:lnTo>
                    <a:pt x="0" y="46774"/>
                  </a:lnTo>
                  <a:lnTo>
                    <a:pt x="9398" y="118948"/>
                  </a:lnTo>
                  <a:lnTo>
                    <a:pt x="12192" y="118592"/>
                  </a:lnTo>
                  <a:lnTo>
                    <a:pt x="15367" y="117297"/>
                  </a:lnTo>
                  <a:lnTo>
                    <a:pt x="19177" y="115989"/>
                  </a:lnTo>
                  <a:lnTo>
                    <a:pt x="27813" y="113322"/>
                  </a:lnTo>
                  <a:lnTo>
                    <a:pt x="32385" y="112356"/>
                  </a:lnTo>
                  <a:lnTo>
                    <a:pt x="40132" y="111353"/>
                  </a:lnTo>
                  <a:lnTo>
                    <a:pt x="43688" y="111163"/>
                  </a:lnTo>
                  <a:lnTo>
                    <a:pt x="98286" y="111163"/>
                  </a:lnTo>
                  <a:lnTo>
                    <a:pt x="96520" y="106286"/>
                  </a:lnTo>
                  <a:lnTo>
                    <a:pt x="93218" y="101307"/>
                  </a:lnTo>
                  <a:lnTo>
                    <a:pt x="89789" y="96342"/>
                  </a:lnTo>
                  <a:lnTo>
                    <a:pt x="85471" y="92595"/>
                  </a:lnTo>
                  <a:lnTo>
                    <a:pt x="76700" y="88468"/>
                  </a:lnTo>
                  <a:lnTo>
                    <a:pt x="36449" y="88468"/>
                  </a:lnTo>
                  <a:lnTo>
                    <a:pt x="33655" y="67055"/>
                  </a:lnTo>
                  <a:lnTo>
                    <a:pt x="88265" y="59931"/>
                  </a:lnTo>
                  <a:lnTo>
                    <a:pt x="85090" y="35674"/>
                  </a:lnTo>
                  <a:close/>
                </a:path>
                <a:path w="422909" h="175259">
                  <a:moveTo>
                    <a:pt x="60071" y="85585"/>
                  </a:moveTo>
                  <a:lnTo>
                    <a:pt x="36449" y="88468"/>
                  </a:lnTo>
                  <a:lnTo>
                    <a:pt x="76700" y="88468"/>
                  </a:lnTo>
                  <a:lnTo>
                    <a:pt x="75692" y="87998"/>
                  </a:lnTo>
                  <a:lnTo>
                    <a:pt x="70866" y="86690"/>
                  </a:lnTo>
                  <a:lnTo>
                    <a:pt x="60071" y="85585"/>
                  </a:lnTo>
                  <a:close/>
                </a:path>
                <a:path w="422909" h="175259">
                  <a:moveTo>
                    <a:pt x="161163" y="23126"/>
                  </a:moveTo>
                  <a:lnTo>
                    <a:pt x="123825" y="35090"/>
                  </a:lnTo>
                  <a:lnTo>
                    <a:pt x="109643" y="73036"/>
                  </a:lnTo>
                  <a:lnTo>
                    <a:pt x="109604" y="76873"/>
                  </a:lnTo>
                  <a:lnTo>
                    <a:pt x="109724" y="82438"/>
                  </a:lnTo>
                  <a:lnTo>
                    <a:pt x="117479" y="126326"/>
                  </a:lnTo>
                  <a:lnTo>
                    <a:pt x="152527" y="158902"/>
                  </a:lnTo>
                  <a:lnTo>
                    <a:pt x="160274" y="159334"/>
                  </a:lnTo>
                  <a:lnTo>
                    <a:pt x="178435" y="156959"/>
                  </a:lnTo>
                  <a:lnTo>
                    <a:pt x="206015" y="135216"/>
                  </a:lnTo>
                  <a:lnTo>
                    <a:pt x="160147" y="135216"/>
                  </a:lnTo>
                  <a:lnTo>
                    <a:pt x="155321" y="132524"/>
                  </a:lnTo>
                  <a:lnTo>
                    <a:pt x="143510" y="93573"/>
                  </a:lnTo>
                  <a:lnTo>
                    <a:pt x="141865" y="74683"/>
                  </a:lnTo>
                  <a:lnTo>
                    <a:pt x="141936" y="68173"/>
                  </a:lnTo>
                  <a:lnTo>
                    <a:pt x="161163" y="47269"/>
                  </a:lnTo>
                  <a:lnTo>
                    <a:pt x="200387" y="47269"/>
                  </a:lnTo>
                  <a:lnTo>
                    <a:pt x="197231" y="41808"/>
                  </a:lnTo>
                  <a:lnTo>
                    <a:pt x="192532" y="36677"/>
                  </a:lnTo>
                  <a:lnTo>
                    <a:pt x="187833" y="31432"/>
                  </a:lnTo>
                  <a:lnTo>
                    <a:pt x="182245" y="27774"/>
                  </a:lnTo>
                  <a:lnTo>
                    <a:pt x="169037" y="23571"/>
                  </a:lnTo>
                  <a:lnTo>
                    <a:pt x="161163" y="23126"/>
                  </a:lnTo>
                  <a:close/>
                </a:path>
                <a:path w="422909" h="175259">
                  <a:moveTo>
                    <a:pt x="200387" y="47269"/>
                  </a:moveTo>
                  <a:lnTo>
                    <a:pt x="161163" y="47269"/>
                  </a:lnTo>
                  <a:lnTo>
                    <a:pt x="166116" y="49898"/>
                  </a:lnTo>
                  <a:lnTo>
                    <a:pt x="169545" y="55968"/>
                  </a:lnTo>
                  <a:lnTo>
                    <a:pt x="178966" y="99909"/>
                  </a:lnTo>
                  <a:lnTo>
                    <a:pt x="179419" y="109237"/>
                  </a:lnTo>
                  <a:lnTo>
                    <a:pt x="179157" y="116896"/>
                  </a:lnTo>
                  <a:lnTo>
                    <a:pt x="178181" y="122885"/>
                  </a:lnTo>
                  <a:lnTo>
                    <a:pt x="176403" y="129768"/>
                  </a:lnTo>
                  <a:lnTo>
                    <a:pt x="172466" y="133603"/>
                  </a:lnTo>
                  <a:lnTo>
                    <a:pt x="160147" y="135216"/>
                  </a:lnTo>
                  <a:lnTo>
                    <a:pt x="206015" y="135216"/>
                  </a:lnTo>
                  <a:lnTo>
                    <a:pt x="208661" y="130136"/>
                  </a:lnTo>
                  <a:lnTo>
                    <a:pt x="210566" y="122796"/>
                  </a:lnTo>
                  <a:lnTo>
                    <a:pt x="211328" y="114223"/>
                  </a:lnTo>
                  <a:lnTo>
                    <a:pt x="211541" y="109237"/>
                  </a:lnTo>
                  <a:lnTo>
                    <a:pt x="211487" y="99909"/>
                  </a:lnTo>
                  <a:lnTo>
                    <a:pt x="203835" y="56464"/>
                  </a:lnTo>
                  <a:lnTo>
                    <a:pt x="201041" y="48399"/>
                  </a:lnTo>
                  <a:lnTo>
                    <a:pt x="200387" y="47269"/>
                  </a:lnTo>
                  <a:close/>
                </a:path>
                <a:path w="422909" h="175259">
                  <a:moveTo>
                    <a:pt x="358648" y="0"/>
                  </a:moveTo>
                  <a:lnTo>
                    <a:pt x="335915" y="2971"/>
                  </a:lnTo>
                  <a:lnTo>
                    <a:pt x="285369" y="140309"/>
                  </a:lnTo>
                  <a:lnTo>
                    <a:pt x="308102" y="137337"/>
                  </a:lnTo>
                  <a:lnTo>
                    <a:pt x="358648" y="0"/>
                  </a:lnTo>
                  <a:close/>
                </a:path>
                <a:path w="422909" h="175259">
                  <a:moveTo>
                    <a:pt x="388163" y="45025"/>
                  </a:moveTo>
                  <a:lnTo>
                    <a:pt x="352679" y="59562"/>
                  </a:lnTo>
                  <a:lnTo>
                    <a:pt x="346460" y="82888"/>
                  </a:lnTo>
                  <a:lnTo>
                    <a:pt x="347091" y="92379"/>
                  </a:lnTo>
                  <a:lnTo>
                    <a:pt x="366607" y="126497"/>
                  </a:lnTo>
                  <a:lnTo>
                    <a:pt x="381414" y="129844"/>
                  </a:lnTo>
                  <a:lnTo>
                    <a:pt x="390271" y="129349"/>
                  </a:lnTo>
                  <a:lnTo>
                    <a:pt x="418649" y="111391"/>
                  </a:lnTo>
                  <a:lnTo>
                    <a:pt x="385191" y="111391"/>
                  </a:lnTo>
                  <a:lnTo>
                    <a:pt x="382905" y="111137"/>
                  </a:lnTo>
                  <a:lnTo>
                    <a:pt x="381127" y="110299"/>
                  </a:lnTo>
                  <a:lnTo>
                    <a:pt x="379222" y="109448"/>
                  </a:lnTo>
                  <a:lnTo>
                    <a:pt x="377825" y="108076"/>
                  </a:lnTo>
                  <a:lnTo>
                    <a:pt x="376682" y="106184"/>
                  </a:lnTo>
                  <a:lnTo>
                    <a:pt x="375285" y="104012"/>
                  </a:lnTo>
                  <a:lnTo>
                    <a:pt x="374396" y="101688"/>
                  </a:lnTo>
                  <a:lnTo>
                    <a:pt x="373861" y="99110"/>
                  </a:lnTo>
                  <a:lnTo>
                    <a:pt x="373253" y="96748"/>
                  </a:lnTo>
                  <a:lnTo>
                    <a:pt x="372110" y="89115"/>
                  </a:lnTo>
                  <a:lnTo>
                    <a:pt x="371729" y="85661"/>
                  </a:lnTo>
                  <a:lnTo>
                    <a:pt x="371517" y="82888"/>
                  </a:lnTo>
                  <a:lnTo>
                    <a:pt x="371417" y="80886"/>
                  </a:lnTo>
                  <a:lnTo>
                    <a:pt x="371491" y="74449"/>
                  </a:lnTo>
                  <a:lnTo>
                    <a:pt x="371602" y="73329"/>
                  </a:lnTo>
                  <a:lnTo>
                    <a:pt x="372281" y="71221"/>
                  </a:lnTo>
                  <a:lnTo>
                    <a:pt x="372872" y="69176"/>
                  </a:lnTo>
                  <a:lnTo>
                    <a:pt x="374015" y="67475"/>
                  </a:lnTo>
                  <a:lnTo>
                    <a:pt x="376809" y="65049"/>
                  </a:lnTo>
                  <a:lnTo>
                    <a:pt x="378968" y="64261"/>
                  </a:lnTo>
                  <a:lnTo>
                    <a:pt x="384302" y="63563"/>
                  </a:lnTo>
                  <a:lnTo>
                    <a:pt x="416768" y="63563"/>
                  </a:lnTo>
                  <a:lnTo>
                    <a:pt x="413392" y="57598"/>
                  </a:lnTo>
                  <a:lnTo>
                    <a:pt x="408559" y="52273"/>
                  </a:lnTo>
                  <a:lnTo>
                    <a:pt x="402744" y="48406"/>
                  </a:lnTo>
                  <a:lnTo>
                    <a:pt x="395954" y="45989"/>
                  </a:lnTo>
                  <a:lnTo>
                    <a:pt x="388163" y="45025"/>
                  </a:lnTo>
                  <a:close/>
                </a:path>
                <a:path w="422909" h="175259">
                  <a:moveTo>
                    <a:pt x="416768" y="63563"/>
                  </a:moveTo>
                  <a:lnTo>
                    <a:pt x="384302" y="63563"/>
                  </a:lnTo>
                  <a:lnTo>
                    <a:pt x="386461" y="63792"/>
                  </a:lnTo>
                  <a:lnTo>
                    <a:pt x="388239" y="64579"/>
                  </a:lnTo>
                  <a:lnTo>
                    <a:pt x="398134" y="99212"/>
                  </a:lnTo>
                  <a:lnTo>
                    <a:pt x="397920" y="101250"/>
                  </a:lnTo>
                  <a:lnTo>
                    <a:pt x="397841" y="101688"/>
                  </a:lnTo>
                  <a:lnTo>
                    <a:pt x="397256" y="103492"/>
                  </a:lnTo>
                  <a:lnTo>
                    <a:pt x="396621" y="105676"/>
                  </a:lnTo>
                  <a:lnTo>
                    <a:pt x="395605" y="107403"/>
                  </a:lnTo>
                  <a:lnTo>
                    <a:pt x="392557" y="109905"/>
                  </a:lnTo>
                  <a:lnTo>
                    <a:pt x="390398" y="110705"/>
                  </a:lnTo>
                  <a:lnTo>
                    <a:pt x="385191" y="111391"/>
                  </a:lnTo>
                  <a:lnTo>
                    <a:pt x="418649" y="111391"/>
                  </a:lnTo>
                  <a:lnTo>
                    <a:pt x="419965" y="108904"/>
                  </a:lnTo>
                  <a:lnTo>
                    <a:pt x="421989" y="101250"/>
                  </a:lnTo>
                  <a:lnTo>
                    <a:pt x="422577" y="93132"/>
                  </a:lnTo>
                  <a:lnTo>
                    <a:pt x="422607" y="92042"/>
                  </a:lnTo>
                  <a:lnTo>
                    <a:pt x="421938" y="82888"/>
                  </a:lnTo>
                  <a:lnTo>
                    <a:pt x="421862" y="82118"/>
                  </a:lnTo>
                  <a:lnTo>
                    <a:pt x="420060" y="72600"/>
                  </a:lnTo>
                  <a:lnTo>
                    <a:pt x="417226" y="64373"/>
                  </a:lnTo>
                  <a:lnTo>
                    <a:pt x="416768" y="63563"/>
                  </a:lnTo>
                  <a:close/>
                </a:path>
                <a:path w="422909" h="175259">
                  <a:moveTo>
                    <a:pt x="263195" y="10570"/>
                  </a:moveTo>
                  <a:lnTo>
                    <a:pt x="227711" y="25120"/>
                  </a:lnTo>
                  <a:lnTo>
                    <a:pt x="221490" y="48406"/>
                  </a:lnTo>
                  <a:lnTo>
                    <a:pt x="222123" y="57924"/>
                  </a:lnTo>
                  <a:lnTo>
                    <a:pt x="241692" y="92042"/>
                  </a:lnTo>
                  <a:lnTo>
                    <a:pt x="256448" y="95389"/>
                  </a:lnTo>
                  <a:lnTo>
                    <a:pt x="265303" y="94894"/>
                  </a:lnTo>
                  <a:lnTo>
                    <a:pt x="293681" y="76936"/>
                  </a:lnTo>
                  <a:lnTo>
                    <a:pt x="260223" y="76936"/>
                  </a:lnTo>
                  <a:lnTo>
                    <a:pt x="257937" y="76682"/>
                  </a:lnTo>
                  <a:lnTo>
                    <a:pt x="248920" y="64769"/>
                  </a:lnTo>
                  <a:lnTo>
                    <a:pt x="248285" y="62293"/>
                  </a:lnTo>
                  <a:lnTo>
                    <a:pt x="247761" y="58800"/>
                  </a:lnTo>
                  <a:lnTo>
                    <a:pt x="247217" y="54312"/>
                  </a:lnTo>
                  <a:lnTo>
                    <a:pt x="246774" y="51295"/>
                  </a:lnTo>
                  <a:lnTo>
                    <a:pt x="246547" y="48406"/>
                  </a:lnTo>
                  <a:lnTo>
                    <a:pt x="246432" y="45989"/>
                  </a:lnTo>
                  <a:lnTo>
                    <a:pt x="246380" y="41452"/>
                  </a:lnTo>
                  <a:lnTo>
                    <a:pt x="246634" y="38874"/>
                  </a:lnTo>
                  <a:lnTo>
                    <a:pt x="259334" y="29121"/>
                  </a:lnTo>
                  <a:lnTo>
                    <a:pt x="291806" y="29121"/>
                  </a:lnTo>
                  <a:lnTo>
                    <a:pt x="288424" y="23148"/>
                  </a:lnTo>
                  <a:lnTo>
                    <a:pt x="283591" y="17830"/>
                  </a:lnTo>
                  <a:lnTo>
                    <a:pt x="277776" y="13956"/>
                  </a:lnTo>
                  <a:lnTo>
                    <a:pt x="270986" y="11536"/>
                  </a:lnTo>
                  <a:lnTo>
                    <a:pt x="263195" y="10570"/>
                  </a:lnTo>
                  <a:close/>
                </a:path>
                <a:path w="422909" h="175259">
                  <a:moveTo>
                    <a:pt x="291806" y="29121"/>
                  </a:moveTo>
                  <a:lnTo>
                    <a:pt x="259334" y="29121"/>
                  </a:lnTo>
                  <a:lnTo>
                    <a:pt x="261493" y="29336"/>
                  </a:lnTo>
                  <a:lnTo>
                    <a:pt x="263271" y="30124"/>
                  </a:lnTo>
                  <a:lnTo>
                    <a:pt x="273135" y="65049"/>
                  </a:lnTo>
                  <a:lnTo>
                    <a:pt x="272923" y="67094"/>
                  </a:lnTo>
                  <a:lnTo>
                    <a:pt x="260223" y="76936"/>
                  </a:lnTo>
                  <a:lnTo>
                    <a:pt x="293681" y="76936"/>
                  </a:lnTo>
                  <a:lnTo>
                    <a:pt x="297640" y="57598"/>
                  </a:lnTo>
                  <a:lnTo>
                    <a:pt x="296968" y="48406"/>
                  </a:lnTo>
                  <a:lnTo>
                    <a:pt x="296894" y="47663"/>
                  </a:lnTo>
                  <a:lnTo>
                    <a:pt x="295092" y="38145"/>
                  </a:lnTo>
                  <a:lnTo>
                    <a:pt x="292258" y="29919"/>
                  </a:lnTo>
                  <a:lnTo>
                    <a:pt x="291806" y="291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4792979" y="2193035"/>
            <a:ext cx="4157979" cy="3820795"/>
            <a:chOff x="4792979" y="2193035"/>
            <a:chExt cx="4157979" cy="3820795"/>
          </a:xfrm>
        </p:grpSpPr>
        <p:sp>
          <p:nvSpPr>
            <p:cNvPr id="47" name="object 47"/>
            <p:cNvSpPr/>
            <p:nvPr/>
          </p:nvSpPr>
          <p:spPr>
            <a:xfrm>
              <a:off x="8077200" y="3150107"/>
              <a:ext cx="873251" cy="8732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82000" y="4480559"/>
              <a:ext cx="257810" cy="495300"/>
            </a:xfrm>
            <a:custGeom>
              <a:avLst/>
              <a:gdLst/>
              <a:ahLst/>
              <a:cxnLst/>
              <a:rect l="l" t="t" r="r" b="b"/>
              <a:pathLst>
                <a:path w="257809" h="495300">
                  <a:moveTo>
                    <a:pt x="257467" y="149390"/>
                  </a:moveTo>
                  <a:lnTo>
                    <a:pt x="256870" y="98399"/>
                  </a:lnTo>
                  <a:lnTo>
                    <a:pt x="255600" y="64135"/>
                  </a:lnTo>
                  <a:lnTo>
                    <a:pt x="255587" y="63627"/>
                  </a:lnTo>
                  <a:lnTo>
                    <a:pt x="255524" y="62103"/>
                  </a:lnTo>
                  <a:lnTo>
                    <a:pt x="255524" y="61849"/>
                  </a:lnTo>
                  <a:lnTo>
                    <a:pt x="254139" y="52451"/>
                  </a:lnTo>
                  <a:lnTo>
                    <a:pt x="251536" y="34785"/>
                  </a:lnTo>
                  <a:lnTo>
                    <a:pt x="245783" y="27368"/>
                  </a:lnTo>
                  <a:lnTo>
                    <a:pt x="239534" y="29489"/>
                  </a:lnTo>
                  <a:lnTo>
                    <a:pt x="234061" y="30988"/>
                  </a:lnTo>
                  <a:lnTo>
                    <a:pt x="230403" y="35433"/>
                  </a:lnTo>
                  <a:lnTo>
                    <a:pt x="228092" y="38354"/>
                  </a:lnTo>
                  <a:lnTo>
                    <a:pt x="225425" y="40386"/>
                  </a:lnTo>
                  <a:lnTo>
                    <a:pt x="222504" y="45847"/>
                  </a:lnTo>
                  <a:lnTo>
                    <a:pt x="223012" y="49149"/>
                  </a:lnTo>
                  <a:lnTo>
                    <a:pt x="221234" y="52451"/>
                  </a:lnTo>
                  <a:lnTo>
                    <a:pt x="219710" y="51816"/>
                  </a:lnTo>
                  <a:lnTo>
                    <a:pt x="217678" y="54102"/>
                  </a:lnTo>
                  <a:lnTo>
                    <a:pt x="217043" y="56007"/>
                  </a:lnTo>
                  <a:lnTo>
                    <a:pt x="216154" y="57404"/>
                  </a:lnTo>
                  <a:lnTo>
                    <a:pt x="211582" y="58547"/>
                  </a:lnTo>
                  <a:lnTo>
                    <a:pt x="207264" y="62103"/>
                  </a:lnTo>
                  <a:lnTo>
                    <a:pt x="202184" y="56388"/>
                  </a:lnTo>
                  <a:lnTo>
                    <a:pt x="201549" y="54483"/>
                  </a:lnTo>
                  <a:lnTo>
                    <a:pt x="200660" y="53086"/>
                  </a:lnTo>
                  <a:lnTo>
                    <a:pt x="199136" y="52324"/>
                  </a:lnTo>
                  <a:lnTo>
                    <a:pt x="197358" y="52197"/>
                  </a:lnTo>
                  <a:lnTo>
                    <a:pt x="195961" y="50800"/>
                  </a:lnTo>
                  <a:lnTo>
                    <a:pt x="192786" y="47879"/>
                  </a:lnTo>
                  <a:lnTo>
                    <a:pt x="193167" y="43053"/>
                  </a:lnTo>
                  <a:lnTo>
                    <a:pt x="192405" y="37592"/>
                  </a:lnTo>
                  <a:lnTo>
                    <a:pt x="191643" y="33147"/>
                  </a:lnTo>
                  <a:lnTo>
                    <a:pt x="191135" y="30988"/>
                  </a:lnTo>
                  <a:lnTo>
                    <a:pt x="187274" y="28752"/>
                  </a:lnTo>
                  <a:lnTo>
                    <a:pt x="187591" y="28740"/>
                  </a:lnTo>
                  <a:lnTo>
                    <a:pt x="188506" y="27635"/>
                  </a:lnTo>
                  <a:lnTo>
                    <a:pt x="186715" y="22860"/>
                  </a:lnTo>
                  <a:lnTo>
                    <a:pt x="186436" y="22098"/>
                  </a:lnTo>
                  <a:lnTo>
                    <a:pt x="185953" y="21209"/>
                  </a:lnTo>
                  <a:lnTo>
                    <a:pt x="185547" y="20447"/>
                  </a:lnTo>
                  <a:lnTo>
                    <a:pt x="183896" y="21209"/>
                  </a:lnTo>
                  <a:lnTo>
                    <a:pt x="181483" y="18161"/>
                  </a:lnTo>
                  <a:lnTo>
                    <a:pt x="180467" y="15494"/>
                  </a:lnTo>
                  <a:lnTo>
                    <a:pt x="179324" y="13208"/>
                  </a:lnTo>
                  <a:lnTo>
                    <a:pt x="174269" y="10261"/>
                  </a:lnTo>
                  <a:lnTo>
                    <a:pt x="176695" y="11544"/>
                  </a:lnTo>
                  <a:lnTo>
                    <a:pt x="178625" y="11480"/>
                  </a:lnTo>
                  <a:lnTo>
                    <a:pt x="177482" y="10261"/>
                  </a:lnTo>
                  <a:lnTo>
                    <a:pt x="172085" y="4445"/>
                  </a:lnTo>
                  <a:lnTo>
                    <a:pt x="170307" y="2794"/>
                  </a:lnTo>
                  <a:lnTo>
                    <a:pt x="168148" y="2540"/>
                  </a:lnTo>
                  <a:lnTo>
                    <a:pt x="166116" y="2159"/>
                  </a:lnTo>
                  <a:lnTo>
                    <a:pt x="158242" y="1016"/>
                  </a:lnTo>
                  <a:lnTo>
                    <a:pt x="150241" y="762"/>
                  </a:lnTo>
                  <a:lnTo>
                    <a:pt x="142367" y="0"/>
                  </a:lnTo>
                  <a:lnTo>
                    <a:pt x="141986" y="127"/>
                  </a:lnTo>
                  <a:lnTo>
                    <a:pt x="134747" y="3302"/>
                  </a:lnTo>
                  <a:lnTo>
                    <a:pt x="133985" y="4445"/>
                  </a:lnTo>
                  <a:lnTo>
                    <a:pt x="132842" y="6096"/>
                  </a:lnTo>
                  <a:lnTo>
                    <a:pt x="132334" y="8890"/>
                  </a:lnTo>
                  <a:lnTo>
                    <a:pt x="131572" y="11049"/>
                  </a:lnTo>
                  <a:lnTo>
                    <a:pt x="130429" y="11811"/>
                  </a:lnTo>
                  <a:lnTo>
                    <a:pt x="129159" y="12192"/>
                  </a:lnTo>
                  <a:lnTo>
                    <a:pt x="128016" y="13208"/>
                  </a:lnTo>
                  <a:lnTo>
                    <a:pt x="124968" y="16002"/>
                  </a:lnTo>
                  <a:lnTo>
                    <a:pt x="124206" y="18034"/>
                  </a:lnTo>
                  <a:lnTo>
                    <a:pt x="122047" y="22098"/>
                  </a:lnTo>
                  <a:lnTo>
                    <a:pt x="120523" y="22860"/>
                  </a:lnTo>
                  <a:lnTo>
                    <a:pt x="118618" y="22352"/>
                  </a:lnTo>
                  <a:lnTo>
                    <a:pt x="117221" y="24257"/>
                  </a:lnTo>
                  <a:lnTo>
                    <a:pt x="116332" y="25781"/>
                  </a:lnTo>
                  <a:lnTo>
                    <a:pt x="116713" y="28829"/>
                  </a:lnTo>
                  <a:lnTo>
                    <a:pt x="116078" y="30988"/>
                  </a:lnTo>
                  <a:lnTo>
                    <a:pt x="115443" y="33274"/>
                  </a:lnTo>
                  <a:lnTo>
                    <a:pt x="114503" y="35433"/>
                  </a:lnTo>
                  <a:lnTo>
                    <a:pt x="113665" y="37592"/>
                  </a:lnTo>
                  <a:lnTo>
                    <a:pt x="112522" y="38989"/>
                  </a:lnTo>
                  <a:lnTo>
                    <a:pt x="110998" y="39878"/>
                  </a:lnTo>
                  <a:lnTo>
                    <a:pt x="110109" y="42037"/>
                  </a:lnTo>
                  <a:lnTo>
                    <a:pt x="109347" y="43815"/>
                  </a:lnTo>
                  <a:lnTo>
                    <a:pt x="109474" y="46482"/>
                  </a:lnTo>
                  <a:lnTo>
                    <a:pt x="108966" y="48641"/>
                  </a:lnTo>
                  <a:lnTo>
                    <a:pt x="108331" y="51054"/>
                  </a:lnTo>
                  <a:lnTo>
                    <a:pt x="107315" y="53086"/>
                  </a:lnTo>
                  <a:lnTo>
                    <a:pt x="106553" y="55245"/>
                  </a:lnTo>
                  <a:lnTo>
                    <a:pt x="105410" y="56769"/>
                  </a:lnTo>
                  <a:lnTo>
                    <a:pt x="104267" y="58420"/>
                  </a:lnTo>
                  <a:lnTo>
                    <a:pt x="102997" y="59690"/>
                  </a:lnTo>
                  <a:lnTo>
                    <a:pt x="98679" y="63627"/>
                  </a:lnTo>
                  <a:lnTo>
                    <a:pt x="90932" y="63500"/>
                  </a:lnTo>
                  <a:lnTo>
                    <a:pt x="87503" y="64135"/>
                  </a:lnTo>
                  <a:lnTo>
                    <a:pt x="85852" y="62611"/>
                  </a:lnTo>
                  <a:lnTo>
                    <a:pt x="84328" y="60960"/>
                  </a:lnTo>
                  <a:lnTo>
                    <a:pt x="81534" y="58801"/>
                  </a:lnTo>
                  <a:lnTo>
                    <a:pt x="80264" y="58674"/>
                  </a:lnTo>
                  <a:lnTo>
                    <a:pt x="78232" y="56388"/>
                  </a:lnTo>
                  <a:lnTo>
                    <a:pt x="77597" y="54483"/>
                  </a:lnTo>
                  <a:lnTo>
                    <a:pt x="76708" y="53086"/>
                  </a:lnTo>
                  <a:lnTo>
                    <a:pt x="73787" y="51181"/>
                  </a:lnTo>
                  <a:lnTo>
                    <a:pt x="71882" y="50673"/>
                  </a:lnTo>
                  <a:lnTo>
                    <a:pt x="69596" y="46355"/>
                  </a:lnTo>
                  <a:lnTo>
                    <a:pt x="68580" y="44577"/>
                  </a:lnTo>
                  <a:lnTo>
                    <a:pt x="68072" y="42037"/>
                  </a:lnTo>
                  <a:lnTo>
                    <a:pt x="67183" y="39751"/>
                  </a:lnTo>
                  <a:lnTo>
                    <a:pt x="65659" y="35433"/>
                  </a:lnTo>
                  <a:lnTo>
                    <a:pt x="63119" y="32639"/>
                  </a:lnTo>
                  <a:lnTo>
                    <a:pt x="61214" y="28702"/>
                  </a:lnTo>
                  <a:lnTo>
                    <a:pt x="58127" y="22098"/>
                  </a:lnTo>
                  <a:lnTo>
                    <a:pt x="57658" y="21082"/>
                  </a:lnTo>
                  <a:lnTo>
                    <a:pt x="60325" y="23368"/>
                  </a:lnTo>
                  <a:lnTo>
                    <a:pt x="58801" y="21082"/>
                  </a:lnTo>
                  <a:lnTo>
                    <a:pt x="56515" y="17653"/>
                  </a:lnTo>
                  <a:lnTo>
                    <a:pt x="55372" y="16002"/>
                  </a:lnTo>
                  <a:lnTo>
                    <a:pt x="54356" y="13716"/>
                  </a:lnTo>
                  <a:lnTo>
                    <a:pt x="52959" y="13208"/>
                  </a:lnTo>
                  <a:lnTo>
                    <a:pt x="48564" y="11811"/>
                  </a:lnTo>
                  <a:lnTo>
                    <a:pt x="47371" y="11430"/>
                  </a:lnTo>
                  <a:lnTo>
                    <a:pt x="41783" y="11811"/>
                  </a:lnTo>
                  <a:lnTo>
                    <a:pt x="36195" y="11049"/>
                  </a:lnTo>
                  <a:lnTo>
                    <a:pt x="30480" y="12446"/>
                  </a:lnTo>
                  <a:lnTo>
                    <a:pt x="26162" y="12954"/>
                  </a:lnTo>
                  <a:lnTo>
                    <a:pt x="20701" y="15494"/>
                  </a:lnTo>
                  <a:lnTo>
                    <a:pt x="19558" y="16002"/>
                  </a:lnTo>
                  <a:lnTo>
                    <a:pt x="18288" y="16510"/>
                  </a:lnTo>
                  <a:lnTo>
                    <a:pt x="17145" y="17653"/>
                  </a:lnTo>
                  <a:lnTo>
                    <a:pt x="16129" y="18796"/>
                  </a:lnTo>
                  <a:lnTo>
                    <a:pt x="15748" y="21082"/>
                  </a:lnTo>
                  <a:lnTo>
                    <a:pt x="14732" y="22098"/>
                  </a:lnTo>
                  <a:lnTo>
                    <a:pt x="13220" y="17221"/>
                  </a:lnTo>
                  <a:lnTo>
                    <a:pt x="11557" y="7937"/>
                  </a:lnTo>
                  <a:lnTo>
                    <a:pt x="9969" y="6858"/>
                  </a:lnTo>
                  <a:lnTo>
                    <a:pt x="8204" y="64884"/>
                  </a:lnTo>
                  <a:lnTo>
                    <a:pt x="7861" y="119494"/>
                  </a:lnTo>
                  <a:lnTo>
                    <a:pt x="7683" y="181914"/>
                  </a:lnTo>
                  <a:lnTo>
                    <a:pt x="7620" y="300609"/>
                  </a:lnTo>
                  <a:lnTo>
                    <a:pt x="8382" y="304927"/>
                  </a:lnTo>
                  <a:lnTo>
                    <a:pt x="8763" y="309372"/>
                  </a:lnTo>
                  <a:lnTo>
                    <a:pt x="10922" y="318008"/>
                  </a:lnTo>
                  <a:lnTo>
                    <a:pt x="11176" y="322580"/>
                  </a:lnTo>
                  <a:lnTo>
                    <a:pt x="11633" y="336981"/>
                  </a:lnTo>
                  <a:lnTo>
                    <a:pt x="11684" y="342633"/>
                  </a:lnTo>
                  <a:lnTo>
                    <a:pt x="8458" y="343382"/>
                  </a:lnTo>
                  <a:lnTo>
                    <a:pt x="3263" y="348843"/>
                  </a:lnTo>
                  <a:lnTo>
                    <a:pt x="685" y="356920"/>
                  </a:lnTo>
                  <a:lnTo>
                    <a:pt x="0" y="366776"/>
                  </a:lnTo>
                  <a:lnTo>
                    <a:pt x="2222" y="390550"/>
                  </a:lnTo>
                  <a:lnTo>
                    <a:pt x="12001" y="434073"/>
                  </a:lnTo>
                  <a:lnTo>
                    <a:pt x="14224" y="457835"/>
                  </a:lnTo>
                  <a:lnTo>
                    <a:pt x="79794" y="489572"/>
                  </a:lnTo>
                  <a:lnTo>
                    <a:pt x="122059" y="493814"/>
                  </a:lnTo>
                  <a:lnTo>
                    <a:pt x="167208" y="495160"/>
                  </a:lnTo>
                  <a:lnTo>
                    <a:pt x="219583" y="489204"/>
                  </a:lnTo>
                  <a:lnTo>
                    <a:pt x="247269" y="454152"/>
                  </a:lnTo>
                  <a:lnTo>
                    <a:pt x="251980" y="385178"/>
                  </a:lnTo>
                  <a:lnTo>
                    <a:pt x="253669" y="380644"/>
                  </a:lnTo>
                  <a:lnTo>
                    <a:pt x="255524" y="353568"/>
                  </a:lnTo>
                  <a:lnTo>
                    <a:pt x="255587" y="350659"/>
                  </a:lnTo>
                  <a:lnTo>
                    <a:pt x="255930" y="348843"/>
                  </a:lnTo>
                  <a:lnTo>
                    <a:pt x="255651" y="347497"/>
                  </a:lnTo>
                  <a:lnTo>
                    <a:pt x="256336" y="316915"/>
                  </a:lnTo>
                  <a:lnTo>
                    <a:pt x="257048" y="265861"/>
                  </a:lnTo>
                  <a:lnTo>
                    <a:pt x="257467" y="207619"/>
                  </a:lnTo>
                  <a:lnTo>
                    <a:pt x="257467" y="14939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077200" y="4160519"/>
              <a:ext cx="873251" cy="8732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295513" y="3313429"/>
              <a:ext cx="462915" cy="269875"/>
            </a:xfrm>
            <a:custGeom>
              <a:avLst/>
              <a:gdLst/>
              <a:ahLst/>
              <a:cxnLst/>
              <a:rect l="l" t="t" r="r" b="b"/>
              <a:pathLst>
                <a:path w="462915" h="269875">
                  <a:moveTo>
                    <a:pt x="435101" y="0"/>
                  </a:moveTo>
                  <a:lnTo>
                    <a:pt x="0" y="56769"/>
                  </a:lnTo>
                  <a:lnTo>
                    <a:pt x="27685" y="269875"/>
                  </a:lnTo>
                  <a:lnTo>
                    <a:pt x="462914" y="213106"/>
                  </a:lnTo>
                  <a:lnTo>
                    <a:pt x="435101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317610" y="3369563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09" h="175260">
                  <a:moveTo>
                    <a:pt x="9906" y="142494"/>
                  </a:moveTo>
                  <a:lnTo>
                    <a:pt x="35433" y="174751"/>
                  </a:lnTo>
                  <a:lnTo>
                    <a:pt x="43688" y="174498"/>
                  </a:lnTo>
                  <a:lnTo>
                    <a:pt x="81534" y="163957"/>
                  </a:lnTo>
                  <a:lnTo>
                    <a:pt x="94953" y="149733"/>
                  </a:lnTo>
                  <a:lnTo>
                    <a:pt x="37084" y="149733"/>
                  </a:lnTo>
                  <a:lnTo>
                    <a:pt x="30607" y="148971"/>
                  </a:lnTo>
                  <a:lnTo>
                    <a:pt x="13589" y="144018"/>
                  </a:lnTo>
                  <a:lnTo>
                    <a:pt x="11557" y="143256"/>
                  </a:lnTo>
                  <a:lnTo>
                    <a:pt x="9906" y="142494"/>
                  </a:lnTo>
                  <a:close/>
                </a:path>
                <a:path w="422909" h="175260">
                  <a:moveTo>
                    <a:pt x="98303" y="111251"/>
                  </a:moveTo>
                  <a:lnTo>
                    <a:pt x="52197" y="111251"/>
                  </a:lnTo>
                  <a:lnTo>
                    <a:pt x="55880" y="112013"/>
                  </a:lnTo>
                  <a:lnTo>
                    <a:pt x="59055" y="113537"/>
                  </a:lnTo>
                  <a:lnTo>
                    <a:pt x="67437" y="125602"/>
                  </a:lnTo>
                  <a:lnTo>
                    <a:pt x="67945" y="129159"/>
                  </a:lnTo>
                  <a:lnTo>
                    <a:pt x="67818" y="132080"/>
                  </a:lnTo>
                  <a:lnTo>
                    <a:pt x="67056" y="134365"/>
                  </a:lnTo>
                  <a:lnTo>
                    <a:pt x="66421" y="136651"/>
                  </a:lnTo>
                  <a:lnTo>
                    <a:pt x="55118" y="146431"/>
                  </a:lnTo>
                  <a:lnTo>
                    <a:pt x="51308" y="147827"/>
                  </a:lnTo>
                  <a:lnTo>
                    <a:pt x="47752" y="148716"/>
                  </a:lnTo>
                  <a:lnTo>
                    <a:pt x="44450" y="149098"/>
                  </a:lnTo>
                  <a:lnTo>
                    <a:pt x="40640" y="149606"/>
                  </a:lnTo>
                  <a:lnTo>
                    <a:pt x="37084" y="149733"/>
                  </a:lnTo>
                  <a:lnTo>
                    <a:pt x="94953" y="149733"/>
                  </a:lnTo>
                  <a:lnTo>
                    <a:pt x="97282" y="145287"/>
                  </a:lnTo>
                  <a:lnTo>
                    <a:pt x="100330" y="133350"/>
                  </a:lnTo>
                  <a:lnTo>
                    <a:pt x="100584" y="127000"/>
                  </a:lnTo>
                  <a:lnTo>
                    <a:pt x="99805" y="120141"/>
                  </a:lnTo>
                  <a:lnTo>
                    <a:pt x="98806" y="112649"/>
                  </a:lnTo>
                  <a:lnTo>
                    <a:pt x="98303" y="111251"/>
                  </a:lnTo>
                  <a:close/>
                </a:path>
                <a:path w="422909" h="175260">
                  <a:moveTo>
                    <a:pt x="85090" y="35687"/>
                  </a:moveTo>
                  <a:lnTo>
                    <a:pt x="0" y="46862"/>
                  </a:lnTo>
                  <a:lnTo>
                    <a:pt x="9398" y="118999"/>
                  </a:lnTo>
                  <a:lnTo>
                    <a:pt x="12192" y="118618"/>
                  </a:lnTo>
                  <a:lnTo>
                    <a:pt x="15367" y="117348"/>
                  </a:lnTo>
                  <a:lnTo>
                    <a:pt x="23495" y="114681"/>
                  </a:lnTo>
                  <a:lnTo>
                    <a:pt x="43688" y="111251"/>
                  </a:lnTo>
                  <a:lnTo>
                    <a:pt x="98303" y="111251"/>
                  </a:lnTo>
                  <a:lnTo>
                    <a:pt x="96520" y="106299"/>
                  </a:lnTo>
                  <a:lnTo>
                    <a:pt x="76803" y="88519"/>
                  </a:lnTo>
                  <a:lnTo>
                    <a:pt x="36449" y="88519"/>
                  </a:lnTo>
                  <a:lnTo>
                    <a:pt x="33655" y="67056"/>
                  </a:lnTo>
                  <a:lnTo>
                    <a:pt x="88265" y="59944"/>
                  </a:lnTo>
                  <a:lnTo>
                    <a:pt x="85090" y="35687"/>
                  </a:lnTo>
                  <a:close/>
                </a:path>
                <a:path w="422909" h="175260">
                  <a:moveTo>
                    <a:pt x="60071" y="85598"/>
                  </a:moveTo>
                  <a:lnTo>
                    <a:pt x="54356" y="85725"/>
                  </a:lnTo>
                  <a:lnTo>
                    <a:pt x="48133" y="86487"/>
                  </a:lnTo>
                  <a:lnTo>
                    <a:pt x="46863" y="86740"/>
                  </a:lnTo>
                  <a:lnTo>
                    <a:pt x="44958" y="86995"/>
                  </a:lnTo>
                  <a:lnTo>
                    <a:pt x="42545" y="87375"/>
                  </a:lnTo>
                  <a:lnTo>
                    <a:pt x="38100" y="88137"/>
                  </a:lnTo>
                  <a:lnTo>
                    <a:pt x="36449" y="88519"/>
                  </a:lnTo>
                  <a:lnTo>
                    <a:pt x="76803" y="88519"/>
                  </a:lnTo>
                  <a:lnTo>
                    <a:pt x="75692" y="88011"/>
                  </a:lnTo>
                  <a:lnTo>
                    <a:pt x="70866" y="86740"/>
                  </a:lnTo>
                  <a:lnTo>
                    <a:pt x="65532" y="86233"/>
                  </a:lnTo>
                  <a:lnTo>
                    <a:pt x="60071" y="85598"/>
                  </a:lnTo>
                  <a:close/>
                </a:path>
                <a:path w="422909" h="175260">
                  <a:moveTo>
                    <a:pt x="161163" y="23113"/>
                  </a:moveTo>
                  <a:lnTo>
                    <a:pt x="123825" y="35178"/>
                  </a:lnTo>
                  <a:lnTo>
                    <a:pt x="109643" y="73040"/>
                  </a:lnTo>
                  <a:lnTo>
                    <a:pt x="109604" y="76874"/>
                  </a:lnTo>
                  <a:lnTo>
                    <a:pt x="109723" y="82456"/>
                  </a:lnTo>
                  <a:lnTo>
                    <a:pt x="117475" y="126364"/>
                  </a:lnTo>
                  <a:lnTo>
                    <a:pt x="152527" y="159003"/>
                  </a:lnTo>
                  <a:lnTo>
                    <a:pt x="160274" y="159385"/>
                  </a:lnTo>
                  <a:lnTo>
                    <a:pt x="169418" y="158241"/>
                  </a:lnTo>
                  <a:lnTo>
                    <a:pt x="206015" y="135255"/>
                  </a:lnTo>
                  <a:lnTo>
                    <a:pt x="160147" y="135255"/>
                  </a:lnTo>
                  <a:lnTo>
                    <a:pt x="155321" y="132587"/>
                  </a:lnTo>
                  <a:lnTo>
                    <a:pt x="143510" y="93599"/>
                  </a:lnTo>
                  <a:lnTo>
                    <a:pt x="141865" y="74697"/>
                  </a:lnTo>
                  <a:lnTo>
                    <a:pt x="141936" y="68199"/>
                  </a:lnTo>
                  <a:lnTo>
                    <a:pt x="155067" y="48133"/>
                  </a:lnTo>
                  <a:lnTo>
                    <a:pt x="161163" y="47244"/>
                  </a:lnTo>
                  <a:lnTo>
                    <a:pt x="200381" y="47244"/>
                  </a:lnTo>
                  <a:lnTo>
                    <a:pt x="197231" y="41783"/>
                  </a:lnTo>
                  <a:lnTo>
                    <a:pt x="192532" y="36702"/>
                  </a:lnTo>
                  <a:lnTo>
                    <a:pt x="187833" y="31496"/>
                  </a:lnTo>
                  <a:lnTo>
                    <a:pt x="182245" y="27812"/>
                  </a:lnTo>
                  <a:lnTo>
                    <a:pt x="175641" y="25653"/>
                  </a:lnTo>
                  <a:lnTo>
                    <a:pt x="169037" y="23622"/>
                  </a:lnTo>
                  <a:lnTo>
                    <a:pt x="161163" y="23113"/>
                  </a:lnTo>
                  <a:close/>
                </a:path>
                <a:path w="422909" h="175260">
                  <a:moveTo>
                    <a:pt x="200381" y="47244"/>
                  </a:moveTo>
                  <a:lnTo>
                    <a:pt x="161163" y="47244"/>
                  </a:lnTo>
                  <a:lnTo>
                    <a:pt x="166116" y="49911"/>
                  </a:lnTo>
                  <a:lnTo>
                    <a:pt x="169545" y="56007"/>
                  </a:lnTo>
                  <a:lnTo>
                    <a:pt x="178966" y="99950"/>
                  </a:lnTo>
                  <a:lnTo>
                    <a:pt x="179419" y="109299"/>
                  </a:lnTo>
                  <a:lnTo>
                    <a:pt x="179157" y="116957"/>
                  </a:lnTo>
                  <a:lnTo>
                    <a:pt x="160147" y="135255"/>
                  </a:lnTo>
                  <a:lnTo>
                    <a:pt x="206015" y="135255"/>
                  </a:lnTo>
                  <a:lnTo>
                    <a:pt x="208661" y="130175"/>
                  </a:lnTo>
                  <a:lnTo>
                    <a:pt x="210566" y="122809"/>
                  </a:lnTo>
                  <a:lnTo>
                    <a:pt x="211328" y="114300"/>
                  </a:lnTo>
                  <a:lnTo>
                    <a:pt x="211541" y="109299"/>
                  </a:lnTo>
                  <a:lnTo>
                    <a:pt x="211486" y="99950"/>
                  </a:lnTo>
                  <a:lnTo>
                    <a:pt x="203835" y="56514"/>
                  </a:lnTo>
                  <a:lnTo>
                    <a:pt x="201041" y="48387"/>
                  </a:lnTo>
                  <a:lnTo>
                    <a:pt x="200381" y="47244"/>
                  </a:lnTo>
                  <a:close/>
                </a:path>
                <a:path w="422909" h="175260">
                  <a:moveTo>
                    <a:pt x="358648" y="0"/>
                  </a:moveTo>
                  <a:lnTo>
                    <a:pt x="335915" y="3048"/>
                  </a:lnTo>
                  <a:lnTo>
                    <a:pt x="285369" y="140335"/>
                  </a:lnTo>
                  <a:lnTo>
                    <a:pt x="308102" y="137413"/>
                  </a:lnTo>
                  <a:lnTo>
                    <a:pt x="358648" y="0"/>
                  </a:lnTo>
                  <a:close/>
                </a:path>
                <a:path w="422909" h="175260">
                  <a:moveTo>
                    <a:pt x="388163" y="45090"/>
                  </a:moveTo>
                  <a:lnTo>
                    <a:pt x="352679" y="59562"/>
                  </a:lnTo>
                  <a:lnTo>
                    <a:pt x="346458" y="82932"/>
                  </a:lnTo>
                  <a:lnTo>
                    <a:pt x="347091" y="92456"/>
                  </a:lnTo>
                  <a:lnTo>
                    <a:pt x="366607" y="126537"/>
                  </a:lnTo>
                  <a:lnTo>
                    <a:pt x="381414" y="129915"/>
                  </a:lnTo>
                  <a:lnTo>
                    <a:pt x="390271" y="129412"/>
                  </a:lnTo>
                  <a:lnTo>
                    <a:pt x="418651" y="111378"/>
                  </a:lnTo>
                  <a:lnTo>
                    <a:pt x="385191" y="111378"/>
                  </a:lnTo>
                  <a:lnTo>
                    <a:pt x="382905" y="111125"/>
                  </a:lnTo>
                  <a:lnTo>
                    <a:pt x="381127" y="110362"/>
                  </a:lnTo>
                  <a:lnTo>
                    <a:pt x="379222" y="109474"/>
                  </a:lnTo>
                  <a:lnTo>
                    <a:pt x="377825" y="108076"/>
                  </a:lnTo>
                  <a:lnTo>
                    <a:pt x="376682" y="106172"/>
                  </a:lnTo>
                  <a:lnTo>
                    <a:pt x="375285" y="104012"/>
                  </a:lnTo>
                  <a:lnTo>
                    <a:pt x="374396" y="101726"/>
                  </a:lnTo>
                  <a:lnTo>
                    <a:pt x="373856" y="99187"/>
                  </a:lnTo>
                  <a:lnTo>
                    <a:pt x="373253" y="96774"/>
                  </a:lnTo>
                  <a:lnTo>
                    <a:pt x="372110" y="89153"/>
                  </a:lnTo>
                  <a:lnTo>
                    <a:pt x="371729" y="85725"/>
                  </a:lnTo>
                  <a:lnTo>
                    <a:pt x="371514" y="82932"/>
                  </a:lnTo>
                  <a:lnTo>
                    <a:pt x="371416" y="80899"/>
                  </a:lnTo>
                  <a:lnTo>
                    <a:pt x="371513" y="74295"/>
                  </a:lnTo>
                  <a:lnTo>
                    <a:pt x="371602" y="73406"/>
                  </a:lnTo>
                  <a:lnTo>
                    <a:pt x="372274" y="71247"/>
                  </a:lnTo>
                  <a:lnTo>
                    <a:pt x="372872" y="69214"/>
                  </a:lnTo>
                  <a:lnTo>
                    <a:pt x="381762" y="64008"/>
                  </a:lnTo>
                  <a:lnTo>
                    <a:pt x="384302" y="63626"/>
                  </a:lnTo>
                  <a:lnTo>
                    <a:pt x="416786" y="63626"/>
                  </a:lnTo>
                  <a:lnTo>
                    <a:pt x="413392" y="57632"/>
                  </a:lnTo>
                  <a:lnTo>
                    <a:pt x="408559" y="52324"/>
                  </a:lnTo>
                  <a:lnTo>
                    <a:pt x="402744" y="48468"/>
                  </a:lnTo>
                  <a:lnTo>
                    <a:pt x="395954" y="46053"/>
                  </a:lnTo>
                  <a:lnTo>
                    <a:pt x="388163" y="45090"/>
                  </a:lnTo>
                  <a:close/>
                </a:path>
                <a:path w="422909" h="175260">
                  <a:moveTo>
                    <a:pt x="416786" y="63626"/>
                  </a:moveTo>
                  <a:lnTo>
                    <a:pt x="384302" y="63626"/>
                  </a:lnTo>
                  <a:lnTo>
                    <a:pt x="386461" y="63881"/>
                  </a:lnTo>
                  <a:lnTo>
                    <a:pt x="388239" y="64643"/>
                  </a:lnTo>
                  <a:lnTo>
                    <a:pt x="398131" y="99313"/>
                  </a:lnTo>
                  <a:lnTo>
                    <a:pt x="397924" y="101282"/>
                  </a:lnTo>
                  <a:lnTo>
                    <a:pt x="397848" y="101726"/>
                  </a:lnTo>
                  <a:lnTo>
                    <a:pt x="397256" y="103505"/>
                  </a:lnTo>
                  <a:lnTo>
                    <a:pt x="396621" y="105663"/>
                  </a:lnTo>
                  <a:lnTo>
                    <a:pt x="385191" y="111378"/>
                  </a:lnTo>
                  <a:lnTo>
                    <a:pt x="418651" y="111378"/>
                  </a:lnTo>
                  <a:lnTo>
                    <a:pt x="419965" y="108906"/>
                  </a:lnTo>
                  <a:lnTo>
                    <a:pt x="421989" y="101282"/>
                  </a:lnTo>
                  <a:lnTo>
                    <a:pt x="422576" y="93186"/>
                  </a:lnTo>
                  <a:lnTo>
                    <a:pt x="422609" y="92102"/>
                  </a:lnTo>
                  <a:lnTo>
                    <a:pt x="421940" y="82932"/>
                  </a:lnTo>
                  <a:lnTo>
                    <a:pt x="421869" y="82169"/>
                  </a:lnTo>
                  <a:lnTo>
                    <a:pt x="420060" y="72630"/>
                  </a:lnTo>
                  <a:lnTo>
                    <a:pt x="417226" y="64404"/>
                  </a:lnTo>
                  <a:lnTo>
                    <a:pt x="416786" y="63626"/>
                  </a:lnTo>
                  <a:close/>
                </a:path>
                <a:path w="422909" h="175260">
                  <a:moveTo>
                    <a:pt x="263195" y="10602"/>
                  </a:moveTo>
                  <a:lnTo>
                    <a:pt x="227711" y="25146"/>
                  </a:lnTo>
                  <a:lnTo>
                    <a:pt x="221495" y="48468"/>
                  </a:lnTo>
                  <a:lnTo>
                    <a:pt x="222130" y="57949"/>
                  </a:lnTo>
                  <a:lnTo>
                    <a:pt x="241692" y="92102"/>
                  </a:lnTo>
                  <a:lnTo>
                    <a:pt x="256448" y="95444"/>
                  </a:lnTo>
                  <a:lnTo>
                    <a:pt x="265303" y="94996"/>
                  </a:lnTo>
                  <a:lnTo>
                    <a:pt x="293677" y="76962"/>
                  </a:lnTo>
                  <a:lnTo>
                    <a:pt x="260223" y="76962"/>
                  </a:lnTo>
                  <a:lnTo>
                    <a:pt x="257937" y="76708"/>
                  </a:lnTo>
                  <a:lnTo>
                    <a:pt x="248920" y="64770"/>
                  </a:lnTo>
                  <a:lnTo>
                    <a:pt x="248285" y="62357"/>
                  </a:lnTo>
                  <a:lnTo>
                    <a:pt x="247761" y="58800"/>
                  </a:lnTo>
                  <a:lnTo>
                    <a:pt x="247208" y="54326"/>
                  </a:lnTo>
                  <a:lnTo>
                    <a:pt x="246761" y="51308"/>
                  </a:lnTo>
                  <a:lnTo>
                    <a:pt x="246550" y="48468"/>
                  </a:lnTo>
                  <a:lnTo>
                    <a:pt x="246433" y="46053"/>
                  </a:lnTo>
                  <a:lnTo>
                    <a:pt x="246392" y="41401"/>
                  </a:lnTo>
                  <a:lnTo>
                    <a:pt x="246634" y="38862"/>
                  </a:lnTo>
                  <a:lnTo>
                    <a:pt x="247269" y="36957"/>
                  </a:lnTo>
                  <a:lnTo>
                    <a:pt x="248031" y="34798"/>
                  </a:lnTo>
                  <a:lnTo>
                    <a:pt x="249047" y="33020"/>
                  </a:lnTo>
                  <a:lnTo>
                    <a:pt x="250444" y="31876"/>
                  </a:lnTo>
                  <a:lnTo>
                    <a:pt x="251841" y="30607"/>
                  </a:lnTo>
                  <a:lnTo>
                    <a:pt x="254000" y="29845"/>
                  </a:lnTo>
                  <a:lnTo>
                    <a:pt x="256794" y="29463"/>
                  </a:lnTo>
                  <a:lnTo>
                    <a:pt x="259334" y="29210"/>
                  </a:lnTo>
                  <a:lnTo>
                    <a:pt x="291818" y="29210"/>
                  </a:lnTo>
                  <a:lnTo>
                    <a:pt x="288424" y="23215"/>
                  </a:lnTo>
                  <a:lnTo>
                    <a:pt x="283591" y="17907"/>
                  </a:lnTo>
                  <a:lnTo>
                    <a:pt x="277776" y="13995"/>
                  </a:lnTo>
                  <a:lnTo>
                    <a:pt x="270986" y="11572"/>
                  </a:lnTo>
                  <a:lnTo>
                    <a:pt x="263195" y="10602"/>
                  </a:lnTo>
                  <a:close/>
                </a:path>
                <a:path w="422909" h="175260">
                  <a:moveTo>
                    <a:pt x="291818" y="29210"/>
                  </a:moveTo>
                  <a:lnTo>
                    <a:pt x="259334" y="29210"/>
                  </a:lnTo>
                  <a:lnTo>
                    <a:pt x="261493" y="29337"/>
                  </a:lnTo>
                  <a:lnTo>
                    <a:pt x="263271" y="30225"/>
                  </a:lnTo>
                  <a:lnTo>
                    <a:pt x="273126" y="65150"/>
                  </a:lnTo>
                  <a:lnTo>
                    <a:pt x="272889" y="67310"/>
                  </a:lnTo>
                  <a:lnTo>
                    <a:pt x="262890" y="76581"/>
                  </a:lnTo>
                  <a:lnTo>
                    <a:pt x="260223" y="76962"/>
                  </a:lnTo>
                  <a:lnTo>
                    <a:pt x="293677" y="76962"/>
                  </a:lnTo>
                  <a:lnTo>
                    <a:pt x="294997" y="74471"/>
                  </a:lnTo>
                  <a:lnTo>
                    <a:pt x="297022" y="66801"/>
                  </a:lnTo>
                  <a:lnTo>
                    <a:pt x="297547" y="59562"/>
                  </a:lnTo>
                  <a:lnTo>
                    <a:pt x="297640" y="57632"/>
                  </a:lnTo>
                  <a:lnTo>
                    <a:pt x="296969" y="48468"/>
                  </a:lnTo>
                  <a:lnTo>
                    <a:pt x="296901" y="47751"/>
                  </a:lnTo>
                  <a:lnTo>
                    <a:pt x="295092" y="38213"/>
                  </a:lnTo>
                  <a:lnTo>
                    <a:pt x="292258" y="29987"/>
                  </a:lnTo>
                  <a:lnTo>
                    <a:pt x="291818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295513" y="4305426"/>
              <a:ext cx="462914" cy="26987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389620" y="5740907"/>
              <a:ext cx="249872" cy="21335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077200" y="5140451"/>
              <a:ext cx="873251" cy="8732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295513" y="5287136"/>
              <a:ext cx="462915" cy="269875"/>
            </a:xfrm>
            <a:custGeom>
              <a:avLst/>
              <a:gdLst/>
              <a:ahLst/>
              <a:cxnLst/>
              <a:rect l="l" t="t" r="r" b="b"/>
              <a:pathLst>
                <a:path w="462915" h="269875">
                  <a:moveTo>
                    <a:pt x="435101" y="0"/>
                  </a:moveTo>
                  <a:lnTo>
                    <a:pt x="0" y="56768"/>
                  </a:lnTo>
                  <a:lnTo>
                    <a:pt x="27685" y="269875"/>
                  </a:lnTo>
                  <a:lnTo>
                    <a:pt x="462914" y="213106"/>
                  </a:lnTo>
                  <a:lnTo>
                    <a:pt x="435101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18626" y="5343270"/>
              <a:ext cx="421640" cy="175895"/>
            </a:xfrm>
            <a:custGeom>
              <a:avLst/>
              <a:gdLst/>
              <a:ahLst/>
              <a:cxnLst/>
              <a:rect l="l" t="t" r="r" b="b"/>
              <a:pathLst>
                <a:path w="421640" h="175895">
                  <a:moveTo>
                    <a:pt x="87992" y="63753"/>
                  </a:moveTo>
                  <a:lnTo>
                    <a:pt x="41401" y="63753"/>
                  </a:lnTo>
                  <a:lnTo>
                    <a:pt x="46481" y="64642"/>
                  </a:lnTo>
                  <a:lnTo>
                    <a:pt x="50546" y="67436"/>
                  </a:lnTo>
                  <a:lnTo>
                    <a:pt x="54482" y="70103"/>
                  </a:lnTo>
                  <a:lnTo>
                    <a:pt x="56896" y="74548"/>
                  </a:lnTo>
                  <a:lnTo>
                    <a:pt x="57657" y="80517"/>
                  </a:lnTo>
                  <a:lnTo>
                    <a:pt x="58293" y="85851"/>
                  </a:lnTo>
                  <a:lnTo>
                    <a:pt x="57657" y="91185"/>
                  </a:lnTo>
                  <a:lnTo>
                    <a:pt x="53340" y="101853"/>
                  </a:lnTo>
                  <a:lnTo>
                    <a:pt x="49529" y="108330"/>
                  </a:lnTo>
                  <a:lnTo>
                    <a:pt x="44069" y="115696"/>
                  </a:lnTo>
                  <a:lnTo>
                    <a:pt x="39877" y="121411"/>
                  </a:lnTo>
                  <a:lnTo>
                    <a:pt x="10159" y="154685"/>
                  </a:lnTo>
                  <a:lnTo>
                    <a:pt x="12953" y="175767"/>
                  </a:lnTo>
                  <a:lnTo>
                    <a:pt x="107315" y="163448"/>
                  </a:lnTo>
                  <a:lnTo>
                    <a:pt x="105070" y="146303"/>
                  </a:lnTo>
                  <a:lnTo>
                    <a:pt x="49783" y="146303"/>
                  </a:lnTo>
                  <a:lnTo>
                    <a:pt x="51689" y="144271"/>
                  </a:lnTo>
                  <a:lnTo>
                    <a:pt x="77515" y="113766"/>
                  </a:lnTo>
                  <a:lnTo>
                    <a:pt x="90648" y="79247"/>
                  </a:lnTo>
                  <a:lnTo>
                    <a:pt x="89789" y="71881"/>
                  </a:lnTo>
                  <a:lnTo>
                    <a:pt x="87992" y="63753"/>
                  </a:lnTo>
                  <a:close/>
                </a:path>
                <a:path w="421640" h="175895">
                  <a:moveTo>
                    <a:pt x="104140" y="139191"/>
                  </a:moveTo>
                  <a:lnTo>
                    <a:pt x="49783" y="146303"/>
                  </a:lnTo>
                  <a:lnTo>
                    <a:pt x="105070" y="146303"/>
                  </a:lnTo>
                  <a:lnTo>
                    <a:pt x="104140" y="139191"/>
                  </a:lnTo>
                  <a:close/>
                </a:path>
                <a:path w="421640" h="175895">
                  <a:moveTo>
                    <a:pt x="49039" y="38330"/>
                  </a:moveTo>
                  <a:lnTo>
                    <a:pt x="8763" y="47624"/>
                  </a:lnTo>
                  <a:lnTo>
                    <a:pt x="0" y="52323"/>
                  </a:lnTo>
                  <a:lnTo>
                    <a:pt x="3682" y="80390"/>
                  </a:lnTo>
                  <a:lnTo>
                    <a:pt x="6096" y="80009"/>
                  </a:lnTo>
                  <a:lnTo>
                    <a:pt x="7112" y="79247"/>
                  </a:lnTo>
                  <a:lnTo>
                    <a:pt x="8508" y="77977"/>
                  </a:lnTo>
                  <a:lnTo>
                    <a:pt x="12319" y="74675"/>
                  </a:lnTo>
                  <a:lnTo>
                    <a:pt x="25780" y="67055"/>
                  </a:lnTo>
                  <a:lnTo>
                    <a:pt x="28575" y="65785"/>
                  </a:lnTo>
                  <a:lnTo>
                    <a:pt x="31623" y="65023"/>
                  </a:lnTo>
                  <a:lnTo>
                    <a:pt x="34925" y="64642"/>
                  </a:lnTo>
                  <a:lnTo>
                    <a:pt x="41401" y="63753"/>
                  </a:lnTo>
                  <a:lnTo>
                    <a:pt x="87992" y="63753"/>
                  </a:lnTo>
                  <a:lnTo>
                    <a:pt x="87884" y="63261"/>
                  </a:lnTo>
                  <a:lnTo>
                    <a:pt x="58626" y="39020"/>
                  </a:lnTo>
                  <a:lnTo>
                    <a:pt x="49039" y="38330"/>
                  </a:lnTo>
                  <a:close/>
                </a:path>
                <a:path w="421640" h="175895">
                  <a:moveTo>
                    <a:pt x="120650" y="127888"/>
                  </a:moveTo>
                  <a:lnTo>
                    <a:pt x="146176" y="160146"/>
                  </a:lnTo>
                  <a:lnTo>
                    <a:pt x="154558" y="159892"/>
                  </a:lnTo>
                  <a:lnTo>
                    <a:pt x="192404" y="149351"/>
                  </a:lnTo>
                  <a:lnTo>
                    <a:pt x="205803" y="135127"/>
                  </a:lnTo>
                  <a:lnTo>
                    <a:pt x="147827" y="135127"/>
                  </a:lnTo>
                  <a:lnTo>
                    <a:pt x="141350" y="134365"/>
                  </a:lnTo>
                  <a:lnTo>
                    <a:pt x="122427" y="128650"/>
                  </a:lnTo>
                  <a:lnTo>
                    <a:pt x="120650" y="127888"/>
                  </a:lnTo>
                  <a:close/>
                </a:path>
                <a:path w="421640" h="175895">
                  <a:moveTo>
                    <a:pt x="209075" y="96646"/>
                  </a:moveTo>
                  <a:lnTo>
                    <a:pt x="162941" y="96646"/>
                  </a:lnTo>
                  <a:lnTo>
                    <a:pt x="166624" y="97408"/>
                  </a:lnTo>
                  <a:lnTo>
                    <a:pt x="169799" y="98932"/>
                  </a:lnTo>
                  <a:lnTo>
                    <a:pt x="178562" y="117474"/>
                  </a:lnTo>
                  <a:lnTo>
                    <a:pt x="177926" y="119760"/>
                  </a:lnTo>
                  <a:lnTo>
                    <a:pt x="165862" y="131825"/>
                  </a:lnTo>
                  <a:lnTo>
                    <a:pt x="162178" y="133222"/>
                  </a:lnTo>
                  <a:lnTo>
                    <a:pt x="158623" y="134111"/>
                  </a:lnTo>
                  <a:lnTo>
                    <a:pt x="155194" y="134492"/>
                  </a:lnTo>
                  <a:lnTo>
                    <a:pt x="151383" y="135000"/>
                  </a:lnTo>
                  <a:lnTo>
                    <a:pt x="147827" y="135127"/>
                  </a:lnTo>
                  <a:lnTo>
                    <a:pt x="205803" y="135127"/>
                  </a:lnTo>
                  <a:lnTo>
                    <a:pt x="208025" y="130682"/>
                  </a:lnTo>
                  <a:lnTo>
                    <a:pt x="211074" y="118744"/>
                  </a:lnTo>
                  <a:lnTo>
                    <a:pt x="211454" y="112394"/>
                  </a:lnTo>
                  <a:lnTo>
                    <a:pt x="209550" y="98043"/>
                  </a:lnTo>
                  <a:lnTo>
                    <a:pt x="209075" y="96646"/>
                  </a:lnTo>
                  <a:close/>
                </a:path>
                <a:path w="421640" h="175895">
                  <a:moveTo>
                    <a:pt x="195961" y="21081"/>
                  </a:moveTo>
                  <a:lnTo>
                    <a:pt x="110871" y="32257"/>
                  </a:lnTo>
                  <a:lnTo>
                    <a:pt x="120269" y="104393"/>
                  </a:lnTo>
                  <a:lnTo>
                    <a:pt x="123063" y="104012"/>
                  </a:lnTo>
                  <a:lnTo>
                    <a:pt x="126238" y="102742"/>
                  </a:lnTo>
                  <a:lnTo>
                    <a:pt x="129921" y="101472"/>
                  </a:lnTo>
                  <a:lnTo>
                    <a:pt x="154558" y="96646"/>
                  </a:lnTo>
                  <a:lnTo>
                    <a:pt x="209075" y="96646"/>
                  </a:lnTo>
                  <a:lnTo>
                    <a:pt x="207391" y="91693"/>
                  </a:lnTo>
                  <a:lnTo>
                    <a:pt x="200532" y="81787"/>
                  </a:lnTo>
                  <a:lnTo>
                    <a:pt x="196215" y="77977"/>
                  </a:lnTo>
                  <a:lnTo>
                    <a:pt x="187635" y="73913"/>
                  </a:lnTo>
                  <a:lnTo>
                    <a:pt x="147320" y="73913"/>
                  </a:lnTo>
                  <a:lnTo>
                    <a:pt x="144525" y="52450"/>
                  </a:lnTo>
                  <a:lnTo>
                    <a:pt x="199136" y="45338"/>
                  </a:lnTo>
                  <a:lnTo>
                    <a:pt x="195961" y="21081"/>
                  </a:lnTo>
                  <a:close/>
                </a:path>
                <a:path w="421640" h="175895">
                  <a:moveTo>
                    <a:pt x="170942" y="70992"/>
                  </a:moveTo>
                  <a:lnTo>
                    <a:pt x="165100" y="71119"/>
                  </a:lnTo>
                  <a:lnTo>
                    <a:pt x="159003" y="72008"/>
                  </a:lnTo>
                  <a:lnTo>
                    <a:pt x="157606" y="72135"/>
                  </a:lnTo>
                  <a:lnTo>
                    <a:pt x="155828" y="72389"/>
                  </a:lnTo>
                  <a:lnTo>
                    <a:pt x="151002" y="73151"/>
                  </a:lnTo>
                  <a:lnTo>
                    <a:pt x="148971" y="73532"/>
                  </a:lnTo>
                  <a:lnTo>
                    <a:pt x="147320" y="73913"/>
                  </a:lnTo>
                  <a:lnTo>
                    <a:pt x="187635" y="73913"/>
                  </a:lnTo>
                  <a:lnTo>
                    <a:pt x="186563" y="73405"/>
                  </a:lnTo>
                  <a:lnTo>
                    <a:pt x="181737" y="72135"/>
                  </a:lnTo>
                  <a:lnTo>
                    <a:pt x="176275" y="71627"/>
                  </a:lnTo>
                  <a:lnTo>
                    <a:pt x="170942" y="70992"/>
                  </a:lnTo>
                  <a:close/>
                </a:path>
                <a:path w="421640" h="175895">
                  <a:moveTo>
                    <a:pt x="357631" y="0"/>
                  </a:moveTo>
                  <a:lnTo>
                    <a:pt x="334899" y="3047"/>
                  </a:lnTo>
                  <a:lnTo>
                    <a:pt x="284352" y="140334"/>
                  </a:lnTo>
                  <a:lnTo>
                    <a:pt x="307086" y="137413"/>
                  </a:lnTo>
                  <a:lnTo>
                    <a:pt x="357631" y="0"/>
                  </a:lnTo>
                  <a:close/>
                </a:path>
                <a:path w="421640" h="175895">
                  <a:moveTo>
                    <a:pt x="387147" y="45090"/>
                  </a:moveTo>
                  <a:lnTo>
                    <a:pt x="351663" y="59562"/>
                  </a:lnTo>
                  <a:lnTo>
                    <a:pt x="345443" y="82932"/>
                  </a:lnTo>
                  <a:lnTo>
                    <a:pt x="346075" y="92455"/>
                  </a:lnTo>
                  <a:lnTo>
                    <a:pt x="365591" y="126519"/>
                  </a:lnTo>
                  <a:lnTo>
                    <a:pt x="380398" y="129861"/>
                  </a:lnTo>
                  <a:lnTo>
                    <a:pt x="389254" y="129412"/>
                  </a:lnTo>
                  <a:lnTo>
                    <a:pt x="417629" y="111378"/>
                  </a:lnTo>
                  <a:lnTo>
                    <a:pt x="384175" y="111378"/>
                  </a:lnTo>
                  <a:lnTo>
                    <a:pt x="381889" y="111124"/>
                  </a:lnTo>
                  <a:lnTo>
                    <a:pt x="380111" y="110362"/>
                  </a:lnTo>
                  <a:lnTo>
                    <a:pt x="378205" y="109473"/>
                  </a:lnTo>
                  <a:lnTo>
                    <a:pt x="376808" y="108076"/>
                  </a:lnTo>
                  <a:lnTo>
                    <a:pt x="375666" y="106171"/>
                  </a:lnTo>
                  <a:lnTo>
                    <a:pt x="374269" y="104012"/>
                  </a:lnTo>
                  <a:lnTo>
                    <a:pt x="373379" y="101726"/>
                  </a:lnTo>
                  <a:lnTo>
                    <a:pt x="372872" y="99186"/>
                  </a:lnTo>
                  <a:lnTo>
                    <a:pt x="372237" y="96773"/>
                  </a:lnTo>
                  <a:lnTo>
                    <a:pt x="371094" y="89153"/>
                  </a:lnTo>
                  <a:lnTo>
                    <a:pt x="370713" y="85724"/>
                  </a:lnTo>
                  <a:lnTo>
                    <a:pt x="370506" y="82932"/>
                  </a:lnTo>
                  <a:lnTo>
                    <a:pt x="370403" y="80898"/>
                  </a:lnTo>
                  <a:lnTo>
                    <a:pt x="370509" y="74167"/>
                  </a:lnTo>
                  <a:lnTo>
                    <a:pt x="370586" y="73405"/>
                  </a:lnTo>
                  <a:lnTo>
                    <a:pt x="371258" y="71246"/>
                  </a:lnTo>
                  <a:lnTo>
                    <a:pt x="371855" y="69214"/>
                  </a:lnTo>
                  <a:lnTo>
                    <a:pt x="372999" y="67436"/>
                  </a:lnTo>
                  <a:lnTo>
                    <a:pt x="374396" y="66293"/>
                  </a:lnTo>
                  <a:lnTo>
                    <a:pt x="375793" y="65023"/>
                  </a:lnTo>
                  <a:lnTo>
                    <a:pt x="377951" y="64261"/>
                  </a:lnTo>
                  <a:lnTo>
                    <a:pt x="380746" y="63880"/>
                  </a:lnTo>
                  <a:lnTo>
                    <a:pt x="383286" y="63626"/>
                  </a:lnTo>
                  <a:lnTo>
                    <a:pt x="415770" y="63626"/>
                  </a:lnTo>
                  <a:lnTo>
                    <a:pt x="412376" y="57632"/>
                  </a:lnTo>
                  <a:lnTo>
                    <a:pt x="407543" y="52323"/>
                  </a:lnTo>
                  <a:lnTo>
                    <a:pt x="401728" y="48468"/>
                  </a:lnTo>
                  <a:lnTo>
                    <a:pt x="394938" y="46053"/>
                  </a:lnTo>
                  <a:lnTo>
                    <a:pt x="387147" y="45090"/>
                  </a:lnTo>
                  <a:close/>
                </a:path>
                <a:path w="421640" h="175895">
                  <a:moveTo>
                    <a:pt x="415770" y="63626"/>
                  </a:moveTo>
                  <a:lnTo>
                    <a:pt x="383286" y="63626"/>
                  </a:lnTo>
                  <a:lnTo>
                    <a:pt x="385445" y="63753"/>
                  </a:lnTo>
                  <a:lnTo>
                    <a:pt x="387223" y="64642"/>
                  </a:lnTo>
                  <a:lnTo>
                    <a:pt x="397128" y="99186"/>
                  </a:lnTo>
                  <a:lnTo>
                    <a:pt x="396913" y="101234"/>
                  </a:lnTo>
                  <a:lnTo>
                    <a:pt x="396832" y="101726"/>
                  </a:lnTo>
                  <a:lnTo>
                    <a:pt x="396240" y="103504"/>
                  </a:lnTo>
                  <a:lnTo>
                    <a:pt x="395604" y="105663"/>
                  </a:lnTo>
                  <a:lnTo>
                    <a:pt x="384175" y="111378"/>
                  </a:lnTo>
                  <a:lnTo>
                    <a:pt x="417629" y="111378"/>
                  </a:lnTo>
                  <a:lnTo>
                    <a:pt x="418949" y="108888"/>
                  </a:lnTo>
                  <a:lnTo>
                    <a:pt x="420973" y="101234"/>
                  </a:lnTo>
                  <a:lnTo>
                    <a:pt x="421560" y="93132"/>
                  </a:lnTo>
                  <a:lnTo>
                    <a:pt x="421596" y="92100"/>
                  </a:lnTo>
                  <a:lnTo>
                    <a:pt x="420924" y="82932"/>
                  </a:lnTo>
                  <a:lnTo>
                    <a:pt x="420853" y="82168"/>
                  </a:lnTo>
                  <a:lnTo>
                    <a:pt x="419044" y="72630"/>
                  </a:lnTo>
                  <a:lnTo>
                    <a:pt x="416210" y="64404"/>
                  </a:lnTo>
                  <a:lnTo>
                    <a:pt x="415770" y="63626"/>
                  </a:lnTo>
                  <a:close/>
                </a:path>
                <a:path w="421640" h="175895">
                  <a:moveTo>
                    <a:pt x="262179" y="10602"/>
                  </a:moveTo>
                  <a:lnTo>
                    <a:pt x="226695" y="25145"/>
                  </a:lnTo>
                  <a:lnTo>
                    <a:pt x="220479" y="48468"/>
                  </a:lnTo>
                  <a:lnTo>
                    <a:pt x="221114" y="57949"/>
                  </a:lnTo>
                  <a:lnTo>
                    <a:pt x="240676" y="92100"/>
                  </a:lnTo>
                  <a:lnTo>
                    <a:pt x="255432" y="95390"/>
                  </a:lnTo>
                  <a:lnTo>
                    <a:pt x="264287" y="94868"/>
                  </a:lnTo>
                  <a:lnTo>
                    <a:pt x="292661" y="76961"/>
                  </a:lnTo>
                  <a:lnTo>
                    <a:pt x="259206" y="76961"/>
                  </a:lnTo>
                  <a:lnTo>
                    <a:pt x="256921" y="76707"/>
                  </a:lnTo>
                  <a:lnTo>
                    <a:pt x="255143" y="75818"/>
                  </a:lnTo>
                  <a:lnTo>
                    <a:pt x="253365" y="75056"/>
                  </a:lnTo>
                  <a:lnTo>
                    <a:pt x="251822" y="73628"/>
                  </a:lnTo>
                  <a:lnTo>
                    <a:pt x="249427" y="69595"/>
                  </a:lnTo>
                  <a:lnTo>
                    <a:pt x="248468" y="67436"/>
                  </a:lnTo>
                  <a:lnTo>
                    <a:pt x="248361" y="67055"/>
                  </a:lnTo>
                  <a:lnTo>
                    <a:pt x="247903" y="64769"/>
                  </a:lnTo>
                  <a:lnTo>
                    <a:pt x="247269" y="62356"/>
                  </a:lnTo>
                  <a:lnTo>
                    <a:pt x="246745" y="58800"/>
                  </a:lnTo>
                  <a:lnTo>
                    <a:pt x="246194" y="54326"/>
                  </a:lnTo>
                  <a:lnTo>
                    <a:pt x="245763" y="51307"/>
                  </a:lnTo>
                  <a:lnTo>
                    <a:pt x="245536" y="48468"/>
                  </a:lnTo>
                  <a:lnTo>
                    <a:pt x="245417" y="46053"/>
                  </a:lnTo>
                  <a:lnTo>
                    <a:pt x="245376" y="41401"/>
                  </a:lnTo>
                  <a:lnTo>
                    <a:pt x="245618" y="38861"/>
                  </a:lnTo>
                  <a:lnTo>
                    <a:pt x="246252" y="36956"/>
                  </a:lnTo>
                  <a:lnTo>
                    <a:pt x="247015" y="34797"/>
                  </a:lnTo>
                  <a:lnTo>
                    <a:pt x="248030" y="33019"/>
                  </a:lnTo>
                  <a:lnTo>
                    <a:pt x="249427" y="31876"/>
                  </a:lnTo>
                  <a:lnTo>
                    <a:pt x="250825" y="30606"/>
                  </a:lnTo>
                  <a:lnTo>
                    <a:pt x="252983" y="29844"/>
                  </a:lnTo>
                  <a:lnTo>
                    <a:pt x="255777" y="29463"/>
                  </a:lnTo>
                  <a:lnTo>
                    <a:pt x="258318" y="29082"/>
                  </a:lnTo>
                  <a:lnTo>
                    <a:pt x="290730" y="29082"/>
                  </a:lnTo>
                  <a:lnTo>
                    <a:pt x="287408" y="23215"/>
                  </a:lnTo>
                  <a:lnTo>
                    <a:pt x="282575" y="17906"/>
                  </a:lnTo>
                  <a:lnTo>
                    <a:pt x="276760" y="13995"/>
                  </a:lnTo>
                  <a:lnTo>
                    <a:pt x="269970" y="11572"/>
                  </a:lnTo>
                  <a:lnTo>
                    <a:pt x="262179" y="10602"/>
                  </a:lnTo>
                  <a:close/>
                </a:path>
                <a:path w="421640" h="175895">
                  <a:moveTo>
                    <a:pt x="290730" y="29082"/>
                  </a:moveTo>
                  <a:lnTo>
                    <a:pt x="258318" y="29082"/>
                  </a:lnTo>
                  <a:lnTo>
                    <a:pt x="260476" y="29336"/>
                  </a:lnTo>
                  <a:lnTo>
                    <a:pt x="262254" y="30098"/>
                  </a:lnTo>
                  <a:lnTo>
                    <a:pt x="272120" y="65023"/>
                  </a:lnTo>
                  <a:lnTo>
                    <a:pt x="271947" y="66674"/>
                  </a:lnTo>
                  <a:lnTo>
                    <a:pt x="268097" y="74167"/>
                  </a:lnTo>
                  <a:lnTo>
                    <a:pt x="266573" y="75437"/>
                  </a:lnTo>
                  <a:lnTo>
                    <a:pt x="264414" y="76326"/>
                  </a:lnTo>
                  <a:lnTo>
                    <a:pt x="261874" y="76580"/>
                  </a:lnTo>
                  <a:lnTo>
                    <a:pt x="259206" y="76961"/>
                  </a:lnTo>
                  <a:lnTo>
                    <a:pt x="292661" y="76961"/>
                  </a:lnTo>
                  <a:lnTo>
                    <a:pt x="293981" y="74471"/>
                  </a:lnTo>
                  <a:lnTo>
                    <a:pt x="295942" y="67055"/>
                  </a:lnTo>
                  <a:lnTo>
                    <a:pt x="296065" y="65988"/>
                  </a:lnTo>
                  <a:lnTo>
                    <a:pt x="296531" y="59562"/>
                  </a:lnTo>
                  <a:lnTo>
                    <a:pt x="296624" y="57632"/>
                  </a:lnTo>
                  <a:lnTo>
                    <a:pt x="295953" y="48468"/>
                  </a:lnTo>
                  <a:lnTo>
                    <a:pt x="295861" y="47624"/>
                  </a:lnTo>
                  <a:lnTo>
                    <a:pt x="294076" y="38213"/>
                  </a:lnTo>
                  <a:lnTo>
                    <a:pt x="291281" y="30098"/>
                  </a:lnTo>
                  <a:lnTo>
                    <a:pt x="291161" y="29844"/>
                  </a:lnTo>
                  <a:lnTo>
                    <a:pt x="290730" y="290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792979" y="2193035"/>
              <a:ext cx="975994" cy="3425825"/>
            </a:xfrm>
            <a:custGeom>
              <a:avLst/>
              <a:gdLst/>
              <a:ahLst/>
              <a:cxnLst/>
              <a:rect l="l" t="t" r="r" b="b"/>
              <a:pathLst>
                <a:path w="975995" h="3425825">
                  <a:moveTo>
                    <a:pt x="885638" y="3396866"/>
                  </a:moveTo>
                  <a:lnTo>
                    <a:pt x="882777" y="3425355"/>
                  </a:lnTo>
                  <a:lnTo>
                    <a:pt x="953114" y="3398532"/>
                  </a:lnTo>
                  <a:lnTo>
                    <a:pt x="897890" y="3398532"/>
                  </a:lnTo>
                  <a:lnTo>
                    <a:pt x="885638" y="3396866"/>
                  </a:lnTo>
                  <a:close/>
                </a:path>
                <a:path w="975995" h="3425825">
                  <a:moveTo>
                    <a:pt x="887616" y="3377175"/>
                  </a:moveTo>
                  <a:lnTo>
                    <a:pt x="885638" y="3396866"/>
                  </a:lnTo>
                  <a:lnTo>
                    <a:pt x="897890" y="3398532"/>
                  </a:lnTo>
                  <a:lnTo>
                    <a:pt x="900557" y="3378835"/>
                  </a:lnTo>
                  <a:lnTo>
                    <a:pt x="887616" y="3377175"/>
                  </a:lnTo>
                  <a:close/>
                </a:path>
                <a:path w="975995" h="3425825">
                  <a:moveTo>
                    <a:pt x="890397" y="3349498"/>
                  </a:moveTo>
                  <a:lnTo>
                    <a:pt x="887616" y="3377175"/>
                  </a:lnTo>
                  <a:lnTo>
                    <a:pt x="900557" y="3378835"/>
                  </a:lnTo>
                  <a:lnTo>
                    <a:pt x="897890" y="3398532"/>
                  </a:lnTo>
                  <a:lnTo>
                    <a:pt x="953114" y="3398532"/>
                  </a:lnTo>
                  <a:lnTo>
                    <a:pt x="962406" y="3394989"/>
                  </a:lnTo>
                  <a:lnTo>
                    <a:pt x="890397" y="3349498"/>
                  </a:lnTo>
                  <a:close/>
                </a:path>
                <a:path w="975995" h="3425825">
                  <a:moveTo>
                    <a:pt x="974598" y="0"/>
                  </a:moveTo>
                  <a:lnTo>
                    <a:pt x="929386" y="2539"/>
                  </a:lnTo>
                  <a:lnTo>
                    <a:pt x="883158" y="9778"/>
                  </a:lnTo>
                  <a:lnTo>
                    <a:pt x="837311" y="21971"/>
                  </a:lnTo>
                  <a:lnTo>
                    <a:pt x="791718" y="38608"/>
                  </a:lnTo>
                  <a:lnTo>
                    <a:pt x="746506" y="59689"/>
                  </a:lnTo>
                  <a:lnTo>
                    <a:pt x="701929" y="84962"/>
                  </a:lnTo>
                  <a:lnTo>
                    <a:pt x="657987" y="114300"/>
                  </a:lnTo>
                  <a:lnTo>
                    <a:pt x="614680" y="147447"/>
                  </a:lnTo>
                  <a:lnTo>
                    <a:pt x="572135" y="184403"/>
                  </a:lnTo>
                  <a:lnTo>
                    <a:pt x="530479" y="224916"/>
                  </a:lnTo>
                  <a:lnTo>
                    <a:pt x="489712" y="268859"/>
                  </a:lnTo>
                  <a:lnTo>
                    <a:pt x="450088" y="315975"/>
                  </a:lnTo>
                  <a:lnTo>
                    <a:pt x="411480" y="366140"/>
                  </a:lnTo>
                  <a:lnTo>
                    <a:pt x="374015" y="419353"/>
                  </a:lnTo>
                  <a:lnTo>
                    <a:pt x="337820" y="475234"/>
                  </a:lnTo>
                  <a:lnTo>
                    <a:pt x="303022" y="533780"/>
                  </a:lnTo>
                  <a:lnTo>
                    <a:pt x="269621" y="594867"/>
                  </a:lnTo>
                  <a:lnTo>
                    <a:pt x="237744" y="658113"/>
                  </a:lnTo>
                  <a:lnTo>
                    <a:pt x="207518" y="723646"/>
                  </a:lnTo>
                  <a:lnTo>
                    <a:pt x="178943" y="791210"/>
                  </a:lnTo>
                  <a:lnTo>
                    <a:pt x="152146" y="860551"/>
                  </a:lnTo>
                  <a:lnTo>
                    <a:pt x="127254" y="931544"/>
                  </a:lnTo>
                  <a:lnTo>
                    <a:pt x="104267" y="1004315"/>
                  </a:lnTo>
                  <a:lnTo>
                    <a:pt x="83312" y="1078356"/>
                  </a:lnTo>
                  <a:lnTo>
                    <a:pt x="64516" y="1153540"/>
                  </a:lnTo>
                  <a:lnTo>
                    <a:pt x="48006" y="1229994"/>
                  </a:lnTo>
                  <a:lnTo>
                    <a:pt x="33655" y="1307211"/>
                  </a:lnTo>
                  <a:lnTo>
                    <a:pt x="21844" y="1385315"/>
                  </a:lnTo>
                  <a:lnTo>
                    <a:pt x="12319" y="1463928"/>
                  </a:lnTo>
                  <a:lnTo>
                    <a:pt x="5587" y="1543177"/>
                  </a:lnTo>
                  <a:lnTo>
                    <a:pt x="1397" y="1622678"/>
                  </a:lnTo>
                  <a:lnTo>
                    <a:pt x="0" y="1702308"/>
                  </a:lnTo>
                  <a:lnTo>
                    <a:pt x="1397" y="1782064"/>
                  </a:lnTo>
                  <a:lnTo>
                    <a:pt x="5461" y="1861565"/>
                  </a:lnTo>
                  <a:lnTo>
                    <a:pt x="12192" y="1940559"/>
                  </a:lnTo>
                  <a:lnTo>
                    <a:pt x="21462" y="2019300"/>
                  </a:lnTo>
                  <a:lnTo>
                    <a:pt x="33147" y="2097405"/>
                  </a:lnTo>
                  <a:lnTo>
                    <a:pt x="47244" y="2174747"/>
                  </a:lnTo>
                  <a:lnTo>
                    <a:pt x="63500" y="2251075"/>
                  </a:lnTo>
                  <a:lnTo>
                    <a:pt x="82169" y="2326259"/>
                  </a:lnTo>
                  <a:lnTo>
                    <a:pt x="102743" y="2400300"/>
                  </a:lnTo>
                  <a:lnTo>
                    <a:pt x="125475" y="2472944"/>
                  </a:lnTo>
                  <a:lnTo>
                    <a:pt x="149987" y="2544064"/>
                  </a:lnTo>
                  <a:lnTo>
                    <a:pt x="176530" y="2613406"/>
                  </a:lnTo>
                  <a:lnTo>
                    <a:pt x="204597" y="2680843"/>
                  </a:lnTo>
                  <a:lnTo>
                    <a:pt x="234442" y="2746502"/>
                  </a:lnTo>
                  <a:lnTo>
                    <a:pt x="265938" y="2809747"/>
                  </a:lnTo>
                  <a:lnTo>
                    <a:pt x="298831" y="2870835"/>
                  </a:lnTo>
                  <a:lnTo>
                    <a:pt x="333248" y="2929255"/>
                  </a:lnTo>
                  <a:lnTo>
                    <a:pt x="368808" y="2985262"/>
                  </a:lnTo>
                  <a:lnTo>
                    <a:pt x="405765" y="3038347"/>
                  </a:lnTo>
                  <a:lnTo>
                    <a:pt x="443865" y="3088513"/>
                  </a:lnTo>
                  <a:lnTo>
                    <a:pt x="482981" y="3135629"/>
                  </a:lnTo>
                  <a:lnTo>
                    <a:pt x="523113" y="3179572"/>
                  </a:lnTo>
                  <a:lnTo>
                    <a:pt x="564134" y="3220085"/>
                  </a:lnTo>
                  <a:lnTo>
                    <a:pt x="606044" y="3257041"/>
                  </a:lnTo>
                  <a:lnTo>
                    <a:pt x="648716" y="3290189"/>
                  </a:lnTo>
                  <a:lnTo>
                    <a:pt x="692023" y="3319526"/>
                  </a:lnTo>
                  <a:lnTo>
                    <a:pt x="735965" y="3344799"/>
                  </a:lnTo>
                  <a:lnTo>
                    <a:pt x="780542" y="3365880"/>
                  </a:lnTo>
                  <a:lnTo>
                    <a:pt x="825373" y="3382645"/>
                  </a:lnTo>
                  <a:lnTo>
                    <a:pt x="870712" y="3394837"/>
                  </a:lnTo>
                  <a:lnTo>
                    <a:pt x="885638" y="3396866"/>
                  </a:lnTo>
                  <a:lnTo>
                    <a:pt x="887616" y="3377175"/>
                  </a:lnTo>
                  <a:lnTo>
                    <a:pt x="875792" y="3375660"/>
                  </a:lnTo>
                  <a:lnTo>
                    <a:pt x="832358" y="3364103"/>
                  </a:lnTo>
                  <a:lnTo>
                    <a:pt x="789051" y="3348101"/>
                  </a:lnTo>
                  <a:lnTo>
                    <a:pt x="745871" y="3327654"/>
                  </a:lnTo>
                  <a:lnTo>
                    <a:pt x="703199" y="3303016"/>
                  </a:lnTo>
                  <a:lnTo>
                    <a:pt x="660908" y="3274567"/>
                  </a:lnTo>
                  <a:lnTo>
                    <a:pt x="619252" y="3242055"/>
                  </a:lnTo>
                  <a:lnTo>
                    <a:pt x="578104" y="3205861"/>
                  </a:lnTo>
                  <a:lnTo>
                    <a:pt x="537718" y="3166237"/>
                  </a:lnTo>
                  <a:lnTo>
                    <a:pt x="498221" y="3123057"/>
                  </a:lnTo>
                  <a:lnTo>
                    <a:pt x="459613" y="3076575"/>
                  </a:lnTo>
                  <a:lnTo>
                    <a:pt x="422021" y="3027172"/>
                  </a:lnTo>
                  <a:lnTo>
                    <a:pt x="385572" y="2974594"/>
                  </a:lnTo>
                  <a:lnTo>
                    <a:pt x="350266" y="2919222"/>
                  </a:lnTo>
                  <a:lnTo>
                    <a:pt x="316230" y="2861310"/>
                  </a:lnTo>
                  <a:lnTo>
                    <a:pt x="283718" y="2800985"/>
                  </a:lnTo>
                  <a:lnTo>
                    <a:pt x="252475" y="2738247"/>
                  </a:lnTo>
                  <a:lnTo>
                    <a:pt x="222885" y="2673350"/>
                  </a:lnTo>
                  <a:lnTo>
                    <a:pt x="194945" y="2606294"/>
                  </a:lnTo>
                  <a:lnTo>
                    <a:pt x="168656" y="2537587"/>
                  </a:lnTo>
                  <a:lnTo>
                    <a:pt x="144272" y="2467102"/>
                  </a:lnTo>
                  <a:lnTo>
                    <a:pt x="121793" y="2394966"/>
                  </a:lnTo>
                  <a:lnTo>
                    <a:pt x="101346" y="2321560"/>
                  </a:lnTo>
                  <a:lnTo>
                    <a:pt x="82931" y="2246884"/>
                  </a:lnTo>
                  <a:lnTo>
                    <a:pt x="66675" y="2171191"/>
                  </a:lnTo>
                  <a:lnTo>
                    <a:pt x="52705" y="2094483"/>
                  </a:lnTo>
                  <a:lnTo>
                    <a:pt x="41148" y="2017014"/>
                  </a:lnTo>
                  <a:lnTo>
                    <a:pt x="32004" y="1938908"/>
                  </a:lnTo>
                  <a:lnTo>
                    <a:pt x="25273" y="1860422"/>
                  </a:lnTo>
                  <a:lnTo>
                    <a:pt x="21082" y="1781683"/>
                  </a:lnTo>
                  <a:lnTo>
                    <a:pt x="19812" y="1702689"/>
                  </a:lnTo>
                  <a:lnTo>
                    <a:pt x="21209" y="1623695"/>
                  </a:lnTo>
                  <a:lnTo>
                    <a:pt x="25273" y="1544827"/>
                  </a:lnTo>
                  <a:lnTo>
                    <a:pt x="32004" y="1466341"/>
                  </a:lnTo>
                  <a:lnTo>
                    <a:pt x="41402" y="1388237"/>
                  </a:lnTo>
                  <a:lnTo>
                    <a:pt x="53212" y="1310766"/>
                  </a:lnTo>
                  <a:lnTo>
                    <a:pt x="67310" y="1234186"/>
                  </a:lnTo>
                  <a:lnTo>
                    <a:pt x="83693" y="1158366"/>
                  </a:lnTo>
                  <a:lnTo>
                    <a:pt x="102362" y="1083690"/>
                  </a:lnTo>
                  <a:lnTo>
                    <a:pt x="123190" y="1010285"/>
                  </a:lnTo>
                  <a:lnTo>
                    <a:pt x="145923" y="938149"/>
                  </a:lnTo>
                  <a:lnTo>
                    <a:pt x="170561" y="867663"/>
                  </a:lnTo>
                  <a:lnTo>
                    <a:pt x="197104" y="798956"/>
                  </a:lnTo>
                  <a:lnTo>
                    <a:pt x="225552" y="731901"/>
                  </a:lnTo>
                  <a:lnTo>
                    <a:pt x="255397" y="667003"/>
                  </a:lnTo>
                  <a:lnTo>
                    <a:pt x="287020" y="604392"/>
                  </a:lnTo>
                  <a:lnTo>
                    <a:pt x="320040" y="543940"/>
                  </a:lnTo>
                  <a:lnTo>
                    <a:pt x="354457" y="486028"/>
                  </a:lnTo>
                  <a:lnTo>
                    <a:pt x="390271" y="430656"/>
                  </a:lnTo>
                  <a:lnTo>
                    <a:pt x="427100" y="378205"/>
                  </a:lnTo>
                  <a:lnTo>
                    <a:pt x="465200" y="328675"/>
                  </a:lnTo>
                  <a:lnTo>
                    <a:pt x="504317" y="282321"/>
                  </a:lnTo>
                  <a:lnTo>
                    <a:pt x="544322" y="239140"/>
                  </a:lnTo>
                  <a:lnTo>
                    <a:pt x="585089" y="199389"/>
                  </a:lnTo>
                  <a:lnTo>
                    <a:pt x="626745" y="163194"/>
                  </a:lnTo>
                  <a:lnTo>
                    <a:pt x="669036" y="130683"/>
                  </a:lnTo>
                  <a:lnTo>
                    <a:pt x="711708" y="102235"/>
                  </a:lnTo>
                  <a:lnTo>
                    <a:pt x="755015" y="77597"/>
                  </a:lnTo>
                  <a:lnTo>
                    <a:pt x="798576" y="57150"/>
                  </a:lnTo>
                  <a:lnTo>
                    <a:pt x="842391" y="41148"/>
                  </a:lnTo>
                  <a:lnTo>
                    <a:pt x="886333" y="29463"/>
                  </a:lnTo>
                  <a:lnTo>
                    <a:pt x="930529" y="22225"/>
                  </a:lnTo>
                  <a:lnTo>
                    <a:pt x="975741" y="19812"/>
                  </a:lnTo>
                  <a:lnTo>
                    <a:pt x="97459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6004814" y="62299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18428" y="6158626"/>
            <a:ext cx="162433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45" b="1" i="1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504990" y="6217215"/>
            <a:ext cx="432434" cy="29400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020826"/>
            <a:ext cx="798131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 marR="5080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0">
                <a:latin typeface="FreeSerif"/>
                <a:cs typeface="FreeSerif"/>
              </a:rPr>
              <a:t>Re-replicates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chunk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20">
                <a:latin typeface="FreeSerif"/>
                <a:cs typeface="FreeSerif"/>
              </a:rPr>
              <a:t>when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the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number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-30">
                <a:latin typeface="FreeSerif"/>
                <a:cs typeface="FreeSerif"/>
              </a:rPr>
              <a:t>of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available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replicas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falls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below  </a:t>
            </a:r>
            <a:r>
              <a:rPr dirty="0" sz="2000" spc="105">
                <a:latin typeface="FreeSerif"/>
                <a:cs typeface="FreeSerif"/>
              </a:rPr>
              <a:t>a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user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40">
                <a:latin typeface="FreeSerif"/>
                <a:cs typeface="FreeSerif"/>
              </a:rPr>
              <a:t>specified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goal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(default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3)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3602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85">
                <a:solidFill>
                  <a:srgbClr val="0E1745"/>
                </a:solidFill>
              </a:rPr>
              <a:t>Re-replication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826008" y="2133600"/>
            <a:ext cx="1442085" cy="675640"/>
          </a:xfrm>
          <a:custGeom>
            <a:avLst/>
            <a:gdLst/>
            <a:ahLst/>
            <a:cxnLst/>
            <a:rect l="l" t="t" r="r" b="b"/>
            <a:pathLst>
              <a:path w="1442085" h="675639">
                <a:moveTo>
                  <a:pt x="1441704" y="0"/>
                </a:moveTo>
                <a:lnTo>
                  <a:pt x="0" y="0"/>
                </a:lnTo>
                <a:lnTo>
                  <a:pt x="0" y="675132"/>
                </a:lnTo>
                <a:lnTo>
                  <a:pt x="1441704" y="675132"/>
                </a:lnTo>
                <a:lnTo>
                  <a:pt x="144170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6008" y="2133600"/>
            <a:ext cx="1442085" cy="67564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5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008" y="28087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2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55385" y="1639061"/>
            <a:ext cx="2400300" cy="1126490"/>
            <a:chOff x="5755385" y="1639061"/>
            <a:chExt cx="2400300" cy="1126490"/>
          </a:xfrm>
        </p:grpSpPr>
        <p:sp>
          <p:nvSpPr>
            <p:cNvPr id="8" name="object 8"/>
            <p:cNvSpPr/>
            <p:nvPr/>
          </p:nvSpPr>
          <p:spPr>
            <a:xfrm>
              <a:off x="5755385" y="16390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30823" y="1961387"/>
              <a:ext cx="2286000" cy="691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5755385" y="16390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48273" y="3178810"/>
            <a:ext cx="2413000" cy="886460"/>
            <a:chOff x="5748273" y="3178810"/>
            <a:chExt cx="2413000" cy="886460"/>
          </a:xfrm>
        </p:grpSpPr>
        <p:sp>
          <p:nvSpPr>
            <p:cNvPr id="12" name="object 12"/>
            <p:cNvSpPr/>
            <p:nvPr/>
          </p:nvSpPr>
          <p:spPr>
            <a:xfrm>
              <a:off x="5754624" y="3185159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54623" y="3185160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30823" y="3517392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004814" y="323642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4990" y="3212338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48273" y="4160265"/>
            <a:ext cx="2413000" cy="886460"/>
            <a:chOff x="5748273" y="4160265"/>
            <a:chExt cx="2413000" cy="886460"/>
          </a:xfrm>
        </p:grpSpPr>
        <p:sp>
          <p:nvSpPr>
            <p:cNvPr id="18" name="object 18"/>
            <p:cNvSpPr/>
            <p:nvPr/>
          </p:nvSpPr>
          <p:spPr>
            <a:xfrm>
              <a:off x="5754624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9268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54623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30823" y="4498847"/>
              <a:ext cx="2286000" cy="5013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004814" y="421940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4990" y="4195317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48273" y="5143246"/>
            <a:ext cx="2413000" cy="886460"/>
            <a:chOff x="5748273" y="5143246"/>
            <a:chExt cx="2413000" cy="886460"/>
          </a:xfrm>
        </p:grpSpPr>
        <p:sp>
          <p:nvSpPr>
            <p:cNvPr id="24" name="object 24"/>
            <p:cNvSpPr/>
            <p:nvPr/>
          </p:nvSpPr>
          <p:spPr>
            <a:xfrm>
              <a:off x="5754624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754623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30823" y="5481828"/>
              <a:ext cx="2286000" cy="5013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004814" y="520238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04990" y="5178297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38800" y="4098035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18428" y="4125595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312877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3155391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509473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5122291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38800" y="6121908"/>
            <a:ext cx="2522220" cy="742315"/>
            <a:chOff x="5638800" y="6121908"/>
            <a:chExt cx="2522220" cy="742315"/>
          </a:xfrm>
        </p:grpSpPr>
        <p:sp>
          <p:nvSpPr>
            <p:cNvPr id="36" name="object 36"/>
            <p:cNvSpPr/>
            <p:nvPr/>
          </p:nvSpPr>
          <p:spPr>
            <a:xfrm>
              <a:off x="5754624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681228"/>
                  </a:lnTo>
                  <a:lnTo>
                    <a:pt x="2400300" y="681228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754623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681226"/>
                  </a:moveTo>
                  <a:lnTo>
                    <a:pt x="2400300" y="0"/>
                  </a:lnTo>
                  <a:lnTo>
                    <a:pt x="0" y="0"/>
                  </a:lnTo>
                  <a:lnTo>
                    <a:pt x="0" y="68122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830823" y="6509004"/>
              <a:ext cx="2286000" cy="3489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38800" y="6121908"/>
              <a:ext cx="1905000" cy="307975"/>
            </a:xfrm>
            <a:custGeom>
              <a:avLst/>
              <a:gdLst/>
              <a:ahLst/>
              <a:cxnLst/>
              <a:rect l="l" t="t" r="r" b="b"/>
              <a:pathLst>
                <a:path w="1905000" h="307975">
                  <a:moveTo>
                    <a:pt x="1905000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1905000" y="307847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2099310" y="1729166"/>
            <a:ext cx="2030095" cy="1150620"/>
            <a:chOff x="2099310" y="1729166"/>
            <a:chExt cx="2030095" cy="1150620"/>
          </a:xfrm>
        </p:grpSpPr>
        <p:sp>
          <p:nvSpPr>
            <p:cNvPr id="41" name="object 41"/>
            <p:cNvSpPr/>
            <p:nvPr/>
          </p:nvSpPr>
          <p:spPr>
            <a:xfrm>
              <a:off x="2112264" y="2660777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242" y="0"/>
                  </a:moveTo>
                  <a:lnTo>
                    <a:pt x="19127" y="2452"/>
                  </a:lnTo>
                  <a:lnTo>
                    <a:pt x="9191" y="9144"/>
                  </a:lnTo>
                  <a:lnTo>
                    <a:pt x="2470" y="19073"/>
                  </a:lnTo>
                  <a:lnTo>
                    <a:pt x="0" y="31242"/>
                  </a:lnTo>
                  <a:lnTo>
                    <a:pt x="2470" y="43410"/>
                  </a:lnTo>
                  <a:lnTo>
                    <a:pt x="9191" y="53339"/>
                  </a:lnTo>
                  <a:lnTo>
                    <a:pt x="19127" y="60031"/>
                  </a:lnTo>
                  <a:lnTo>
                    <a:pt x="31242" y="62484"/>
                  </a:lnTo>
                  <a:lnTo>
                    <a:pt x="43410" y="60031"/>
                  </a:lnTo>
                  <a:lnTo>
                    <a:pt x="53339" y="53340"/>
                  </a:lnTo>
                  <a:lnTo>
                    <a:pt x="60031" y="43410"/>
                  </a:lnTo>
                  <a:lnTo>
                    <a:pt x="62484" y="31242"/>
                  </a:lnTo>
                  <a:lnTo>
                    <a:pt x="60031" y="19073"/>
                  </a:lnTo>
                  <a:lnTo>
                    <a:pt x="53340" y="9144"/>
                  </a:lnTo>
                  <a:lnTo>
                    <a:pt x="43410" y="2452"/>
                  </a:lnTo>
                  <a:lnTo>
                    <a:pt x="3124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98878" y="2589402"/>
              <a:ext cx="124968" cy="1249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69125" y="1742120"/>
              <a:ext cx="1647189" cy="1124585"/>
            </a:xfrm>
            <a:custGeom>
              <a:avLst/>
              <a:gdLst/>
              <a:ahLst/>
              <a:cxnLst/>
              <a:rect l="l" t="t" r="r" b="b"/>
              <a:pathLst>
                <a:path w="1647189" h="1124585">
                  <a:moveTo>
                    <a:pt x="993905" y="0"/>
                  </a:moveTo>
                  <a:lnTo>
                    <a:pt x="952190" y="7669"/>
                  </a:lnTo>
                  <a:lnTo>
                    <a:pt x="913904" y="24896"/>
                  </a:lnTo>
                  <a:lnTo>
                    <a:pt x="881171" y="51027"/>
                  </a:lnTo>
                  <a:lnTo>
                    <a:pt x="856115" y="85409"/>
                  </a:lnTo>
                  <a:lnTo>
                    <a:pt x="845268" y="76154"/>
                  </a:lnTo>
                  <a:lnTo>
                    <a:pt x="808871" y="53151"/>
                  </a:lnTo>
                  <a:lnTo>
                    <a:pt x="765222" y="37211"/>
                  </a:lnTo>
                  <a:lnTo>
                    <a:pt x="720288" y="31094"/>
                  </a:lnTo>
                  <a:lnTo>
                    <a:pt x="675719" y="34330"/>
                  </a:lnTo>
                  <a:lnTo>
                    <a:pt x="633171" y="46448"/>
                  </a:lnTo>
                  <a:lnTo>
                    <a:pt x="594294" y="66977"/>
                  </a:lnTo>
                  <a:lnTo>
                    <a:pt x="560743" y="95446"/>
                  </a:lnTo>
                  <a:lnTo>
                    <a:pt x="534170" y="131383"/>
                  </a:lnTo>
                  <a:lnTo>
                    <a:pt x="495447" y="114171"/>
                  </a:lnTo>
                  <a:lnTo>
                    <a:pt x="454509" y="103221"/>
                  </a:lnTo>
                  <a:lnTo>
                    <a:pt x="412190" y="98701"/>
                  </a:lnTo>
                  <a:lnTo>
                    <a:pt x="369324" y="100776"/>
                  </a:lnTo>
                  <a:lnTo>
                    <a:pt x="318674" y="112085"/>
                  </a:lnTo>
                  <a:lnTo>
                    <a:pt x="272853" y="131953"/>
                  </a:lnTo>
                  <a:lnTo>
                    <a:pt x="232751" y="159295"/>
                  </a:lnTo>
                  <a:lnTo>
                    <a:pt x="199255" y="193026"/>
                  </a:lnTo>
                  <a:lnTo>
                    <a:pt x="173254" y="232061"/>
                  </a:lnTo>
                  <a:lnTo>
                    <a:pt x="155636" y="275316"/>
                  </a:lnTo>
                  <a:lnTo>
                    <a:pt x="147291" y="321705"/>
                  </a:lnTo>
                  <a:lnTo>
                    <a:pt x="149106" y="370143"/>
                  </a:lnTo>
                  <a:lnTo>
                    <a:pt x="147709" y="373572"/>
                  </a:lnTo>
                  <a:lnTo>
                    <a:pt x="109666" y="381579"/>
                  </a:lnTo>
                  <a:lnTo>
                    <a:pt x="45392" y="420310"/>
                  </a:lnTo>
                  <a:lnTo>
                    <a:pt x="2684" y="495598"/>
                  </a:lnTo>
                  <a:lnTo>
                    <a:pt x="0" y="543353"/>
                  </a:lnTo>
                  <a:lnTo>
                    <a:pt x="12817" y="589176"/>
                  </a:lnTo>
                  <a:lnTo>
                    <a:pt x="40156" y="629585"/>
                  </a:lnTo>
                  <a:lnTo>
                    <a:pt x="81034" y="661100"/>
                  </a:lnTo>
                  <a:lnTo>
                    <a:pt x="59313" y="688012"/>
                  </a:lnTo>
                  <a:lnTo>
                    <a:pt x="44521" y="718282"/>
                  </a:lnTo>
                  <a:lnTo>
                    <a:pt x="37064" y="750790"/>
                  </a:lnTo>
                  <a:lnTo>
                    <a:pt x="37346" y="784417"/>
                  </a:lnTo>
                  <a:lnTo>
                    <a:pt x="51865" y="831839"/>
                  </a:lnTo>
                  <a:lnTo>
                    <a:pt x="80595" y="871275"/>
                  </a:lnTo>
                  <a:lnTo>
                    <a:pt x="120492" y="900500"/>
                  </a:lnTo>
                  <a:lnTo>
                    <a:pt x="168515" y="917290"/>
                  </a:lnTo>
                  <a:lnTo>
                    <a:pt x="221623" y="919418"/>
                  </a:lnTo>
                  <a:lnTo>
                    <a:pt x="224798" y="924371"/>
                  </a:lnTo>
                  <a:lnTo>
                    <a:pt x="252678" y="960679"/>
                  </a:lnTo>
                  <a:lnTo>
                    <a:pt x="285548" y="991520"/>
                  </a:lnTo>
                  <a:lnTo>
                    <a:pt x="322578" y="1016701"/>
                  </a:lnTo>
                  <a:lnTo>
                    <a:pt x="362935" y="1036028"/>
                  </a:lnTo>
                  <a:lnTo>
                    <a:pt x="405789" y="1049308"/>
                  </a:lnTo>
                  <a:lnTo>
                    <a:pt x="450307" y="1056347"/>
                  </a:lnTo>
                  <a:lnTo>
                    <a:pt x="495659" y="1056951"/>
                  </a:lnTo>
                  <a:lnTo>
                    <a:pt x="541013" y="1050928"/>
                  </a:lnTo>
                  <a:lnTo>
                    <a:pt x="585539" y="1038084"/>
                  </a:lnTo>
                  <a:lnTo>
                    <a:pt x="628404" y="1018224"/>
                  </a:lnTo>
                  <a:lnTo>
                    <a:pt x="656137" y="1050518"/>
                  </a:lnTo>
                  <a:lnTo>
                    <a:pt x="689110" y="1077692"/>
                  </a:lnTo>
                  <a:lnTo>
                    <a:pt x="726559" y="1099199"/>
                  </a:lnTo>
                  <a:lnTo>
                    <a:pt x="767723" y="1114490"/>
                  </a:lnTo>
                  <a:lnTo>
                    <a:pt x="813193" y="1123310"/>
                  </a:lnTo>
                  <a:lnTo>
                    <a:pt x="858321" y="1124419"/>
                  </a:lnTo>
                  <a:lnTo>
                    <a:pt x="902202" y="1118272"/>
                  </a:lnTo>
                  <a:lnTo>
                    <a:pt x="943928" y="1105323"/>
                  </a:lnTo>
                  <a:lnTo>
                    <a:pt x="982593" y="1086028"/>
                  </a:lnTo>
                  <a:lnTo>
                    <a:pt x="1017292" y="1060840"/>
                  </a:lnTo>
                  <a:lnTo>
                    <a:pt x="1047117" y="1030215"/>
                  </a:lnTo>
                  <a:lnTo>
                    <a:pt x="1071164" y="994607"/>
                  </a:lnTo>
                  <a:lnTo>
                    <a:pt x="1088525" y="954470"/>
                  </a:lnTo>
                  <a:lnTo>
                    <a:pt x="1115288" y="967688"/>
                  </a:lnTo>
                  <a:lnTo>
                    <a:pt x="1143659" y="977346"/>
                  </a:lnTo>
                  <a:lnTo>
                    <a:pt x="1173196" y="983313"/>
                  </a:lnTo>
                  <a:lnTo>
                    <a:pt x="1203460" y="985458"/>
                  </a:lnTo>
                  <a:lnTo>
                    <a:pt x="1254026" y="980461"/>
                  </a:lnTo>
                  <a:lnTo>
                    <a:pt x="1300547" y="965415"/>
                  </a:lnTo>
                  <a:lnTo>
                    <a:pt x="1341683" y="941548"/>
                  </a:lnTo>
                  <a:lnTo>
                    <a:pt x="1376094" y="910085"/>
                  </a:lnTo>
                  <a:lnTo>
                    <a:pt x="1402440" y="872252"/>
                  </a:lnTo>
                  <a:lnTo>
                    <a:pt x="1419383" y="829277"/>
                  </a:lnTo>
                  <a:lnTo>
                    <a:pt x="1425583" y="782385"/>
                  </a:lnTo>
                  <a:lnTo>
                    <a:pt x="1458045" y="776057"/>
                  </a:lnTo>
                  <a:lnTo>
                    <a:pt x="1518826" y="752257"/>
                  </a:lnTo>
                  <a:lnTo>
                    <a:pt x="1584410" y="701797"/>
                  </a:lnTo>
                  <a:lnTo>
                    <a:pt x="1613664" y="663247"/>
                  </a:lnTo>
                  <a:lnTo>
                    <a:pt x="1633931" y="620846"/>
                  </a:lnTo>
                  <a:lnTo>
                    <a:pt x="1645023" y="575947"/>
                  </a:lnTo>
                  <a:lnTo>
                    <a:pt x="1646750" y="529905"/>
                  </a:lnTo>
                  <a:lnTo>
                    <a:pt x="1638925" y="484074"/>
                  </a:lnTo>
                  <a:lnTo>
                    <a:pt x="1621357" y="439809"/>
                  </a:lnTo>
                  <a:lnTo>
                    <a:pt x="1593858" y="398464"/>
                  </a:lnTo>
                  <a:lnTo>
                    <a:pt x="1596503" y="392396"/>
                  </a:lnTo>
                  <a:lnTo>
                    <a:pt x="1598922" y="386209"/>
                  </a:lnTo>
                  <a:lnTo>
                    <a:pt x="1603129" y="373572"/>
                  </a:lnTo>
                  <a:lnTo>
                    <a:pt x="1610184" y="330387"/>
                  </a:lnTo>
                  <a:lnTo>
                    <a:pt x="1606664" y="288197"/>
                  </a:lnTo>
                  <a:lnTo>
                    <a:pt x="1593425" y="248402"/>
                  </a:lnTo>
                  <a:lnTo>
                    <a:pt x="1571322" y="212402"/>
                  </a:lnTo>
                  <a:lnTo>
                    <a:pt x="1541210" y="181595"/>
                  </a:lnTo>
                  <a:lnTo>
                    <a:pt x="1503944" y="157382"/>
                  </a:lnTo>
                  <a:lnTo>
                    <a:pt x="1460381" y="141162"/>
                  </a:lnTo>
                  <a:lnTo>
                    <a:pt x="1452030" y="112516"/>
                  </a:lnTo>
                  <a:lnTo>
                    <a:pt x="1420519" y="61652"/>
                  </a:lnTo>
                  <a:lnTo>
                    <a:pt x="1356211" y="15783"/>
                  </a:lnTo>
                  <a:lnTo>
                    <a:pt x="1310412" y="2488"/>
                  </a:lnTo>
                  <a:lnTo>
                    <a:pt x="1263118" y="510"/>
                  </a:lnTo>
                  <a:lnTo>
                    <a:pt x="1216818" y="9666"/>
                  </a:lnTo>
                  <a:lnTo>
                    <a:pt x="1174004" y="29772"/>
                  </a:lnTo>
                  <a:lnTo>
                    <a:pt x="1137166" y="60644"/>
                  </a:lnTo>
                  <a:lnTo>
                    <a:pt x="1124811" y="47159"/>
                  </a:lnTo>
                  <a:lnTo>
                    <a:pt x="1110908" y="35149"/>
                  </a:lnTo>
                  <a:lnTo>
                    <a:pt x="1095625" y="24711"/>
                  </a:lnTo>
                  <a:lnTo>
                    <a:pt x="1079127" y="15940"/>
                  </a:lnTo>
                  <a:lnTo>
                    <a:pt x="1036925" y="2539"/>
                  </a:lnTo>
                  <a:lnTo>
                    <a:pt x="99390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344547" y="2497836"/>
              <a:ext cx="187451" cy="1874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69125" y="1742120"/>
              <a:ext cx="1647189" cy="1124585"/>
            </a:xfrm>
            <a:custGeom>
              <a:avLst/>
              <a:gdLst/>
              <a:ahLst/>
              <a:cxnLst/>
              <a:rect l="l" t="t" r="r" b="b"/>
              <a:pathLst>
                <a:path w="1647189" h="1124585">
                  <a:moveTo>
                    <a:pt x="149106" y="370143"/>
                  </a:moveTo>
                  <a:lnTo>
                    <a:pt x="147291" y="321705"/>
                  </a:lnTo>
                  <a:lnTo>
                    <a:pt x="155636" y="275316"/>
                  </a:lnTo>
                  <a:lnTo>
                    <a:pt x="173254" y="232061"/>
                  </a:lnTo>
                  <a:lnTo>
                    <a:pt x="199255" y="193026"/>
                  </a:lnTo>
                  <a:lnTo>
                    <a:pt x="232751" y="159295"/>
                  </a:lnTo>
                  <a:lnTo>
                    <a:pt x="272853" y="131953"/>
                  </a:lnTo>
                  <a:lnTo>
                    <a:pt x="318674" y="112085"/>
                  </a:lnTo>
                  <a:lnTo>
                    <a:pt x="369324" y="100776"/>
                  </a:lnTo>
                  <a:lnTo>
                    <a:pt x="412190" y="98701"/>
                  </a:lnTo>
                  <a:lnTo>
                    <a:pt x="454509" y="103221"/>
                  </a:lnTo>
                  <a:lnTo>
                    <a:pt x="495447" y="114171"/>
                  </a:lnTo>
                  <a:lnTo>
                    <a:pt x="534170" y="131383"/>
                  </a:lnTo>
                  <a:lnTo>
                    <a:pt x="560743" y="95446"/>
                  </a:lnTo>
                  <a:lnTo>
                    <a:pt x="594294" y="66977"/>
                  </a:lnTo>
                  <a:lnTo>
                    <a:pt x="633171" y="46448"/>
                  </a:lnTo>
                  <a:lnTo>
                    <a:pt x="675719" y="34330"/>
                  </a:lnTo>
                  <a:lnTo>
                    <a:pt x="720288" y="31094"/>
                  </a:lnTo>
                  <a:lnTo>
                    <a:pt x="765222" y="37211"/>
                  </a:lnTo>
                  <a:lnTo>
                    <a:pt x="808871" y="53151"/>
                  </a:lnTo>
                  <a:lnTo>
                    <a:pt x="845268" y="76154"/>
                  </a:lnTo>
                  <a:lnTo>
                    <a:pt x="856115" y="85409"/>
                  </a:lnTo>
                  <a:lnTo>
                    <a:pt x="881171" y="51027"/>
                  </a:lnTo>
                  <a:lnTo>
                    <a:pt x="913904" y="24896"/>
                  </a:lnTo>
                  <a:lnTo>
                    <a:pt x="952190" y="7669"/>
                  </a:lnTo>
                  <a:lnTo>
                    <a:pt x="993905" y="0"/>
                  </a:lnTo>
                  <a:lnTo>
                    <a:pt x="1036925" y="2539"/>
                  </a:lnTo>
                  <a:lnTo>
                    <a:pt x="1079127" y="15940"/>
                  </a:lnTo>
                  <a:lnTo>
                    <a:pt x="1124811" y="47159"/>
                  </a:lnTo>
                  <a:lnTo>
                    <a:pt x="1137166" y="60644"/>
                  </a:lnTo>
                  <a:lnTo>
                    <a:pt x="1174004" y="29772"/>
                  </a:lnTo>
                  <a:lnTo>
                    <a:pt x="1216818" y="9666"/>
                  </a:lnTo>
                  <a:lnTo>
                    <a:pt x="1263118" y="510"/>
                  </a:lnTo>
                  <a:lnTo>
                    <a:pt x="1310412" y="2488"/>
                  </a:lnTo>
                  <a:lnTo>
                    <a:pt x="1356211" y="15783"/>
                  </a:lnTo>
                  <a:lnTo>
                    <a:pt x="1398024" y="40578"/>
                  </a:lnTo>
                  <a:lnTo>
                    <a:pt x="1438632" y="85822"/>
                  </a:lnTo>
                  <a:lnTo>
                    <a:pt x="1460381" y="141162"/>
                  </a:lnTo>
                  <a:lnTo>
                    <a:pt x="1503944" y="157382"/>
                  </a:lnTo>
                  <a:lnTo>
                    <a:pt x="1541210" y="181595"/>
                  </a:lnTo>
                  <a:lnTo>
                    <a:pt x="1571322" y="212402"/>
                  </a:lnTo>
                  <a:lnTo>
                    <a:pt x="1593425" y="248402"/>
                  </a:lnTo>
                  <a:lnTo>
                    <a:pt x="1606664" y="288197"/>
                  </a:lnTo>
                  <a:lnTo>
                    <a:pt x="1610184" y="330387"/>
                  </a:lnTo>
                  <a:lnTo>
                    <a:pt x="1603129" y="373572"/>
                  </a:lnTo>
                  <a:lnTo>
                    <a:pt x="1601126" y="379926"/>
                  </a:lnTo>
                  <a:lnTo>
                    <a:pt x="1598922" y="386209"/>
                  </a:lnTo>
                  <a:lnTo>
                    <a:pt x="1596503" y="392396"/>
                  </a:lnTo>
                  <a:lnTo>
                    <a:pt x="1593858" y="398464"/>
                  </a:lnTo>
                  <a:lnTo>
                    <a:pt x="1621357" y="439809"/>
                  </a:lnTo>
                  <a:lnTo>
                    <a:pt x="1638925" y="484074"/>
                  </a:lnTo>
                  <a:lnTo>
                    <a:pt x="1646750" y="529905"/>
                  </a:lnTo>
                  <a:lnTo>
                    <a:pt x="1645023" y="575947"/>
                  </a:lnTo>
                  <a:lnTo>
                    <a:pt x="1633931" y="620846"/>
                  </a:lnTo>
                  <a:lnTo>
                    <a:pt x="1613664" y="663247"/>
                  </a:lnTo>
                  <a:lnTo>
                    <a:pt x="1584410" y="701797"/>
                  </a:lnTo>
                  <a:lnTo>
                    <a:pt x="1546360" y="735141"/>
                  </a:lnTo>
                  <a:lnTo>
                    <a:pt x="1489257" y="765955"/>
                  </a:lnTo>
                  <a:lnTo>
                    <a:pt x="1425583" y="782385"/>
                  </a:lnTo>
                  <a:lnTo>
                    <a:pt x="1419383" y="829277"/>
                  </a:lnTo>
                  <a:lnTo>
                    <a:pt x="1402440" y="872252"/>
                  </a:lnTo>
                  <a:lnTo>
                    <a:pt x="1376094" y="910085"/>
                  </a:lnTo>
                  <a:lnTo>
                    <a:pt x="1341683" y="941548"/>
                  </a:lnTo>
                  <a:lnTo>
                    <a:pt x="1300547" y="965415"/>
                  </a:lnTo>
                  <a:lnTo>
                    <a:pt x="1254026" y="980461"/>
                  </a:lnTo>
                  <a:lnTo>
                    <a:pt x="1203460" y="985458"/>
                  </a:lnTo>
                  <a:lnTo>
                    <a:pt x="1173196" y="983313"/>
                  </a:lnTo>
                  <a:lnTo>
                    <a:pt x="1143659" y="977346"/>
                  </a:lnTo>
                  <a:lnTo>
                    <a:pt x="1115288" y="967688"/>
                  </a:lnTo>
                  <a:lnTo>
                    <a:pt x="1088525" y="954470"/>
                  </a:lnTo>
                  <a:lnTo>
                    <a:pt x="1071164" y="994607"/>
                  </a:lnTo>
                  <a:lnTo>
                    <a:pt x="1047117" y="1030215"/>
                  </a:lnTo>
                  <a:lnTo>
                    <a:pt x="1017292" y="1060840"/>
                  </a:lnTo>
                  <a:lnTo>
                    <a:pt x="982593" y="1086028"/>
                  </a:lnTo>
                  <a:lnTo>
                    <a:pt x="943928" y="1105323"/>
                  </a:lnTo>
                  <a:lnTo>
                    <a:pt x="902202" y="1118272"/>
                  </a:lnTo>
                  <a:lnTo>
                    <a:pt x="858321" y="1124419"/>
                  </a:lnTo>
                  <a:lnTo>
                    <a:pt x="813193" y="1123310"/>
                  </a:lnTo>
                  <a:lnTo>
                    <a:pt x="767723" y="1114490"/>
                  </a:lnTo>
                  <a:lnTo>
                    <a:pt x="726559" y="1099199"/>
                  </a:lnTo>
                  <a:lnTo>
                    <a:pt x="689110" y="1077692"/>
                  </a:lnTo>
                  <a:lnTo>
                    <a:pt x="656137" y="1050518"/>
                  </a:lnTo>
                  <a:lnTo>
                    <a:pt x="628404" y="1018224"/>
                  </a:lnTo>
                  <a:lnTo>
                    <a:pt x="585539" y="1038084"/>
                  </a:lnTo>
                  <a:lnTo>
                    <a:pt x="541013" y="1050928"/>
                  </a:lnTo>
                  <a:lnTo>
                    <a:pt x="495659" y="1056951"/>
                  </a:lnTo>
                  <a:lnTo>
                    <a:pt x="450307" y="1056347"/>
                  </a:lnTo>
                  <a:lnTo>
                    <a:pt x="405789" y="1049308"/>
                  </a:lnTo>
                  <a:lnTo>
                    <a:pt x="362935" y="1036028"/>
                  </a:lnTo>
                  <a:lnTo>
                    <a:pt x="322578" y="1016701"/>
                  </a:lnTo>
                  <a:lnTo>
                    <a:pt x="285548" y="991520"/>
                  </a:lnTo>
                  <a:lnTo>
                    <a:pt x="252678" y="960679"/>
                  </a:lnTo>
                  <a:lnTo>
                    <a:pt x="224798" y="924371"/>
                  </a:lnTo>
                  <a:lnTo>
                    <a:pt x="223782" y="922720"/>
                  </a:lnTo>
                  <a:lnTo>
                    <a:pt x="222639" y="921069"/>
                  </a:lnTo>
                  <a:lnTo>
                    <a:pt x="221623" y="919418"/>
                  </a:lnTo>
                  <a:lnTo>
                    <a:pt x="168515" y="917290"/>
                  </a:lnTo>
                  <a:lnTo>
                    <a:pt x="120492" y="900500"/>
                  </a:lnTo>
                  <a:lnTo>
                    <a:pt x="80595" y="871275"/>
                  </a:lnTo>
                  <a:lnTo>
                    <a:pt x="51865" y="831839"/>
                  </a:lnTo>
                  <a:lnTo>
                    <a:pt x="37346" y="784417"/>
                  </a:lnTo>
                  <a:lnTo>
                    <a:pt x="37064" y="750790"/>
                  </a:lnTo>
                  <a:lnTo>
                    <a:pt x="44521" y="718282"/>
                  </a:lnTo>
                  <a:lnTo>
                    <a:pt x="59313" y="688012"/>
                  </a:lnTo>
                  <a:lnTo>
                    <a:pt x="81034" y="661100"/>
                  </a:lnTo>
                  <a:lnTo>
                    <a:pt x="40156" y="629585"/>
                  </a:lnTo>
                  <a:lnTo>
                    <a:pt x="12817" y="589176"/>
                  </a:lnTo>
                  <a:lnTo>
                    <a:pt x="0" y="543353"/>
                  </a:lnTo>
                  <a:lnTo>
                    <a:pt x="2684" y="495598"/>
                  </a:lnTo>
                  <a:lnTo>
                    <a:pt x="21852" y="449391"/>
                  </a:lnTo>
                  <a:lnTo>
                    <a:pt x="75112" y="397432"/>
                  </a:lnTo>
                  <a:lnTo>
                    <a:pt x="147709" y="373572"/>
                  </a:lnTo>
                  <a:lnTo>
                    <a:pt x="149106" y="370143"/>
                  </a:lnTo>
                  <a:close/>
                </a:path>
              </a:pathLst>
            </a:custGeom>
            <a:ln w="25908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99310" y="2484881"/>
              <a:ext cx="445643" cy="2513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551938" y="1799082"/>
              <a:ext cx="1510665" cy="956944"/>
            </a:xfrm>
            <a:custGeom>
              <a:avLst/>
              <a:gdLst/>
              <a:ahLst/>
              <a:cxnLst/>
              <a:rect l="l" t="t" r="r" b="b"/>
              <a:pathLst>
                <a:path w="1510664" h="956944">
                  <a:moveTo>
                    <a:pt x="96519" y="620521"/>
                  </a:moveTo>
                  <a:lnTo>
                    <a:pt x="71348" y="620609"/>
                  </a:lnTo>
                  <a:lnTo>
                    <a:pt x="46593" y="617124"/>
                  </a:lnTo>
                  <a:lnTo>
                    <a:pt x="22671" y="610163"/>
                  </a:lnTo>
                  <a:lnTo>
                    <a:pt x="0" y="599820"/>
                  </a:lnTo>
                </a:path>
                <a:path w="1510664" h="956944">
                  <a:moveTo>
                    <a:pt x="181610" y="847597"/>
                  </a:moveTo>
                  <a:lnTo>
                    <a:pt x="171378" y="851074"/>
                  </a:lnTo>
                  <a:lnTo>
                    <a:pt x="160909" y="853884"/>
                  </a:lnTo>
                  <a:lnTo>
                    <a:pt x="150248" y="856027"/>
                  </a:lnTo>
                  <a:lnTo>
                    <a:pt x="139445" y="857503"/>
                  </a:lnTo>
                </a:path>
                <a:path w="1510664" h="956944">
                  <a:moveTo>
                    <a:pt x="545464" y="956690"/>
                  </a:moveTo>
                  <a:lnTo>
                    <a:pt x="538156" y="945911"/>
                  </a:lnTo>
                  <a:lnTo>
                    <a:pt x="531479" y="934751"/>
                  </a:lnTo>
                  <a:lnTo>
                    <a:pt x="525444" y="923258"/>
                  </a:lnTo>
                  <a:lnTo>
                    <a:pt x="520064" y="911478"/>
                  </a:lnTo>
                </a:path>
                <a:path w="1510664" h="956944">
                  <a:moveTo>
                    <a:pt x="1016000" y="843788"/>
                  </a:moveTo>
                  <a:lnTo>
                    <a:pt x="1014501" y="856404"/>
                  </a:lnTo>
                  <a:lnTo>
                    <a:pt x="1012301" y="868902"/>
                  </a:lnTo>
                  <a:lnTo>
                    <a:pt x="1009409" y="881256"/>
                  </a:lnTo>
                  <a:lnTo>
                    <a:pt x="1005839" y="893444"/>
                  </a:lnTo>
                </a:path>
                <a:path w="1510664" h="956944">
                  <a:moveTo>
                    <a:pt x="1218057" y="536701"/>
                  </a:moveTo>
                  <a:lnTo>
                    <a:pt x="1260305" y="561705"/>
                  </a:lnTo>
                  <a:lnTo>
                    <a:pt x="1294799" y="594268"/>
                  </a:lnTo>
                  <a:lnTo>
                    <a:pt x="1320552" y="632896"/>
                  </a:lnTo>
                  <a:lnTo>
                    <a:pt x="1336575" y="676097"/>
                  </a:lnTo>
                  <a:lnTo>
                    <a:pt x="1341882" y="722376"/>
                  </a:lnTo>
                </a:path>
                <a:path w="1510664" h="956944">
                  <a:moveTo>
                    <a:pt x="1510157" y="338835"/>
                  </a:moveTo>
                  <a:lnTo>
                    <a:pt x="1499705" y="358354"/>
                  </a:lnTo>
                  <a:lnTo>
                    <a:pt x="1486931" y="376586"/>
                  </a:lnTo>
                  <a:lnTo>
                    <a:pt x="1471991" y="393342"/>
                  </a:lnTo>
                  <a:lnTo>
                    <a:pt x="1455039" y="408431"/>
                  </a:lnTo>
                </a:path>
                <a:path w="1510664" h="956944">
                  <a:moveTo>
                    <a:pt x="1377823" y="80263"/>
                  </a:moveTo>
                  <a:lnTo>
                    <a:pt x="1379208" y="88475"/>
                  </a:lnTo>
                  <a:lnTo>
                    <a:pt x="1380140" y="96710"/>
                  </a:lnTo>
                  <a:lnTo>
                    <a:pt x="1380644" y="104945"/>
                  </a:lnTo>
                  <a:lnTo>
                    <a:pt x="1380744" y="113156"/>
                  </a:lnTo>
                </a:path>
                <a:path w="1510664" h="956944">
                  <a:moveTo>
                    <a:pt x="1025525" y="41909"/>
                  </a:moveTo>
                  <a:lnTo>
                    <a:pt x="1031378" y="30753"/>
                  </a:lnTo>
                  <a:lnTo>
                    <a:pt x="1038066" y="20002"/>
                  </a:lnTo>
                  <a:lnTo>
                    <a:pt x="1045563" y="9727"/>
                  </a:lnTo>
                  <a:lnTo>
                    <a:pt x="1053846" y="0"/>
                  </a:lnTo>
                </a:path>
                <a:path w="1510664" h="956944">
                  <a:moveTo>
                    <a:pt x="761238" y="61975"/>
                  </a:moveTo>
                  <a:lnTo>
                    <a:pt x="763756" y="52623"/>
                  </a:lnTo>
                  <a:lnTo>
                    <a:pt x="766905" y="43449"/>
                  </a:lnTo>
                  <a:lnTo>
                    <a:pt x="770649" y="34490"/>
                  </a:lnTo>
                  <a:lnTo>
                    <a:pt x="774953" y="25780"/>
                  </a:lnTo>
                </a:path>
                <a:path w="1510664" h="956944">
                  <a:moveTo>
                    <a:pt x="451104" y="74167"/>
                  </a:moveTo>
                  <a:lnTo>
                    <a:pt x="464343" y="81879"/>
                  </a:lnTo>
                  <a:lnTo>
                    <a:pt x="477012" y="90328"/>
                  </a:lnTo>
                  <a:lnTo>
                    <a:pt x="489108" y="99492"/>
                  </a:lnTo>
                  <a:lnTo>
                    <a:pt x="500634" y="109346"/>
                  </a:lnTo>
                </a:path>
                <a:path w="1510664" h="956944">
                  <a:moveTo>
                    <a:pt x="74930" y="350138"/>
                  </a:moveTo>
                  <a:lnTo>
                    <a:pt x="72169" y="341024"/>
                  </a:lnTo>
                  <a:lnTo>
                    <a:pt x="69802" y="331803"/>
                  </a:lnTo>
                  <a:lnTo>
                    <a:pt x="67839" y="322510"/>
                  </a:lnTo>
                  <a:lnTo>
                    <a:pt x="66293" y="313181"/>
                  </a:lnTo>
                </a:path>
              </a:pathLst>
            </a:custGeom>
            <a:ln w="25908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841498" y="1891029"/>
            <a:ext cx="7829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135255">
              <a:lnSpc>
                <a:spcPct val="100000"/>
              </a:lnSpc>
              <a:spcBef>
                <a:spcPts val="95"/>
              </a:spcBef>
            </a:pPr>
            <a:r>
              <a:rPr dirty="0" sz="1600" spc="30" b="1" i="1">
                <a:latin typeface="Carlito"/>
                <a:cs typeface="Carlito"/>
              </a:rPr>
              <a:t>Want  </a:t>
            </a:r>
            <a:r>
              <a:rPr dirty="0" sz="1600" spc="80" b="1" i="1">
                <a:latin typeface="Carlito"/>
                <a:cs typeface="Carlito"/>
              </a:rPr>
              <a:t>Three  </a:t>
            </a:r>
            <a:r>
              <a:rPr dirty="0" sz="1600" spc="80" b="1" i="1">
                <a:latin typeface="Carlito"/>
                <a:cs typeface="Carlito"/>
              </a:rPr>
              <a:t>R</a:t>
            </a:r>
            <a:r>
              <a:rPr dirty="0" sz="1600" spc="60" b="1" i="1">
                <a:latin typeface="Carlito"/>
                <a:cs typeface="Carlito"/>
              </a:rPr>
              <a:t>ep</a:t>
            </a:r>
            <a:r>
              <a:rPr dirty="0" sz="1600" spc="20" b="1" i="1">
                <a:latin typeface="Carlito"/>
                <a:cs typeface="Carlito"/>
              </a:rPr>
              <a:t>l</a:t>
            </a:r>
            <a:r>
              <a:rPr dirty="0" sz="1600" spc="50" b="1" i="1">
                <a:latin typeface="Carlito"/>
                <a:cs typeface="Carlito"/>
              </a:rPr>
              <a:t>i</a:t>
            </a:r>
            <a:r>
              <a:rPr dirty="0" sz="1600" spc="75" b="1" i="1">
                <a:latin typeface="Carlito"/>
                <a:cs typeface="Carlito"/>
              </a:rPr>
              <a:t>c</a:t>
            </a:r>
            <a:r>
              <a:rPr dirty="0" sz="1600" spc="70" b="1" i="1">
                <a:latin typeface="Carlito"/>
                <a:cs typeface="Carlito"/>
              </a:rPr>
              <a:t>as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015484" y="3325367"/>
            <a:ext cx="448309" cy="487680"/>
            <a:chOff x="5015484" y="3325367"/>
            <a:chExt cx="448309" cy="487680"/>
          </a:xfrm>
        </p:grpSpPr>
        <p:sp>
          <p:nvSpPr>
            <p:cNvPr id="50" name="object 50"/>
            <p:cNvSpPr/>
            <p:nvPr/>
          </p:nvSpPr>
          <p:spPr>
            <a:xfrm>
              <a:off x="5015484" y="3325367"/>
              <a:ext cx="448056" cy="43434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020056" y="3733799"/>
              <a:ext cx="439420" cy="74930"/>
            </a:xfrm>
            <a:custGeom>
              <a:avLst/>
              <a:gdLst/>
              <a:ahLst/>
              <a:cxnLst/>
              <a:rect l="l" t="t" r="r" b="b"/>
              <a:pathLst>
                <a:path w="439420" h="74929">
                  <a:moveTo>
                    <a:pt x="438912" y="0"/>
                  </a:moveTo>
                  <a:lnTo>
                    <a:pt x="0" y="0"/>
                  </a:lnTo>
                  <a:lnTo>
                    <a:pt x="0" y="74675"/>
                  </a:lnTo>
                  <a:lnTo>
                    <a:pt x="438912" y="74675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020056" y="3733799"/>
              <a:ext cx="439420" cy="74930"/>
            </a:xfrm>
            <a:custGeom>
              <a:avLst/>
              <a:gdLst/>
              <a:ahLst/>
              <a:cxnLst/>
              <a:rect l="l" t="t" r="r" b="b"/>
              <a:pathLst>
                <a:path w="439420" h="74929">
                  <a:moveTo>
                    <a:pt x="0" y="74675"/>
                  </a:moveTo>
                  <a:lnTo>
                    <a:pt x="438912" y="74675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7467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4869179" y="3837432"/>
            <a:ext cx="730250" cy="1511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015484" y="4251959"/>
            <a:ext cx="448309" cy="486409"/>
            <a:chOff x="5015484" y="4251959"/>
            <a:chExt cx="448309" cy="486409"/>
          </a:xfrm>
        </p:grpSpPr>
        <p:sp>
          <p:nvSpPr>
            <p:cNvPr id="55" name="object 55"/>
            <p:cNvSpPr/>
            <p:nvPr/>
          </p:nvSpPr>
          <p:spPr>
            <a:xfrm>
              <a:off x="5015484" y="4251959"/>
              <a:ext cx="448056" cy="43434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020056" y="4660391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60">
                  <a:moveTo>
                    <a:pt x="438912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38912" y="73151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020056" y="4660391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60">
                  <a:moveTo>
                    <a:pt x="0" y="73151"/>
                  </a:moveTo>
                  <a:lnTo>
                    <a:pt x="438912" y="73151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869179" y="4764023"/>
            <a:ext cx="730250" cy="14986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Chunk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869179" y="5248655"/>
            <a:ext cx="730250" cy="661670"/>
            <a:chOff x="4869179" y="5248655"/>
            <a:chExt cx="730250" cy="661670"/>
          </a:xfrm>
        </p:grpSpPr>
        <p:sp>
          <p:nvSpPr>
            <p:cNvPr id="60" name="object 60"/>
            <p:cNvSpPr/>
            <p:nvPr/>
          </p:nvSpPr>
          <p:spPr>
            <a:xfrm>
              <a:off x="5015483" y="5248655"/>
              <a:ext cx="448056" cy="43434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020055" y="5657087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60">
                  <a:moveTo>
                    <a:pt x="438912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438912" y="73152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020055" y="5657087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60">
                  <a:moveTo>
                    <a:pt x="0" y="73152"/>
                  </a:moveTo>
                  <a:lnTo>
                    <a:pt x="438912" y="73152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869179" y="5760719"/>
              <a:ext cx="730250" cy="149860"/>
            </a:xfrm>
            <a:custGeom>
              <a:avLst/>
              <a:gdLst/>
              <a:ahLst/>
              <a:cxnLst/>
              <a:rect l="l" t="t" r="r" b="b"/>
              <a:pathLst>
                <a:path w="730250" h="149860">
                  <a:moveTo>
                    <a:pt x="729996" y="0"/>
                  </a:moveTo>
                  <a:lnTo>
                    <a:pt x="0" y="0"/>
                  </a:lnTo>
                  <a:lnTo>
                    <a:pt x="0" y="149351"/>
                  </a:lnTo>
                  <a:lnTo>
                    <a:pt x="729996" y="149351"/>
                  </a:lnTo>
                  <a:lnTo>
                    <a:pt x="729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5115559" y="5778500"/>
            <a:ext cx="2374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Chu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</a:rPr>
              <a:t>nk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927346" y="5328411"/>
            <a:ext cx="3129915" cy="590550"/>
            <a:chOff x="4927346" y="5328411"/>
            <a:chExt cx="3129915" cy="590550"/>
          </a:xfrm>
        </p:grpSpPr>
        <p:sp>
          <p:nvSpPr>
            <p:cNvPr id="66" name="object 66"/>
            <p:cNvSpPr/>
            <p:nvPr/>
          </p:nvSpPr>
          <p:spPr>
            <a:xfrm>
              <a:off x="4931918" y="5332983"/>
              <a:ext cx="3121025" cy="581660"/>
            </a:xfrm>
            <a:custGeom>
              <a:avLst/>
              <a:gdLst/>
              <a:ahLst/>
              <a:cxnLst/>
              <a:rect l="l" t="t" r="r" b="b"/>
              <a:pathLst>
                <a:path w="3121025" h="581660">
                  <a:moveTo>
                    <a:pt x="3104388" y="0"/>
                  </a:moveTo>
                  <a:lnTo>
                    <a:pt x="1560322" y="236346"/>
                  </a:lnTo>
                  <a:lnTo>
                    <a:pt x="16256" y="0"/>
                  </a:lnTo>
                  <a:lnTo>
                    <a:pt x="0" y="105917"/>
                  </a:lnTo>
                  <a:lnTo>
                    <a:pt x="1206373" y="290575"/>
                  </a:lnTo>
                  <a:lnTo>
                    <a:pt x="0" y="475221"/>
                  </a:lnTo>
                  <a:lnTo>
                    <a:pt x="16256" y="581101"/>
                  </a:lnTo>
                  <a:lnTo>
                    <a:pt x="1560322" y="344754"/>
                  </a:lnTo>
                  <a:lnTo>
                    <a:pt x="3104388" y="581101"/>
                  </a:lnTo>
                  <a:lnTo>
                    <a:pt x="3120643" y="475221"/>
                  </a:lnTo>
                  <a:lnTo>
                    <a:pt x="1914271" y="290575"/>
                  </a:lnTo>
                  <a:lnTo>
                    <a:pt x="3120643" y="105917"/>
                  </a:lnTo>
                  <a:lnTo>
                    <a:pt x="310438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931918" y="5332983"/>
              <a:ext cx="3121025" cy="581660"/>
            </a:xfrm>
            <a:custGeom>
              <a:avLst/>
              <a:gdLst/>
              <a:ahLst/>
              <a:cxnLst/>
              <a:rect l="l" t="t" r="r" b="b"/>
              <a:pathLst>
                <a:path w="3121025" h="581660">
                  <a:moveTo>
                    <a:pt x="0" y="105917"/>
                  </a:moveTo>
                  <a:lnTo>
                    <a:pt x="16256" y="0"/>
                  </a:lnTo>
                  <a:lnTo>
                    <a:pt x="1560322" y="236346"/>
                  </a:lnTo>
                  <a:lnTo>
                    <a:pt x="3104388" y="0"/>
                  </a:lnTo>
                  <a:lnTo>
                    <a:pt x="3120643" y="105917"/>
                  </a:lnTo>
                  <a:lnTo>
                    <a:pt x="1914271" y="290575"/>
                  </a:lnTo>
                  <a:lnTo>
                    <a:pt x="3120643" y="475221"/>
                  </a:lnTo>
                  <a:lnTo>
                    <a:pt x="3104388" y="581101"/>
                  </a:lnTo>
                  <a:lnTo>
                    <a:pt x="1560322" y="344754"/>
                  </a:lnTo>
                  <a:lnTo>
                    <a:pt x="16256" y="581101"/>
                  </a:lnTo>
                  <a:lnTo>
                    <a:pt x="0" y="475221"/>
                  </a:lnTo>
                  <a:lnTo>
                    <a:pt x="1206373" y="290575"/>
                  </a:lnTo>
                  <a:lnTo>
                    <a:pt x="0" y="10591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2596642" y="4005833"/>
            <a:ext cx="979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Caladea"/>
                <a:cs typeface="Caladea"/>
              </a:rPr>
              <a:t>3</a:t>
            </a:r>
            <a:r>
              <a:rPr dirty="0" sz="1800" spc="-75" i="1">
                <a:latin typeface="Caladea"/>
                <a:cs typeface="Caladea"/>
              </a:rPr>
              <a:t> </a:t>
            </a:r>
            <a:r>
              <a:rPr dirty="0" sz="1800" spc="-10" i="1">
                <a:latin typeface="Caladea"/>
                <a:cs typeface="Caladea"/>
              </a:rPr>
              <a:t>Replicas</a:t>
            </a:r>
            <a:endParaRPr sz="1800">
              <a:latin typeface="Caladea"/>
              <a:cs typeface="Calade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006851" y="4378452"/>
            <a:ext cx="254635" cy="295910"/>
            <a:chOff x="3006851" y="4378452"/>
            <a:chExt cx="254635" cy="295910"/>
          </a:xfrm>
        </p:grpSpPr>
        <p:sp>
          <p:nvSpPr>
            <p:cNvPr id="70" name="object 70"/>
            <p:cNvSpPr/>
            <p:nvPr/>
          </p:nvSpPr>
          <p:spPr>
            <a:xfrm>
              <a:off x="3019805" y="4391406"/>
              <a:ext cx="228600" cy="269875"/>
            </a:xfrm>
            <a:custGeom>
              <a:avLst/>
              <a:gdLst/>
              <a:ahLst/>
              <a:cxnLst/>
              <a:rect l="l" t="t" r="r" b="b"/>
              <a:pathLst>
                <a:path w="228600" h="269875">
                  <a:moveTo>
                    <a:pt x="171450" y="0"/>
                  </a:moveTo>
                  <a:lnTo>
                    <a:pt x="57150" y="0"/>
                  </a:lnTo>
                  <a:lnTo>
                    <a:pt x="57150" y="155448"/>
                  </a:lnTo>
                  <a:lnTo>
                    <a:pt x="0" y="155448"/>
                  </a:lnTo>
                  <a:lnTo>
                    <a:pt x="114300" y="269748"/>
                  </a:lnTo>
                  <a:lnTo>
                    <a:pt x="228600" y="155448"/>
                  </a:lnTo>
                  <a:lnTo>
                    <a:pt x="171450" y="155448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019805" y="4391406"/>
              <a:ext cx="228600" cy="269875"/>
            </a:xfrm>
            <a:custGeom>
              <a:avLst/>
              <a:gdLst/>
              <a:ahLst/>
              <a:cxnLst/>
              <a:rect l="l" t="t" r="r" b="b"/>
              <a:pathLst>
                <a:path w="228600" h="269875">
                  <a:moveTo>
                    <a:pt x="0" y="155448"/>
                  </a:moveTo>
                  <a:lnTo>
                    <a:pt x="57150" y="155448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55448"/>
                  </a:lnTo>
                  <a:lnTo>
                    <a:pt x="228600" y="155448"/>
                  </a:lnTo>
                  <a:lnTo>
                    <a:pt x="114300" y="269748"/>
                  </a:lnTo>
                  <a:lnTo>
                    <a:pt x="0" y="15544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2596642" y="4732401"/>
            <a:ext cx="979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Caladea"/>
                <a:cs typeface="Caladea"/>
              </a:rPr>
              <a:t>2</a:t>
            </a:r>
            <a:r>
              <a:rPr dirty="0" sz="1800" spc="-75" i="1">
                <a:latin typeface="Caladea"/>
                <a:cs typeface="Caladea"/>
              </a:rPr>
              <a:t> </a:t>
            </a:r>
            <a:r>
              <a:rPr dirty="0" sz="1800" spc="-10" i="1">
                <a:latin typeface="Caladea"/>
                <a:cs typeface="Caladea"/>
              </a:rPr>
              <a:t>Replicas</a:t>
            </a:r>
            <a:endParaRPr sz="1800">
              <a:latin typeface="Caladea"/>
              <a:cs typeface="Calade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006851" y="5146547"/>
            <a:ext cx="254635" cy="295910"/>
            <a:chOff x="3006851" y="5146547"/>
            <a:chExt cx="254635" cy="295910"/>
          </a:xfrm>
        </p:grpSpPr>
        <p:sp>
          <p:nvSpPr>
            <p:cNvPr id="74" name="object 74"/>
            <p:cNvSpPr/>
            <p:nvPr/>
          </p:nvSpPr>
          <p:spPr>
            <a:xfrm>
              <a:off x="3019805" y="5159501"/>
              <a:ext cx="228600" cy="269875"/>
            </a:xfrm>
            <a:custGeom>
              <a:avLst/>
              <a:gdLst/>
              <a:ahLst/>
              <a:cxnLst/>
              <a:rect l="l" t="t" r="r" b="b"/>
              <a:pathLst>
                <a:path w="228600" h="269875">
                  <a:moveTo>
                    <a:pt x="171450" y="0"/>
                  </a:moveTo>
                  <a:lnTo>
                    <a:pt x="57150" y="0"/>
                  </a:lnTo>
                  <a:lnTo>
                    <a:pt x="57150" y="155448"/>
                  </a:lnTo>
                  <a:lnTo>
                    <a:pt x="0" y="155448"/>
                  </a:lnTo>
                  <a:lnTo>
                    <a:pt x="114300" y="269748"/>
                  </a:lnTo>
                  <a:lnTo>
                    <a:pt x="228600" y="155448"/>
                  </a:lnTo>
                  <a:lnTo>
                    <a:pt x="171450" y="155448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019805" y="5159501"/>
              <a:ext cx="228600" cy="269875"/>
            </a:xfrm>
            <a:custGeom>
              <a:avLst/>
              <a:gdLst/>
              <a:ahLst/>
              <a:cxnLst/>
              <a:rect l="l" t="t" r="r" b="b"/>
              <a:pathLst>
                <a:path w="228600" h="269875">
                  <a:moveTo>
                    <a:pt x="0" y="155448"/>
                  </a:moveTo>
                  <a:lnTo>
                    <a:pt x="57150" y="155448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55448"/>
                  </a:lnTo>
                  <a:lnTo>
                    <a:pt x="228600" y="155448"/>
                  </a:lnTo>
                  <a:lnTo>
                    <a:pt x="114300" y="269748"/>
                  </a:lnTo>
                  <a:lnTo>
                    <a:pt x="0" y="15544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596642" y="5458764"/>
            <a:ext cx="979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Caladea"/>
                <a:cs typeface="Caladea"/>
              </a:rPr>
              <a:t>3</a:t>
            </a:r>
            <a:r>
              <a:rPr dirty="0" sz="1800" spc="-75" i="1">
                <a:latin typeface="Caladea"/>
                <a:cs typeface="Caladea"/>
              </a:rPr>
              <a:t> </a:t>
            </a:r>
            <a:r>
              <a:rPr dirty="0" sz="1800" spc="-10" i="1">
                <a:latin typeface="Caladea"/>
                <a:cs typeface="Caladea"/>
              </a:rPr>
              <a:t>Replicas</a:t>
            </a:r>
            <a:endParaRPr sz="1800">
              <a:latin typeface="Caladea"/>
              <a:cs typeface="Calade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015484" y="6323074"/>
            <a:ext cx="448056" cy="4343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78" name="object 78"/>
          <p:cNvGrpSpPr/>
          <p:nvPr/>
        </p:nvGrpSpPr>
        <p:grpSpPr>
          <a:xfrm>
            <a:off x="4869179" y="6726935"/>
            <a:ext cx="730250" cy="131445"/>
            <a:chOff x="4869179" y="6726935"/>
            <a:chExt cx="730250" cy="131445"/>
          </a:xfrm>
        </p:grpSpPr>
        <p:sp>
          <p:nvSpPr>
            <p:cNvPr id="79" name="object 79"/>
            <p:cNvSpPr/>
            <p:nvPr/>
          </p:nvSpPr>
          <p:spPr>
            <a:xfrm>
              <a:off x="5020055" y="6731507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59">
                  <a:moveTo>
                    <a:pt x="438912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438912" y="73152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7B5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020055" y="6731507"/>
              <a:ext cx="439420" cy="73660"/>
            </a:xfrm>
            <a:custGeom>
              <a:avLst/>
              <a:gdLst/>
              <a:ahLst/>
              <a:cxnLst/>
              <a:rect l="l" t="t" r="r" b="b"/>
              <a:pathLst>
                <a:path w="439420" h="73659">
                  <a:moveTo>
                    <a:pt x="0" y="73152"/>
                  </a:moveTo>
                  <a:lnTo>
                    <a:pt x="438912" y="73152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869179" y="6835139"/>
              <a:ext cx="730250" cy="22860"/>
            </a:xfrm>
            <a:custGeom>
              <a:avLst/>
              <a:gdLst/>
              <a:ahLst/>
              <a:cxnLst/>
              <a:rect l="l" t="t" r="r" b="b"/>
              <a:pathLst>
                <a:path w="730250" h="22859">
                  <a:moveTo>
                    <a:pt x="729996" y="0"/>
                  </a:moveTo>
                  <a:lnTo>
                    <a:pt x="0" y="0"/>
                  </a:lnTo>
                  <a:lnTo>
                    <a:pt x="0" y="22857"/>
                  </a:lnTo>
                  <a:lnTo>
                    <a:pt x="729996" y="22857"/>
                  </a:lnTo>
                  <a:lnTo>
                    <a:pt x="729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/>
          <p:nvPr/>
        </p:nvSpPr>
        <p:spPr>
          <a:xfrm>
            <a:off x="4280412" y="2193035"/>
            <a:ext cx="1475105" cy="4365625"/>
          </a:xfrm>
          <a:custGeom>
            <a:avLst/>
            <a:gdLst/>
            <a:ahLst/>
            <a:cxnLst/>
            <a:rect l="l" t="t" r="r" b="b"/>
            <a:pathLst>
              <a:path w="1475104" h="4365625">
                <a:moveTo>
                  <a:pt x="670203" y="4335633"/>
                </a:moveTo>
                <a:lnTo>
                  <a:pt x="664332" y="4365155"/>
                </a:lnTo>
                <a:lnTo>
                  <a:pt x="746501" y="4342726"/>
                </a:lnTo>
                <a:lnTo>
                  <a:pt x="742431" y="4339564"/>
                </a:lnTo>
                <a:lnTo>
                  <a:pt x="680842" y="4339564"/>
                </a:lnTo>
                <a:lnTo>
                  <a:pt x="670203" y="4335633"/>
                </a:lnTo>
                <a:close/>
              </a:path>
              <a:path w="1475104" h="4365625">
                <a:moveTo>
                  <a:pt x="674114" y="4315962"/>
                </a:moveTo>
                <a:lnTo>
                  <a:pt x="670203" y="4335633"/>
                </a:lnTo>
                <a:lnTo>
                  <a:pt x="680842" y="4339564"/>
                </a:lnTo>
                <a:lnTo>
                  <a:pt x="687700" y="4320984"/>
                </a:lnTo>
                <a:lnTo>
                  <a:pt x="674114" y="4315962"/>
                </a:lnTo>
                <a:close/>
              </a:path>
              <a:path w="1475104" h="4365625">
                <a:moveTo>
                  <a:pt x="679191" y="4290428"/>
                </a:moveTo>
                <a:lnTo>
                  <a:pt x="674114" y="4315962"/>
                </a:lnTo>
                <a:lnTo>
                  <a:pt x="687700" y="4320984"/>
                </a:lnTo>
                <a:lnTo>
                  <a:pt x="680842" y="4339564"/>
                </a:lnTo>
                <a:lnTo>
                  <a:pt x="742431" y="4339564"/>
                </a:lnTo>
                <a:lnTo>
                  <a:pt x="679191" y="4290428"/>
                </a:lnTo>
                <a:close/>
              </a:path>
              <a:path w="1475104" h="4365625">
                <a:moveTo>
                  <a:pt x="1474338" y="0"/>
                </a:moveTo>
                <a:lnTo>
                  <a:pt x="1405250" y="3175"/>
                </a:lnTo>
                <a:lnTo>
                  <a:pt x="1335908" y="12573"/>
                </a:lnTo>
                <a:lnTo>
                  <a:pt x="1267074" y="27939"/>
                </a:lnTo>
                <a:lnTo>
                  <a:pt x="1198494" y="49149"/>
                </a:lnTo>
                <a:lnTo>
                  <a:pt x="1130549" y="75946"/>
                </a:lnTo>
                <a:lnTo>
                  <a:pt x="1063239" y="108076"/>
                </a:lnTo>
                <a:lnTo>
                  <a:pt x="996818" y="145541"/>
                </a:lnTo>
                <a:lnTo>
                  <a:pt x="931413" y="187833"/>
                </a:lnTo>
                <a:lnTo>
                  <a:pt x="867151" y="234950"/>
                </a:lnTo>
                <a:lnTo>
                  <a:pt x="804159" y="286512"/>
                </a:lnTo>
                <a:lnTo>
                  <a:pt x="742564" y="342646"/>
                </a:lnTo>
                <a:lnTo>
                  <a:pt x="682366" y="402716"/>
                </a:lnTo>
                <a:lnTo>
                  <a:pt x="623819" y="466851"/>
                </a:lnTo>
                <a:lnTo>
                  <a:pt x="567177" y="534924"/>
                </a:lnTo>
                <a:lnTo>
                  <a:pt x="512313" y="606298"/>
                </a:lnTo>
                <a:lnTo>
                  <a:pt x="459608" y="681227"/>
                </a:lnTo>
                <a:lnTo>
                  <a:pt x="408935" y="759333"/>
                </a:lnTo>
                <a:lnTo>
                  <a:pt x="360675" y="840231"/>
                </a:lnTo>
                <a:lnTo>
                  <a:pt x="314701" y="924051"/>
                </a:lnTo>
                <a:lnTo>
                  <a:pt x="271394" y="1010412"/>
                </a:lnTo>
                <a:lnTo>
                  <a:pt x="230754" y="1099185"/>
                </a:lnTo>
                <a:lnTo>
                  <a:pt x="193035" y="1190116"/>
                </a:lnTo>
                <a:lnTo>
                  <a:pt x="158237" y="1283080"/>
                </a:lnTo>
                <a:lnTo>
                  <a:pt x="126487" y="1377823"/>
                </a:lnTo>
                <a:lnTo>
                  <a:pt x="97912" y="1474089"/>
                </a:lnTo>
                <a:lnTo>
                  <a:pt x="72766" y="1571752"/>
                </a:lnTo>
                <a:lnTo>
                  <a:pt x="51176" y="1670684"/>
                </a:lnTo>
                <a:lnTo>
                  <a:pt x="33015" y="1770507"/>
                </a:lnTo>
                <a:lnTo>
                  <a:pt x="18791" y="1871218"/>
                </a:lnTo>
                <a:lnTo>
                  <a:pt x="8504" y="1972564"/>
                </a:lnTo>
                <a:lnTo>
                  <a:pt x="2154" y="2074164"/>
                </a:lnTo>
                <a:lnTo>
                  <a:pt x="0" y="2176526"/>
                </a:lnTo>
                <a:lnTo>
                  <a:pt x="1138" y="2277999"/>
                </a:lnTo>
                <a:lnTo>
                  <a:pt x="4186" y="2379472"/>
                </a:lnTo>
                <a:lnTo>
                  <a:pt x="9520" y="2480691"/>
                </a:lnTo>
                <a:lnTo>
                  <a:pt x="16632" y="2581147"/>
                </a:lnTo>
                <a:lnTo>
                  <a:pt x="25649" y="2680843"/>
                </a:lnTo>
                <a:lnTo>
                  <a:pt x="36444" y="2779649"/>
                </a:lnTo>
                <a:lnTo>
                  <a:pt x="49144" y="2877185"/>
                </a:lnTo>
                <a:lnTo>
                  <a:pt x="63495" y="2973197"/>
                </a:lnTo>
                <a:lnTo>
                  <a:pt x="79370" y="3067812"/>
                </a:lnTo>
                <a:lnTo>
                  <a:pt x="96896" y="3160649"/>
                </a:lnTo>
                <a:lnTo>
                  <a:pt x="115819" y="3251327"/>
                </a:lnTo>
                <a:lnTo>
                  <a:pt x="136139" y="3340100"/>
                </a:lnTo>
                <a:lnTo>
                  <a:pt x="157983" y="3426282"/>
                </a:lnTo>
                <a:lnTo>
                  <a:pt x="181097" y="3509937"/>
                </a:lnTo>
                <a:lnTo>
                  <a:pt x="205354" y="3590912"/>
                </a:lnTo>
                <a:lnTo>
                  <a:pt x="230754" y="3668864"/>
                </a:lnTo>
                <a:lnTo>
                  <a:pt x="257170" y="3743579"/>
                </a:lnTo>
                <a:lnTo>
                  <a:pt x="284729" y="3814991"/>
                </a:lnTo>
                <a:lnTo>
                  <a:pt x="313177" y="3882885"/>
                </a:lnTo>
                <a:lnTo>
                  <a:pt x="342641" y="3946994"/>
                </a:lnTo>
                <a:lnTo>
                  <a:pt x="372867" y="4007230"/>
                </a:lnTo>
                <a:lnTo>
                  <a:pt x="403855" y="4063199"/>
                </a:lnTo>
                <a:lnTo>
                  <a:pt x="435605" y="4114939"/>
                </a:lnTo>
                <a:lnTo>
                  <a:pt x="467863" y="4162120"/>
                </a:lnTo>
                <a:lnTo>
                  <a:pt x="500883" y="4204677"/>
                </a:lnTo>
                <a:lnTo>
                  <a:pt x="534411" y="4242269"/>
                </a:lnTo>
                <a:lnTo>
                  <a:pt x="568447" y="4274654"/>
                </a:lnTo>
                <a:lnTo>
                  <a:pt x="602991" y="4301858"/>
                </a:lnTo>
                <a:lnTo>
                  <a:pt x="638043" y="4323537"/>
                </a:lnTo>
                <a:lnTo>
                  <a:pt x="638551" y="4323880"/>
                </a:lnTo>
                <a:lnTo>
                  <a:pt x="639186" y="4324172"/>
                </a:lnTo>
                <a:lnTo>
                  <a:pt x="670203" y="4335633"/>
                </a:lnTo>
                <a:lnTo>
                  <a:pt x="674114" y="4315962"/>
                </a:lnTo>
                <a:lnTo>
                  <a:pt x="649015" y="4306684"/>
                </a:lnTo>
                <a:lnTo>
                  <a:pt x="648457" y="4306684"/>
                </a:lnTo>
                <a:lnTo>
                  <a:pt x="646679" y="4305820"/>
                </a:lnTo>
                <a:lnTo>
                  <a:pt x="647055" y="4305820"/>
                </a:lnTo>
                <a:lnTo>
                  <a:pt x="615310" y="4286262"/>
                </a:lnTo>
                <a:lnTo>
                  <a:pt x="582036" y="4260303"/>
                </a:lnTo>
                <a:lnTo>
                  <a:pt x="549143" y="4229061"/>
                </a:lnTo>
                <a:lnTo>
                  <a:pt x="516504" y="4192562"/>
                </a:lnTo>
                <a:lnTo>
                  <a:pt x="484246" y="4150918"/>
                </a:lnTo>
                <a:lnTo>
                  <a:pt x="452369" y="4104563"/>
                </a:lnTo>
                <a:lnTo>
                  <a:pt x="421127" y="4053611"/>
                </a:lnTo>
                <a:lnTo>
                  <a:pt x="390520" y="3998341"/>
                </a:lnTo>
                <a:lnTo>
                  <a:pt x="360548" y="3938752"/>
                </a:lnTo>
                <a:lnTo>
                  <a:pt x="331465" y="3875227"/>
                </a:lnTo>
                <a:lnTo>
                  <a:pt x="303271" y="3807866"/>
                </a:lnTo>
                <a:lnTo>
                  <a:pt x="275839" y="3736962"/>
                </a:lnTo>
                <a:lnTo>
                  <a:pt x="249550" y="3662718"/>
                </a:lnTo>
                <a:lnTo>
                  <a:pt x="224277" y="3585222"/>
                </a:lnTo>
                <a:lnTo>
                  <a:pt x="200147" y="3504653"/>
                </a:lnTo>
                <a:lnTo>
                  <a:pt x="177160" y="3421430"/>
                </a:lnTo>
                <a:lnTo>
                  <a:pt x="155570" y="3335654"/>
                </a:lnTo>
                <a:lnTo>
                  <a:pt x="135250" y="3247390"/>
                </a:lnTo>
                <a:lnTo>
                  <a:pt x="116327" y="3156966"/>
                </a:lnTo>
                <a:lnTo>
                  <a:pt x="98928" y="3064510"/>
                </a:lnTo>
                <a:lnTo>
                  <a:pt x="83053" y="2970276"/>
                </a:lnTo>
                <a:lnTo>
                  <a:pt x="68829" y="2874645"/>
                </a:lnTo>
                <a:lnTo>
                  <a:pt x="56129" y="2777490"/>
                </a:lnTo>
                <a:lnTo>
                  <a:pt x="45334" y="2679065"/>
                </a:lnTo>
                <a:lnTo>
                  <a:pt x="36444" y="2579751"/>
                </a:lnTo>
                <a:lnTo>
                  <a:pt x="29205" y="2479547"/>
                </a:lnTo>
                <a:lnTo>
                  <a:pt x="23998" y="2378837"/>
                </a:lnTo>
                <a:lnTo>
                  <a:pt x="20950" y="2277745"/>
                </a:lnTo>
                <a:lnTo>
                  <a:pt x="19815" y="2176145"/>
                </a:lnTo>
                <a:lnTo>
                  <a:pt x="21966" y="2075433"/>
                </a:lnTo>
                <a:lnTo>
                  <a:pt x="28189" y="1974595"/>
                </a:lnTo>
                <a:lnTo>
                  <a:pt x="38349" y="1874012"/>
                </a:lnTo>
                <a:lnTo>
                  <a:pt x="52573" y="1774063"/>
                </a:lnTo>
                <a:lnTo>
                  <a:pt x="70480" y="1674876"/>
                </a:lnTo>
                <a:lnTo>
                  <a:pt x="91943" y="1576705"/>
                </a:lnTo>
                <a:lnTo>
                  <a:pt x="116835" y="1479677"/>
                </a:lnTo>
                <a:lnTo>
                  <a:pt x="145283" y="1384046"/>
                </a:lnTo>
                <a:lnTo>
                  <a:pt x="176779" y="1290065"/>
                </a:lnTo>
                <a:lnTo>
                  <a:pt x="211323" y="1197737"/>
                </a:lnTo>
                <a:lnTo>
                  <a:pt x="248788" y="1107439"/>
                </a:lnTo>
                <a:lnTo>
                  <a:pt x="289047" y="1019301"/>
                </a:lnTo>
                <a:lnTo>
                  <a:pt x="332100" y="933576"/>
                </a:lnTo>
                <a:lnTo>
                  <a:pt x="377566" y="850391"/>
                </a:lnTo>
                <a:lnTo>
                  <a:pt x="425572" y="770001"/>
                </a:lnTo>
                <a:lnTo>
                  <a:pt x="475864" y="692658"/>
                </a:lnTo>
                <a:lnTo>
                  <a:pt x="528061" y="618363"/>
                </a:lnTo>
                <a:lnTo>
                  <a:pt x="582417" y="547497"/>
                </a:lnTo>
                <a:lnTo>
                  <a:pt x="638424" y="480313"/>
                </a:lnTo>
                <a:lnTo>
                  <a:pt x="696336" y="416813"/>
                </a:lnTo>
                <a:lnTo>
                  <a:pt x="755772" y="357250"/>
                </a:lnTo>
                <a:lnTo>
                  <a:pt x="816732" y="301878"/>
                </a:lnTo>
                <a:lnTo>
                  <a:pt x="878835" y="250825"/>
                </a:lnTo>
                <a:lnTo>
                  <a:pt x="942208" y="204469"/>
                </a:lnTo>
                <a:lnTo>
                  <a:pt x="1006597" y="162687"/>
                </a:lnTo>
                <a:lnTo>
                  <a:pt x="1071748" y="125984"/>
                </a:lnTo>
                <a:lnTo>
                  <a:pt x="1137788" y="94361"/>
                </a:lnTo>
                <a:lnTo>
                  <a:pt x="1204336" y="68072"/>
                </a:lnTo>
                <a:lnTo>
                  <a:pt x="1271392" y="47243"/>
                </a:lnTo>
                <a:lnTo>
                  <a:pt x="1338956" y="32130"/>
                </a:lnTo>
                <a:lnTo>
                  <a:pt x="1406647" y="22987"/>
                </a:lnTo>
                <a:lnTo>
                  <a:pt x="1474846" y="19812"/>
                </a:lnTo>
                <a:lnTo>
                  <a:pt x="1474338" y="0"/>
                </a:lnTo>
                <a:close/>
              </a:path>
              <a:path w="1475104" h="4365625">
                <a:moveTo>
                  <a:pt x="646679" y="4305820"/>
                </a:moveTo>
                <a:lnTo>
                  <a:pt x="648457" y="4306684"/>
                </a:lnTo>
                <a:lnTo>
                  <a:pt x="647620" y="4306168"/>
                </a:lnTo>
                <a:lnTo>
                  <a:pt x="646679" y="4305820"/>
                </a:lnTo>
                <a:close/>
              </a:path>
              <a:path w="1475104" h="4365625">
                <a:moveTo>
                  <a:pt x="647620" y="4306168"/>
                </a:moveTo>
                <a:lnTo>
                  <a:pt x="648457" y="4306684"/>
                </a:lnTo>
                <a:lnTo>
                  <a:pt x="649015" y="4306684"/>
                </a:lnTo>
                <a:lnTo>
                  <a:pt x="647620" y="4306168"/>
                </a:lnTo>
                <a:close/>
              </a:path>
              <a:path w="1475104" h="4365625">
                <a:moveTo>
                  <a:pt x="647055" y="4305820"/>
                </a:moveTo>
                <a:lnTo>
                  <a:pt x="646679" y="4305820"/>
                </a:lnTo>
                <a:lnTo>
                  <a:pt x="647620" y="4306168"/>
                </a:lnTo>
                <a:lnTo>
                  <a:pt x="647055" y="430582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004814" y="62299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718428" y="6158626"/>
            <a:ext cx="162433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45" b="1" i="1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504990" y="6217215"/>
            <a:ext cx="432434" cy="29400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8273" y="3178810"/>
            <a:ext cx="3202305" cy="1855470"/>
            <a:chOff x="5748273" y="3178810"/>
            <a:chExt cx="3202305" cy="1855470"/>
          </a:xfrm>
        </p:grpSpPr>
        <p:sp>
          <p:nvSpPr>
            <p:cNvPr id="3" name="object 3"/>
            <p:cNvSpPr/>
            <p:nvPr/>
          </p:nvSpPr>
          <p:spPr>
            <a:xfrm>
              <a:off x="8382000" y="4480559"/>
              <a:ext cx="257810" cy="495300"/>
            </a:xfrm>
            <a:custGeom>
              <a:avLst/>
              <a:gdLst/>
              <a:ahLst/>
              <a:cxnLst/>
              <a:rect l="l" t="t" r="r" b="b"/>
              <a:pathLst>
                <a:path w="257809" h="495300">
                  <a:moveTo>
                    <a:pt x="257467" y="148793"/>
                  </a:moveTo>
                  <a:lnTo>
                    <a:pt x="256870" y="97993"/>
                  </a:lnTo>
                  <a:lnTo>
                    <a:pt x="255600" y="63881"/>
                  </a:lnTo>
                  <a:lnTo>
                    <a:pt x="255587" y="63373"/>
                  </a:lnTo>
                  <a:lnTo>
                    <a:pt x="255524" y="61849"/>
                  </a:lnTo>
                  <a:lnTo>
                    <a:pt x="255524" y="61595"/>
                  </a:lnTo>
                  <a:lnTo>
                    <a:pt x="254152" y="52324"/>
                  </a:lnTo>
                  <a:lnTo>
                    <a:pt x="251536" y="34658"/>
                  </a:lnTo>
                  <a:lnTo>
                    <a:pt x="245783" y="27279"/>
                  </a:lnTo>
                  <a:lnTo>
                    <a:pt x="239534" y="29387"/>
                  </a:lnTo>
                  <a:lnTo>
                    <a:pt x="234061" y="30861"/>
                  </a:lnTo>
                  <a:lnTo>
                    <a:pt x="228092" y="38100"/>
                  </a:lnTo>
                  <a:lnTo>
                    <a:pt x="225425" y="40259"/>
                  </a:lnTo>
                  <a:lnTo>
                    <a:pt x="222504" y="45720"/>
                  </a:lnTo>
                  <a:lnTo>
                    <a:pt x="223012" y="49022"/>
                  </a:lnTo>
                  <a:lnTo>
                    <a:pt x="221234" y="52324"/>
                  </a:lnTo>
                  <a:lnTo>
                    <a:pt x="219710" y="51689"/>
                  </a:lnTo>
                  <a:lnTo>
                    <a:pt x="218567" y="52832"/>
                  </a:lnTo>
                  <a:lnTo>
                    <a:pt x="217678" y="53848"/>
                  </a:lnTo>
                  <a:lnTo>
                    <a:pt x="217043" y="55753"/>
                  </a:lnTo>
                  <a:lnTo>
                    <a:pt x="216154" y="57277"/>
                  </a:lnTo>
                  <a:lnTo>
                    <a:pt x="211582" y="58293"/>
                  </a:lnTo>
                  <a:lnTo>
                    <a:pt x="207264" y="61849"/>
                  </a:lnTo>
                  <a:lnTo>
                    <a:pt x="203073" y="57277"/>
                  </a:lnTo>
                  <a:lnTo>
                    <a:pt x="202184" y="56134"/>
                  </a:lnTo>
                  <a:lnTo>
                    <a:pt x="201549" y="54356"/>
                  </a:lnTo>
                  <a:lnTo>
                    <a:pt x="200660" y="52832"/>
                  </a:lnTo>
                  <a:lnTo>
                    <a:pt x="199136" y="52070"/>
                  </a:lnTo>
                  <a:lnTo>
                    <a:pt x="197358" y="51943"/>
                  </a:lnTo>
                  <a:lnTo>
                    <a:pt x="192786" y="47752"/>
                  </a:lnTo>
                  <a:lnTo>
                    <a:pt x="187274" y="28625"/>
                  </a:lnTo>
                  <a:lnTo>
                    <a:pt x="187591" y="28613"/>
                  </a:lnTo>
                  <a:lnTo>
                    <a:pt x="188506" y="27508"/>
                  </a:lnTo>
                  <a:lnTo>
                    <a:pt x="186715" y="22733"/>
                  </a:lnTo>
                  <a:lnTo>
                    <a:pt x="186436" y="21971"/>
                  </a:lnTo>
                  <a:lnTo>
                    <a:pt x="185953" y="21082"/>
                  </a:lnTo>
                  <a:lnTo>
                    <a:pt x="185547" y="20320"/>
                  </a:lnTo>
                  <a:lnTo>
                    <a:pt x="183896" y="21082"/>
                  </a:lnTo>
                  <a:lnTo>
                    <a:pt x="181483" y="18034"/>
                  </a:lnTo>
                  <a:lnTo>
                    <a:pt x="180467" y="15367"/>
                  </a:lnTo>
                  <a:lnTo>
                    <a:pt x="179324" y="13208"/>
                  </a:lnTo>
                  <a:lnTo>
                    <a:pt x="174269" y="10198"/>
                  </a:lnTo>
                  <a:lnTo>
                    <a:pt x="176695" y="11493"/>
                  </a:lnTo>
                  <a:lnTo>
                    <a:pt x="178625" y="11468"/>
                  </a:lnTo>
                  <a:lnTo>
                    <a:pt x="177444" y="10198"/>
                  </a:lnTo>
                  <a:lnTo>
                    <a:pt x="172085" y="4445"/>
                  </a:lnTo>
                  <a:lnTo>
                    <a:pt x="170307" y="2794"/>
                  </a:lnTo>
                  <a:lnTo>
                    <a:pt x="168148" y="2540"/>
                  </a:lnTo>
                  <a:lnTo>
                    <a:pt x="166116" y="2159"/>
                  </a:lnTo>
                  <a:lnTo>
                    <a:pt x="158242" y="1016"/>
                  </a:lnTo>
                  <a:lnTo>
                    <a:pt x="150241" y="762"/>
                  </a:lnTo>
                  <a:lnTo>
                    <a:pt x="142367" y="0"/>
                  </a:lnTo>
                  <a:lnTo>
                    <a:pt x="141986" y="127"/>
                  </a:lnTo>
                  <a:lnTo>
                    <a:pt x="134747" y="3302"/>
                  </a:lnTo>
                  <a:lnTo>
                    <a:pt x="133985" y="4445"/>
                  </a:lnTo>
                  <a:lnTo>
                    <a:pt x="132842" y="6096"/>
                  </a:lnTo>
                  <a:lnTo>
                    <a:pt x="132334" y="8763"/>
                  </a:lnTo>
                  <a:lnTo>
                    <a:pt x="131572" y="11049"/>
                  </a:lnTo>
                  <a:lnTo>
                    <a:pt x="130429" y="11684"/>
                  </a:lnTo>
                  <a:lnTo>
                    <a:pt x="129159" y="12192"/>
                  </a:lnTo>
                  <a:lnTo>
                    <a:pt x="128016" y="13208"/>
                  </a:lnTo>
                  <a:lnTo>
                    <a:pt x="124968" y="16002"/>
                  </a:lnTo>
                  <a:lnTo>
                    <a:pt x="124206" y="17907"/>
                  </a:lnTo>
                  <a:lnTo>
                    <a:pt x="122047" y="21971"/>
                  </a:lnTo>
                  <a:lnTo>
                    <a:pt x="120523" y="22733"/>
                  </a:lnTo>
                  <a:lnTo>
                    <a:pt x="118618" y="22352"/>
                  </a:lnTo>
                  <a:lnTo>
                    <a:pt x="117221" y="24257"/>
                  </a:lnTo>
                  <a:lnTo>
                    <a:pt x="116332" y="25654"/>
                  </a:lnTo>
                  <a:lnTo>
                    <a:pt x="116713" y="28702"/>
                  </a:lnTo>
                  <a:lnTo>
                    <a:pt x="116078" y="30861"/>
                  </a:lnTo>
                  <a:lnTo>
                    <a:pt x="115443" y="33147"/>
                  </a:lnTo>
                  <a:lnTo>
                    <a:pt x="114503" y="35306"/>
                  </a:lnTo>
                  <a:lnTo>
                    <a:pt x="113665" y="37465"/>
                  </a:lnTo>
                  <a:lnTo>
                    <a:pt x="112522" y="38862"/>
                  </a:lnTo>
                  <a:lnTo>
                    <a:pt x="110998" y="39751"/>
                  </a:lnTo>
                  <a:lnTo>
                    <a:pt x="110109" y="41783"/>
                  </a:lnTo>
                  <a:lnTo>
                    <a:pt x="109347" y="43688"/>
                  </a:lnTo>
                  <a:lnTo>
                    <a:pt x="109474" y="46355"/>
                  </a:lnTo>
                  <a:lnTo>
                    <a:pt x="108966" y="48387"/>
                  </a:lnTo>
                  <a:lnTo>
                    <a:pt x="108331" y="50800"/>
                  </a:lnTo>
                  <a:lnTo>
                    <a:pt x="107315" y="52832"/>
                  </a:lnTo>
                  <a:lnTo>
                    <a:pt x="106553" y="54991"/>
                  </a:lnTo>
                  <a:lnTo>
                    <a:pt x="105410" y="56515"/>
                  </a:lnTo>
                  <a:lnTo>
                    <a:pt x="104267" y="58293"/>
                  </a:lnTo>
                  <a:lnTo>
                    <a:pt x="98679" y="63373"/>
                  </a:lnTo>
                  <a:lnTo>
                    <a:pt x="90932" y="63246"/>
                  </a:lnTo>
                  <a:lnTo>
                    <a:pt x="87503" y="63881"/>
                  </a:lnTo>
                  <a:lnTo>
                    <a:pt x="85852" y="62357"/>
                  </a:lnTo>
                  <a:lnTo>
                    <a:pt x="84328" y="60706"/>
                  </a:lnTo>
                  <a:lnTo>
                    <a:pt x="81534" y="58547"/>
                  </a:lnTo>
                  <a:lnTo>
                    <a:pt x="80264" y="58420"/>
                  </a:lnTo>
                  <a:lnTo>
                    <a:pt x="79121" y="57277"/>
                  </a:lnTo>
                  <a:lnTo>
                    <a:pt x="78232" y="56134"/>
                  </a:lnTo>
                  <a:lnTo>
                    <a:pt x="77597" y="54356"/>
                  </a:lnTo>
                  <a:lnTo>
                    <a:pt x="76708" y="52832"/>
                  </a:lnTo>
                  <a:lnTo>
                    <a:pt x="73787" y="51054"/>
                  </a:lnTo>
                  <a:lnTo>
                    <a:pt x="71882" y="50546"/>
                  </a:lnTo>
                  <a:lnTo>
                    <a:pt x="68580" y="44323"/>
                  </a:lnTo>
                  <a:lnTo>
                    <a:pt x="68072" y="41783"/>
                  </a:lnTo>
                  <a:lnTo>
                    <a:pt x="67183" y="39624"/>
                  </a:lnTo>
                  <a:lnTo>
                    <a:pt x="65659" y="35306"/>
                  </a:lnTo>
                  <a:lnTo>
                    <a:pt x="63119" y="32512"/>
                  </a:lnTo>
                  <a:lnTo>
                    <a:pt x="61214" y="28575"/>
                  </a:lnTo>
                  <a:lnTo>
                    <a:pt x="58127" y="21971"/>
                  </a:lnTo>
                  <a:lnTo>
                    <a:pt x="57658" y="20955"/>
                  </a:lnTo>
                  <a:lnTo>
                    <a:pt x="60325" y="23368"/>
                  </a:lnTo>
                  <a:lnTo>
                    <a:pt x="58712" y="20955"/>
                  </a:lnTo>
                  <a:lnTo>
                    <a:pt x="56515" y="17653"/>
                  </a:lnTo>
                  <a:lnTo>
                    <a:pt x="55372" y="16002"/>
                  </a:lnTo>
                  <a:lnTo>
                    <a:pt x="54356" y="13716"/>
                  </a:lnTo>
                  <a:lnTo>
                    <a:pt x="52959" y="13208"/>
                  </a:lnTo>
                  <a:lnTo>
                    <a:pt x="48158" y="11684"/>
                  </a:lnTo>
                  <a:lnTo>
                    <a:pt x="47371" y="11430"/>
                  </a:lnTo>
                  <a:lnTo>
                    <a:pt x="41783" y="11684"/>
                  </a:lnTo>
                  <a:lnTo>
                    <a:pt x="36195" y="11049"/>
                  </a:lnTo>
                  <a:lnTo>
                    <a:pt x="30480" y="12319"/>
                  </a:lnTo>
                  <a:lnTo>
                    <a:pt x="26162" y="12827"/>
                  </a:lnTo>
                  <a:lnTo>
                    <a:pt x="20701" y="15367"/>
                  </a:lnTo>
                  <a:lnTo>
                    <a:pt x="19558" y="16002"/>
                  </a:lnTo>
                  <a:lnTo>
                    <a:pt x="18288" y="16383"/>
                  </a:lnTo>
                  <a:lnTo>
                    <a:pt x="17145" y="17653"/>
                  </a:lnTo>
                  <a:lnTo>
                    <a:pt x="16129" y="18669"/>
                  </a:lnTo>
                  <a:lnTo>
                    <a:pt x="15748" y="20955"/>
                  </a:lnTo>
                  <a:lnTo>
                    <a:pt x="14732" y="21971"/>
                  </a:lnTo>
                  <a:lnTo>
                    <a:pt x="13220" y="17132"/>
                  </a:lnTo>
                  <a:lnTo>
                    <a:pt x="11557" y="7912"/>
                  </a:lnTo>
                  <a:lnTo>
                    <a:pt x="9969" y="6832"/>
                  </a:lnTo>
                  <a:lnTo>
                    <a:pt x="8204" y="64617"/>
                  </a:lnTo>
                  <a:lnTo>
                    <a:pt x="7861" y="119037"/>
                  </a:lnTo>
                  <a:lnTo>
                    <a:pt x="7683" y="181203"/>
                  </a:lnTo>
                  <a:lnTo>
                    <a:pt x="7620" y="299466"/>
                  </a:lnTo>
                  <a:lnTo>
                    <a:pt x="8382" y="303784"/>
                  </a:lnTo>
                  <a:lnTo>
                    <a:pt x="8763" y="308229"/>
                  </a:lnTo>
                  <a:lnTo>
                    <a:pt x="10922" y="316738"/>
                  </a:lnTo>
                  <a:lnTo>
                    <a:pt x="11176" y="321437"/>
                  </a:lnTo>
                  <a:lnTo>
                    <a:pt x="11633" y="335699"/>
                  </a:lnTo>
                  <a:lnTo>
                    <a:pt x="11696" y="342633"/>
                  </a:lnTo>
                  <a:lnTo>
                    <a:pt x="8458" y="343382"/>
                  </a:lnTo>
                  <a:lnTo>
                    <a:pt x="3263" y="348843"/>
                  </a:lnTo>
                  <a:lnTo>
                    <a:pt x="685" y="356920"/>
                  </a:lnTo>
                  <a:lnTo>
                    <a:pt x="0" y="366776"/>
                  </a:lnTo>
                  <a:lnTo>
                    <a:pt x="2222" y="390550"/>
                  </a:lnTo>
                  <a:lnTo>
                    <a:pt x="12001" y="434073"/>
                  </a:lnTo>
                  <a:lnTo>
                    <a:pt x="14224" y="457835"/>
                  </a:lnTo>
                  <a:lnTo>
                    <a:pt x="79794" y="489572"/>
                  </a:lnTo>
                  <a:lnTo>
                    <a:pt x="122059" y="493814"/>
                  </a:lnTo>
                  <a:lnTo>
                    <a:pt x="167208" y="495160"/>
                  </a:lnTo>
                  <a:lnTo>
                    <a:pt x="219583" y="489204"/>
                  </a:lnTo>
                  <a:lnTo>
                    <a:pt x="247269" y="454152"/>
                  </a:lnTo>
                  <a:lnTo>
                    <a:pt x="252095" y="383374"/>
                  </a:lnTo>
                  <a:lnTo>
                    <a:pt x="253669" y="379183"/>
                  </a:lnTo>
                  <a:lnTo>
                    <a:pt x="255524" y="352171"/>
                  </a:lnTo>
                  <a:lnTo>
                    <a:pt x="255549" y="350850"/>
                  </a:lnTo>
                  <a:lnTo>
                    <a:pt x="255930" y="348843"/>
                  </a:lnTo>
                  <a:lnTo>
                    <a:pt x="255625" y="347357"/>
                  </a:lnTo>
                  <a:lnTo>
                    <a:pt x="256311" y="316738"/>
                  </a:lnTo>
                  <a:lnTo>
                    <a:pt x="257048" y="264820"/>
                  </a:lnTo>
                  <a:lnTo>
                    <a:pt x="257467" y="206794"/>
                  </a:lnTo>
                  <a:lnTo>
                    <a:pt x="257467" y="148793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77200" y="4160520"/>
              <a:ext cx="873251" cy="8732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54624" y="3185159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146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754623" y="3185160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30823" y="3517392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748273" y="5143246"/>
            <a:ext cx="2894330" cy="886460"/>
            <a:chOff x="5748273" y="5143246"/>
            <a:chExt cx="2894330" cy="886460"/>
          </a:xfrm>
        </p:grpSpPr>
        <p:sp>
          <p:nvSpPr>
            <p:cNvPr id="9" name="object 9"/>
            <p:cNvSpPr/>
            <p:nvPr/>
          </p:nvSpPr>
          <p:spPr>
            <a:xfrm>
              <a:off x="8392667" y="5541264"/>
              <a:ext cx="250190" cy="394970"/>
            </a:xfrm>
            <a:custGeom>
              <a:avLst/>
              <a:gdLst/>
              <a:ahLst/>
              <a:cxnLst/>
              <a:rect l="l" t="t" r="r" b="b"/>
              <a:pathLst>
                <a:path w="250190" h="394970">
                  <a:moveTo>
                    <a:pt x="2361" y="6754"/>
                  </a:moveTo>
                  <a:lnTo>
                    <a:pt x="585" y="64366"/>
                  </a:lnTo>
                  <a:lnTo>
                    <a:pt x="246" y="118579"/>
                  </a:lnTo>
                  <a:lnTo>
                    <a:pt x="73" y="180508"/>
                  </a:lnTo>
                  <a:lnTo>
                    <a:pt x="0" y="298284"/>
                  </a:lnTo>
                  <a:lnTo>
                    <a:pt x="761" y="302615"/>
                  </a:lnTo>
                  <a:lnTo>
                    <a:pt x="1142" y="306997"/>
                  </a:lnTo>
                  <a:lnTo>
                    <a:pt x="3301" y="315556"/>
                  </a:lnTo>
                  <a:lnTo>
                    <a:pt x="3555" y="320154"/>
                  </a:lnTo>
                  <a:lnTo>
                    <a:pt x="4022" y="334393"/>
                  </a:lnTo>
                  <a:lnTo>
                    <a:pt x="4288" y="362952"/>
                  </a:lnTo>
                  <a:lnTo>
                    <a:pt x="4825" y="377177"/>
                  </a:lnTo>
                  <a:lnTo>
                    <a:pt x="4825" y="379222"/>
                  </a:lnTo>
                  <a:lnTo>
                    <a:pt x="6223" y="380492"/>
                  </a:lnTo>
                  <a:lnTo>
                    <a:pt x="7111" y="381558"/>
                  </a:lnTo>
                  <a:lnTo>
                    <a:pt x="8254" y="382752"/>
                  </a:lnTo>
                  <a:lnTo>
                    <a:pt x="9525" y="383019"/>
                  </a:lnTo>
                  <a:lnTo>
                    <a:pt x="10667" y="383755"/>
                  </a:lnTo>
                  <a:lnTo>
                    <a:pt x="54512" y="385207"/>
                  </a:lnTo>
                  <a:lnTo>
                    <a:pt x="87249" y="392341"/>
                  </a:lnTo>
                  <a:lnTo>
                    <a:pt x="89407" y="392518"/>
                  </a:lnTo>
                  <a:lnTo>
                    <a:pt x="107598" y="393615"/>
                  </a:lnTo>
                  <a:lnTo>
                    <a:pt x="162051" y="394716"/>
                  </a:lnTo>
                  <a:lnTo>
                    <a:pt x="213951" y="393337"/>
                  </a:lnTo>
                  <a:lnTo>
                    <a:pt x="232917" y="392430"/>
                  </a:lnTo>
                  <a:lnTo>
                    <a:pt x="234696" y="391998"/>
                  </a:lnTo>
                  <a:lnTo>
                    <a:pt x="235965" y="390334"/>
                  </a:lnTo>
                  <a:lnTo>
                    <a:pt x="236556" y="389654"/>
                  </a:lnTo>
                  <a:lnTo>
                    <a:pt x="238378" y="383755"/>
                  </a:lnTo>
                  <a:lnTo>
                    <a:pt x="240510" y="383395"/>
                  </a:lnTo>
                  <a:lnTo>
                    <a:pt x="243931" y="383395"/>
                  </a:lnTo>
                  <a:lnTo>
                    <a:pt x="246058" y="377740"/>
                  </a:lnTo>
                  <a:lnTo>
                    <a:pt x="247903" y="350862"/>
                  </a:lnTo>
                  <a:lnTo>
                    <a:pt x="248724" y="314469"/>
                  </a:lnTo>
                  <a:lnTo>
                    <a:pt x="249428" y="263792"/>
                  </a:lnTo>
                  <a:lnTo>
                    <a:pt x="249856" y="205990"/>
                  </a:lnTo>
                  <a:lnTo>
                    <a:pt x="249851" y="148220"/>
                  </a:lnTo>
                  <a:lnTo>
                    <a:pt x="249253" y="97639"/>
                  </a:lnTo>
                  <a:lnTo>
                    <a:pt x="247985" y="63588"/>
                  </a:lnTo>
                  <a:lnTo>
                    <a:pt x="79882" y="63588"/>
                  </a:lnTo>
                  <a:lnTo>
                    <a:pt x="78231" y="62128"/>
                  </a:lnTo>
                  <a:lnTo>
                    <a:pt x="76707" y="60490"/>
                  </a:lnTo>
                  <a:lnTo>
                    <a:pt x="73913" y="58293"/>
                  </a:lnTo>
                  <a:lnTo>
                    <a:pt x="72643" y="58204"/>
                  </a:lnTo>
                  <a:lnTo>
                    <a:pt x="71500" y="57010"/>
                  </a:lnTo>
                  <a:lnTo>
                    <a:pt x="70611" y="55956"/>
                  </a:lnTo>
                  <a:lnTo>
                    <a:pt x="69976" y="54089"/>
                  </a:lnTo>
                  <a:lnTo>
                    <a:pt x="69087" y="52628"/>
                  </a:lnTo>
                  <a:lnTo>
                    <a:pt x="66166" y="50838"/>
                  </a:lnTo>
                  <a:lnTo>
                    <a:pt x="64261" y="50304"/>
                  </a:lnTo>
                  <a:lnTo>
                    <a:pt x="60959" y="44196"/>
                  </a:lnTo>
                  <a:lnTo>
                    <a:pt x="60451" y="41656"/>
                  </a:lnTo>
                  <a:lnTo>
                    <a:pt x="59562" y="39497"/>
                  </a:lnTo>
                  <a:lnTo>
                    <a:pt x="58038" y="35179"/>
                  </a:lnTo>
                  <a:lnTo>
                    <a:pt x="55499" y="32385"/>
                  </a:lnTo>
                  <a:lnTo>
                    <a:pt x="53593" y="28448"/>
                  </a:lnTo>
                  <a:lnTo>
                    <a:pt x="50520" y="21971"/>
                  </a:lnTo>
                  <a:lnTo>
                    <a:pt x="7111" y="21971"/>
                  </a:lnTo>
                  <a:lnTo>
                    <a:pt x="5607" y="17073"/>
                  </a:lnTo>
                  <a:lnTo>
                    <a:pt x="3936" y="7842"/>
                  </a:lnTo>
                  <a:lnTo>
                    <a:pt x="2361" y="6754"/>
                  </a:lnTo>
                  <a:close/>
                </a:path>
                <a:path w="250190" h="394970">
                  <a:moveTo>
                    <a:pt x="237235" y="388874"/>
                  </a:moveTo>
                  <a:lnTo>
                    <a:pt x="236556" y="389654"/>
                  </a:lnTo>
                  <a:lnTo>
                    <a:pt x="236347" y="390334"/>
                  </a:lnTo>
                  <a:lnTo>
                    <a:pt x="237235" y="388874"/>
                  </a:lnTo>
                  <a:close/>
                </a:path>
                <a:path w="250190" h="394970">
                  <a:moveTo>
                    <a:pt x="243931" y="383395"/>
                  </a:moveTo>
                  <a:lnTo>
                    <a:pt x="240510" y="383395"/>
                  </a:lnTo>
                  <a:lnTo>
                    <a:pt x="243331" y="384987"/>
                  </a:lnTo>
                  <a:lnTo>
                    <a:pt x="243931" y="383395"/>
                  </a:lnTo>
                  <a:close/>
                </a:path>
                <a:path w="250190" h="394970">
                  <a:moveTo>
                    <a:pt x="83311" y="62966"/>
                  </a:moveTo>
                  <a:lnTo>
                    <a:pt x="79882" y="63588"/>
                  </a:lnTo>
                  <a:lnTo>
                    <a:pt x="247985" y="63588"/>
                  </a:lnTo>
                  <a:lnTo>
                    <a:pt x="247969" y="63157"/>
                  </a:lnTo>
                  <a:lnTo>
                    <a:pt x="91058" y="63157"/>
                  </a:lnTo>
                  <a:lnTo>
                    <a:pt x="83311" y="62966"/>
                  </a:lnTo>
                  <a:close/>
                </a:path>
                <a:path w="250190" h="394970">
                  <a:moveTo>
                    <a:pt x="110998" y="22225"/>
                  </a:moveTo>
                  <a:lnTo>
                    <a:pt x="109600" y="24130"/>
                  </a:lnTo>
                  <a:lnTo>
                    <a:pt x="108711" y="25527"/>
                  </a:lnTo>
                  <a:lnTo>
                    <a:pt x="109092" y="28575"/>
                  </a:lnTo>
                  <a:lnTo>
                    <a:pt x="108457" y="30734"/>
                  </a:lnTo>
                  <a:lnTo>
                    <a:pt x="107823" y="33020"/>
                  </a:lnTo>
                  <a:lnTo>
                    <a:pt x="106884" y="35179"/>
                  </a:lnTo>
                  <a:lnTo>
                    <a:pt x="106045" y="37338"/>
                  </a:lnTo>
                  <a:lnTo>
                    <a:pt x="104901" y="38735"/>
                  </a:lnTo>
                  <a:lnTo>
                    <a:pt x="103377" y="39624"/>
                  </a:lnTo>
                  <a:lnTo>
                    <a:pt x="101726" y="43434"/>
                  </a:lnTo>
                  <a:lnTo>
                    <a:pt x="101853" y="46228"/>
                  </a:lnTo>
                  <a:lnTo>
                    <a:pt x="101346" y="48247"/>
                  </a:lnTo>
                  <a:lnTo>
                    <a:pt x="100710" y="50596"/>
                  </a:lnTo>
                  <a:lnTo>
                    <a:pt x="99695" y="52628"/>
                  </a:lnTo>
                  <a:lnTo>
                    <a:pt x="98932" y="54825"/>
                  </a:lnTo>
                  <a:lnTo>
                    <a:pt x="97789" y="56286"/>
                  </a:lnTo>
                  <a:lnTo>
                    <a:pt x="96647" y="58026"/>
                  </a:lnTo>
                  <a:lnTo>
                    <a:pt x="91058" y="63157"/>
                  </a:lnTo>
                  <a:lnTo>
                    <a:pt x="247969" y="63157"/>
                  </a:lnTo>
                  <a:lnTo>
                    <a:pt x="247912" y="61633"/>
                  </a:lnTo>
                  <a:lnTo>
                    <a:pt x="199643" y="61633"/>
                  </a:lnTo>
                  <a:lnTo>
                    <a:pt x="195452" y="57010"/>
                  </a:lnTo>
                  <a:lnTo>
                    <a:pt x="194563" y="55956"/>
                  </a:lnTo>
                  <a:lnTo>
                    <a:pt x="193928" y="54089"/>
                  </a:lnTo>
                  <a:lnTo>
                    <a:pt x="193039" y="52628"/>
                  </a:lnTo>
                  <a:lnTo>
                    <a:pt x="191515" y="51892"/>
                  </a:lnTo>
                  <a:lnTo>
                    <a:pt x="189737" y="51790"/>
                  </a:lnTo>
                  <a:lnTo>
                    <a:pt x="188340" y="50431"/>
                  </a:lnTo>
                  <a:lnTo>
                    <a:pt x="185165" y="47561"/>
                  </a:lnTo>
                  <a:lnTo>
                    <a:pt x="185547" y="42799"/>
                  </a:lnTo>
                  <a:lnTo>
                    <a:pt x="184784" y="37338"/>
                  </a:lnTo>
                  <a:lnTo>
                    <a:pt x="184023" y="32893"/>
                  </a:lnTo>
                  <a:lnTo>
                    <a:pt x="183514" y="30734"/>
                  </a:lnTo>
                  <a:lnTo>
                    <a:pt x="179655" y="28543"/>
                  </a:lnTo>
                  <a:lnTo>
                    <a:pt x="179974" y="28543"/>
                  </a:lnTo>
                  <a:lnTo>
                    <a:pt x="180889" y="27447"/>
                  </a:lnTo>
                  <a:lnTo>
                    <a:pt x="179056" y="22606"/>
                  </a:lnTo>
                  <a:lnTo>
                    <a:pt x="112902" y="22606"/>
                  </a:lnTo>
                  <a:lnTo>
                    <a:pt x="110998" y="22225"/>
                  </a:lnTo>
                  <a:close/>
                </a:path>
                <a:path w="250190" h="394970">
                  <a:moveTo>
                    <a:pt x="212089" y="51435"/>
                  </a:moveTo>
                  <a:lnTo>
                    <a:pt x="210947" y="52628"/>
                  </a:lnTo>
                  <a:lnTo>
                    <a:pt x="210057" y="53695"/>
                  </a:lnTo>
                  <a:lnTo>
                    <a:pt x="209423" y="55549"/>
                  </a:lnTo>
                  <a:lnTo>
                    <a:pt x="208533" y="57010"/>
                  </a:lnTo>
                  <a:lnTo>
                    <a:pt x="203961" y="58064"/>
                  </a:lnTo>
                  <a:lnTo>
                    <a:pt x="199643" y="61633"/>
                  </a:lnTo>
                  <a:lnTo>
                    <a:pt x="247912" y="61633"/>
                  </a:lnTo>
                  <a:lnTo>
                    <a:pt x="247903" y="61404"/>
                  </a:lnTo>
                  <a:lnTo>
                    <a:pt x="246523" y="52070"/>
                  </a:lnTo>
                  <a:lnTo>
                    <a:pt x="213613" y="52070"/>
                  </a:lnTo>
                  <a:lnTo>
                    <a:pt x="212089" y="51435"/>
                  </a:lnTo>
                  <a:close/>
                </a:path>
                <a:path w="250190" h="394970">
                  <a:moveTo>
                    <a:pt x="238172" y="27138"/>
                  </a:moveTo>
                  <a:lnTo>
                    <a:pt x="231919" y="29248"/>
                  </a:lnTo>
                  <a:lnTo>
                    <a:pt x="226440" y="30734"/>
                  </a:lnTo>
                  <a:lnTo>
                    <a:pt x="220472" y="37973"/>
                  </a:lnTo>
                  <a:lnTo>
                    <a:pt x="217804" y="40132"/>
                  </a:lnTo>
                  <a:lnTo>
                    <a:pt x="215773" y="43815"/>
                  </a:lnTo>
                  <a:lnTo>
                    <a:pt x="214883" y="45466"/>
                  </a:lnTo>
                  <a:lnTo>
                    <a:pt x="215391" y="48806"/>
                  </a:lnTo>
                  <a:lnTo>
                    <a:pt x="213613" y="52070"/>
                  </a:lnTo>
                  <a:lnTo>
                    <a:pt x="246523" y="52070"/>
                  </a:lnTo>
                  <a:lnTo>
                    <a:pt x="243925" y="34493"/>
                  </a:lnTo>
                  <a:lnTo>
                    <a:pt x="238172" y="27138"/>
                  </a:lnTo>
                  <a:close/>
                </a:path>
                <a:path w="250190" h="394970">
                  <a:moveTo>
                    <a:pt x="51180" y="20955"/>
                  </a:moveTo>
                  <a:lnTo>
                    <a:pt x="50037" y="20955"/>
                  </a:lnTo>
                  <a:lnTo>
                    <a:pt x="52704" y="23241"/>
                  </a:lnTo>
                  <a:lnTo>
                    <a:pt x="51180" y="20955"/>
                  </a:lnTo>
                  <a:close/>
                </a:path>
                <a:path w="250190" h="394970">
                  <a:moveTo>
                    <a:pt x="134747" y="0"/>
                  </a:moveTo>
                  <a:lnTo>
                    <a:pt x="134365" y="127"/>
                  </a:lnTo>
                  <a:lnTo>
                    <a:pt x="127126" y="3302"/>
                  </a:lnTo>
                  <a:lnTo>
                    <a:pt x="126364" y="4445"/>
                  </a:lnTo>
                  <a:lnTo>
                    <a:pt x="125222" y="6096"/>
                  </a:lnTo>
                  <a:lnTo>
                    <a:pt x="124713" y="8763"/>
                  </a:lnTo>
                  <a:lnTo>
                    <a:pt x="123951" y="10922"/>
                  </a:lnTo>
                  <a:lnTo>
                    <a:pt x="122808" y="11684"/>
                  </a:lnTo>
                  <a:lnTo>
                    <a:pt x="121538" y="12065"/>
                  </a:lnTo>
                  <a:lnTo>
                    <a:pt x="120396" y="13208"/>
                  </a:lnTo>
                  <a:lnTo>
                    <a:pt x="117348" y="15875"/>
                  </a:lnTo>
                  <a:lnTo>
                    <a:pt x="116585" y="17907"/>
                  </a:lnTo>
                  <a:lnTo>
                    <a:pt x="114426" y="21971"/>
                  </a:lnTo>
                  <a:lnTo>
                    <a:pt x="112902" y="22606"/>
                  </a:lnTo>
                  <a:lnTo>
                    <a:pt x="179056" y="22606"/>
                  </a:lnTo>
                  <a:lnTo>
                    <a:pt x="178815" y="21971"/>
                  </a:lnTo>
                  <a:lnTo>
                    <a:pt x="178268" y="20955"/>
                  </a:lnTo>
                  <a:lnTo>
                    <a:pt x="176275" y="20955"/>
                  </a:lnTo>
                  <a:lnTo>
                    <a:pt x="175259" y="19685"/>
                  </a:lnTo>
                  <a:lnTo>
                    <a:pt x="173862" y="18034"/>
                  </a:lnTo>
                  <a:lnTo>
                    <a:pt x="172847" y="15367"/>
                  </a:lnTo>
                  <a:lnTo>
                    <a:pt x="171703" y="13208"/>
                  </a:lnTo>
                  <a:lnTo>
                    <a:pt x="166661" y="10177"/>
                  </a:lnTo>
                  <a:lnTo>
                    <a:pt x="169854" y="10177"/>
                  </a:lnTo>
                  <a:lnTo>
                    <a:pt x="164464" y="4445"/>
                  </a:lnTo>
                  <a:lnTo>
                    <a:pt x="162686" y="2667"/>
                  </a:lnTo>
                  <a:lnTo>
                    <a:pt x="160527" y="2540"/>
                  </a:lnTo>
                  <a:lnTo>
                    <a:pt x="158496" y="2159"/>
                  </a:lnTo>
                  <a:lnTo>
                    <a:pt x="150622" y="1016"/>
                  </a:lnTo>
                  <a:lnTo>
                    <a:pt x="142621" y="762"/>
                  </a:lnTo>
                  <a:lnTo>
                    <a:pt x="134747" y="0"/>
                  </a:lnTo>
                  <a:close/>
                </a:path>
                <a:path w="250190" h="394970">
                  <a:moveTo>
                    <a:pt x="28575" y="10922"/>
                  </a:moveTo>
                  <a:lnTo>
                    <a:pt x="22859" y="12319"/>
                  </a:lnTo>
                  <a:lnTo>
                    <a:pt x="18541" y="12827"/>
                  </a:lnTo>
                  <a:lnTo>
                    <a:pt x="13080" y="15367"/>
                  </a:lnTo>
                  <a:lnTo>
                    <a:pt x="11937" y="15875"/>
                  </a:lnTo>
                  <a:lnTo>
                    <a:pt x="10667" y="16383"/>
                  </a:lnTo>
                  <a:lnTo>
                    <a:pt x="9525" y="17526"/>
                  </a:lnTo>
                  <a:lnTo>
                    <a:pt x="8508" y="18669"/>
                  </a:lnTo>
                  <a:lnTo>
                    <a:pt x="8127" y="20955"/>
                  </a:lnTo>
                  <a:lnTo>
                    <a:pt x="7111" y="21971"/>
                  </a:lnTo>
                  <a:lnTo>
                    <a:pt x="50520" y="21971"/>
                  </a:lnTo>
                  <a:lnTo>
                    <a:pt x="50037" y="20955"/>
                  </a:lnTo>
                  <a:lnTo>
                    <a:pt x="51180" y="20955"/>
                  </a:lnTo>
                  <a:lnTo>
                    <a:pt x="48895" y="17526"/>
                  </a:lnTo>
                  <a:lnTo>
                    <a:pt x="47751" y="15875"/>
                  </a:lnTo>
                  <a:lnTo>
                    <a:pt x="46735" y="13589"/>
                  </a:lnTo>
                  <a:lnTo>
                    <a:pt x="45338" y="13208"/>
                  </a:lnTo>
                  <a:lnTo>
                    <a:pt x="40549" y="11684"/>
                  </a:lnTo>
                  <a:lnTo>
                    <a:pt x="34162" y="11684"/>
                  </a:lnTo>
                  <a:lnTo>
                    <a:pt x="28575" y="10922"/>
                  </a:lnTo>
                  <a:close/>
                </a:path>
                <a:path w="250190" h="394970">
                  <a:moveTo>
                    <a:pt x="177926" y="20320"/>
                  </a:moveTo>
                  <a:lnTo>
                    <a:pt x="176275" y="20955"/>
                  </a:lnTo>
                  <a:lnTo>
                    <a:pt x="178268" y="20955"/>
                  </a:lnTo>
                  <a:lnTo>
                    <a:pt x="177926" y="20320"/>
                  </a:lnTo>
                  <a:close/>
                </a:path>
                <a:path w="250190" h="394970">
                  <a:moveTo>
                    <a:pt x="39750" y="11430"/>
                  </a:moveTo>
                  <a:lnTo>
                    <a:pt x="34162" y="11684"/>
                  </a:lnTo>
                  <a:lnTo>
                    <a:pt x="40549" y="11684"/>
                  </a:lnTo>
                  <a:lnTo>
                    <a:pt x="39750" y="11430"/>
                  </a:lnTo>
                  <a:close/>
                </a:path>
                <a:path w="250190" h="394970">
                  <a:moveTo>
                    <a:pt x="169854" y="10177"/>
                  </a:moveTo>
                  <a:lnTo>
                    <a:pt x="166661" y="10177"/>
                  </a:lnTo>
                  <a:lnTo>
                    <a:pt x="169084" y="11445"/>
                  </a:lnTo>
                  <a:lnTo>
                    <a:pt x="171007" y="11404"/>
                  </a:lnTo>
                  <a:lnTo>
                    <a:pt x="169854" y="10177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54624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3" y="5149596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1"/>
                  </a:moveTo>
                  <a:lnTo>
                    <a:pt x="2400300" y="87325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1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30823" y="5481828"/>
              <a:ext cx="2286000" cy="5013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45083" y="1034542"/>
            <a:ext cx="76828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7810" indent="-245745">
              <a:lnSpc>
                <a:spcPct val="100000"/>
              </a:lnSpc>
              <a:spcBef>
                <a:spcPts val="95"/>
              </a:spcBef>
              <a:buClr>
                <a:srgbClr val="000066"/>
              </a:buClr>
              <a:buFont typeface="Wingdings"/>
              <a:buChar char=""/>
              <a:tabLst>
                <a:tab pos="258445" algn="l"/>
              </a:tabLst>
            </a:pPr>
            <a:r>
              <a:rPr dirty="0" sz="1900" spc="50">
                <a:latin typeface="FreeSerif"/>
                <a:cs typeface="FreeSerif"/>
              </a:rPr>
              <a:t>Rebalances</a:t>
            </a:r>
            <a:r>
              <a:rPr dirty="0" sz="1900" spc="-60">
                <a:latin typeface="FreeSerif"/>
                <a:cs typeface="FreeSerif"/>
              </a:rPr>
              <a:t> </a:t>
            </a:r>
            <a:r>
              <a:rPr dirty="0" sz="1900" spc="65">
                <a:latin typeface="FreeSerif"/>
                <a:cs typeface="FreeSerif"/>
              </a:rPr>
              <a:t>replicas</a:t>
            </a:r>
            <a:r>
              <a:rPr dirty="0" sz="1900" spc="-55">
                <a:latin typeface="FreeSerif"/>
                <a:cs typeface="FreeSerif"/>
              </a:rPr>
              <a:t> </a:t>
            </a:r>
            <a:r>
              <a:rPr dirty="0" sz="1900" spc="50">
                <a:latin typeface="FreeSerif"/>
                <a:cs typeface="FreeSerif"/>
              </a:rPr>
              <a:t>periodically</a:t>
            </a:r>
            <a:r>
              <a:rPr dirty="0" sz="1900" spc="-60">
                <a:latin typeface="FreeSerif"/>
                <a:cs typeface="FreeSerif"/>
              </a:rPr>
              <a:t> </a:t>
            </a:r>
            <a:r>
              <a:rPr dirty="0" sz="1900" spc="10">
                <a:latin typeface="FreeSerif"/>
                <a:cs typeface="FreeSerif"/>
              </a:rPr>
              <a:t>for</a:t>
            </a:r>
            <a:r>
              <a:rPr dirty="0" sz="1900" spc="-55">
                <a:latin typeface="FreeSerif"/>
                <a:cs typeface="FreeSerif"/>
              </a:rPr>
              <a:t> </a:t>
            </a:r>
            <a:r>
              <a:rPr dirty="0" sz="1900" spc="90">
                <a:latin typeface="FreeSerif"/>
                <a:cs typeface="FreeSerif"/>
              </a:rPr>
              <a:t>better</a:t>
            </a:r>
            <a:r>
              <a:rPr dirty="0" sz="1900" spc="-45">
                <a:latin typeface="FreeSerif"/>
                <a:cs typeface="FreeSerif"/>
              </a:rPr>
              <a:t> </a:t>
            </a:r>
            <a:r>
              <a:rPr dirty="0" sz="1900" spc="55">
                <a:latin typeface="FreeSerif"/>
                <a:cs typeface="FreeSerif"/>
              </a:rPr>
              <a:t>disk</a:t>
            </a:r>
            <a:r>
              <a:rPr dirty="0" sz="1900" spc="-65">
                <a:latin typeface="FreeSerif"/>
                <a:cs typeface="FreeSerif"/>
              </a:rPr>
              <a:t> </a:t>
            </a:r>
            <a:r>
              <a:rPr dirty="0" sz="1900" spc="75">
                <a:latin typeface="FreeSerif"/>
                <a:cs typeface="FreeSerif"/>
              </a:rPr>
              <a:t>space</a:t>
            </a:r>
            <a:r>
              <a:rPr dirty="0" sz="1900" spc="-55">
                <a:latin typeface="FreeSerif"/>
                <a:cs typeface="FreeSerif"/>
              </a:rPr>
              <a:t> </a:t>
            </a:r>
            <a:r>
              <a:rPr dirty="0" sz="1900" spc="105">
                <a:latin typeface="FreeSerif"/>
                <a:cs typeface="FreeSerif"/>
              </a:rPr>
              <a:t>and</a:t>
            </a:r>
            <a:r>
              <a:rPr dirty="0" sz="1900" spc="-60">
                <a:latin typeface="FreeSerif"/>
                <a:cs typeface="FreeSerif"/>
              </a:rPr>
              <a:t> </a:t>
            </a:r>
            <a:r>
              <a:rPr dirty="0" sz="1900" spc="75">
                <a:latin typeface="FreeSerif"/>
                <a:cs typeface="FreeSerif"/>
              </a:rPr>
              <a:t>load</a:t>
            </a:r>
            <a:r>
              <a:rPr dirty="0" sz="1900" spc="-55">
                <a:latin typeface="FreeSerif"/>
                <a:cs typeface="FreeSerif"/>
              </a:rPr>
              <a:t> </a:t>
            </a:r>
            <a:r>
              <a:rPr dirty="0" sz="1900" spc="60">
                <a:latin typeface="FreeSerif"/>
                <a:cs typeface="FreeSerif"/>
              </a:rPr>
              <a:t>balancing</a:t>
            </a:r>
            <a:endParaRPr sz="1900">
              <a:latin typeface="FreeSerif"/>
              <a:cs typeface="Free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0364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15">
                <a:solidFill>
                  <a:srgbClr val="0E1745"/>
                </a:solidFill>
              </a:rPr>
              <a:t>R</a:t>
            </a:r>
            <a:r>
              <a:rPr dirty="0" sz="2800" spc="150">
                <a:solidFill>
                  <a:srgbClr val="0E1745"/>
                </a:solidFill>
              </a:rPr>
              <a:t>eb</a:t>
            </a:r>
            <a:r>
              <a:rPr dirty="0" sz="2800" spc="160">
                <a:solidFill>
                  <a:srgbClr val="0E1745"/>
                </a:solidFill>
              </a:rPr>
              <a:t>a</a:t>
            </a:r>
            <a:r>
              <a:rPr dirty="0" sz="2800" spc="85">
                <a:solidFill>
                  <a:srgbClr val="0E1745"/>
                </a:solidFill>
              </a:rPr>
              <a:t>la</a:t>
            </a:r>
            <a:r>
              <a:rPr dirty="0" sz="2800" spc="135">
                <a:solidFill>
                  <a:srgbClr val="0E1745"/>
                </a:solidFill>
              </a:rPr>
              <a:t>n</a:t>
            </a:r>
            <a:r>
              <a:rPr dirty="0" sz="2800" spc="80">
                <a:solidFill>
                  <a:srgbClr val="0E1745"/>
                </a:solidFill>
              </a:rPr>
              <a:t>cing</a:t>
            </a:r>
            <a:endParaRPr sz="2800"/>
          </a:p>
        </p:txBody>
      </p:sp>
      <p:sp>
        <p:nvSpPr>
          <p:cNvPr id="15" name="object 15"/>
          <p:cNvSpPr txBox="1"/>
          <p:nvPr/>
        </p:nvSpPr>
        <p:spPr>
          <a:xfrm>
            <a:off x="826008" y="2133600"/>
            <a:ext cx="1442085" cy="675640"/>
          </a:xfrm>
          <a:prstGeom prst="rect">
            <a:avLst/>
          </a:prstGeom>
          <a:solidFill>
            <a:srgbClr val="F1F1F1"/>
          </a:solidFill>
          <a:ln w="12191">
            <a:solidFill>
              <a:srgbClr val="000000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1535"/>
              </a:spcBef>
            </a:pPr>
            <a:r>
              <a:rPr dirty="0" sz="1800" spc="65" b="1" i="1">
                <a:latin typeface="Carlito"/>
                <a:cs typeface="Carlito"/>
              </a:rPr>
              <a:t>Application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6008" y="2808732"/>
            <a:ext cx="1442085" cy="417830"/>
          </a:xfrm>
          <a:prstGeom prst="rect">
            <a:avLst/>
          </a:prstGeom>
          <a:solidFill>
            <a:srgbClr val="C8CDB3"/>
          </a:solidFill>
          <a:ln w="12191">
            <a:solidFill>
              <a:srgbClr val="0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52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55385" y="1639061"/>
            <a:ext cx="2400300" cy="1126490"/>
            <a:chOff x="5755385" y="1639061"/>
            <a:chExt cx="2400300" cy="1126490"/>
          </a:xfrm>
        </p:grpSpPr>
        <p:sp>
          <p:nvSpPr>
            <p:cNvPr id="18" name="object 18"/>
            <p:cNvSpPr/>
            <p:nvPr/>
          </p:nvSpPr>
          <p:spPr>
            <a:xfrm>
              <a:off x="5755385" y="1639061"/>
              <a:ext cx="2400300" cy="1126490"/>
            </a:xfrm>
            <a:custGeom>
              <a:avLst/>
              <a:gdLst/>
              <a:ahLst/>
              <a:cxnLst/>
              <a:rect l="l" t="t" r="r" b="b"/>
              <a:pathLst>
                <a:path w="2400300" h="1126489">
                  <a:moveTo>
                    <a:pt x="2400300" y="0"/>
                  </a:moveTo>
                  <a:lnTo>
                    <a:pt x="0" y="0"/>
                  </a:lnTo>
                  <a:lnTo>
                    <a:pt x="0" y="1126236"/>
                  </a:lnTo>
                  <a:lnTo>
                    <a:pt x="2400300" y="1126236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830823" y="1961387"/>
              <a:ext cx="2286000" cy="6918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755385" y="1639061"/>
            <a:ext cx="2400300" cy="112649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647065">
              <a:lnSpc>
                <a:spcPct val="100000"/>
              </a:lnSpc>
              <a:spcBef>
                <a:spcPts val="31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04814" y="323642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4990" y="3212338"/>
            <a:ext cx="448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25">
                <a:solidFill>
                  <a:srgbClr val="006FC0"/>
                </a:solidFill>
                <a:latin typeface="DejaVu Sans"/>
                <a:cs typeface="DejaVu Sans"/>
              </a:rPr>
              <a:t>𝜶</a:t>
            </a:r>
            <a:endParaRPr sz="1800">
              <a:latin typeface="DejaVu Sans"/>
              <a:cs typeface="DejaVu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48273" y="4160265"/>
            <a:ext cx="2413000" cy="886460"/>
            <a:chOff x="5748273" y="4160265"/>
            <a:chExt cx="2413000" cy="886460"/>
          </a:xfrm>
        </p:grpSpPr>
        <p:sp>
          <p:nvSpPr>
            <p:cNvPr id="24" name="object 24"/>
            <p:cNvSpPr/>
            <p:nvPr/>
          </p:nvSpPr>
          <p:spPr>
            <a:xfrm>
              <a:off x="5754624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239268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754623" y="4166615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30823" y="4498847"/>
              <a:ext cx="2286000" cy="5013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004814" y="421940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04990" y="4195317"/>
            <a:ext cx="449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135">
                <a:solidFill>
                  <a:srgbClr val="006FC0"/>
                </a:solidFill>
                <a:latin typeface="DejaVu Sans"/>
                <a:cs typeface="DejaVu Sans"/>
              </a:rPr>
              <a:t>𝜷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04814" y="5202383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04990" y="5178297"/>
            <a:ext cx="4324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8800" y="4098035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18428" y="4125595"/>
            <a:ext cx="1321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Primary</a:t>
            </a:r>
            <a:r>
              <a:rPr dirty="0" sz="1400" spc="-6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Replica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38800" y="312877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718428" y="3155391"/>
            <a:ext cx="16357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0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15" b="1" i="1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8800" y="5094732"/>
            <a:ext cx="1905000" cy="307975"/>
          </a:xfrm>
          <a:custGeom>
            <a:avLst/>
            <a:gdLst/>
            <a:ahLst/>
            <a:cxnLst/>
            <a:rect l="l" t="t" r="r" b="b"/>
            <a:pathLst>
              <a:path w="1905000" h="307975">
                <a:moveTo>
                  <a:pt x="1905000" y="0"/>
                </a:moveTo>
                <a:lnTo>
                  <a:pt x="0" y="0"/>
                </a:lnTo>
                <a:lnTo>
                  <a:pt x="0" y="307848"/>
                </a:lnTo>
                <a:lnTo>
                  <a:pt x="1905000" y="307848"/>
                </a:lnTo>
                <a:lnTo>
                  <a:pt x="190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718428" y="5122291"/>
            <a:ext cx="1637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90" b="1" i="1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4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077200" y="3150107"/>
            <a:ext cx="873760" cy="873760"/>
            <a:chOff x="8077200" y="3150107"/>
            <a:chExt cx="873760" cy="873760"/>
          </a:xfrm>
        </p:grpSpPr>
        <p:sp>
          <p:nvSpPr>
            <p:cNvPr id="38" name="object 38"/>
            <p:cNvSpPr/>
            <p:nvPr/>
          </p:nvSpPr>
          <p:spPr>
            <a:xfrm>
              <a:off x="8389620" y="3631691"/>
              <a:ext cx="249856" cy="21335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382000" y="3809999"/>
              <a:ext cx="256540" cy="154305"/>
            </a:xfrm>
            <a:custGeom>
              <a:avLst/>
              <a:gdLst/>
              <a:ahLst/>
              <a:cxnLst/>
              <a:rect l="l" t="t" r="r" b="b"/>
              <a:pathLst>
                <a:path w="256540" h="154304">
                  <a:moveTo>
                    <a:pt x="248157" y="0"/>
                  </a:moveTo>
                  <a:lnTo>
                    <a:pt x="17018" y="0"/>
                  </a:lnTo>
                  <a:lnTo>
                    <a:pt x="8465" y="2004"/>
                  </a:lnTo>
                  <a:lnTo>
                    <a:pt x="3270" y="7461"/>
                  </a:lnTo>
                  <a:lnTo>
                    <a:pt x="694" y="15537"/>
                  </a:lnTo>
                  <a:lnTo>
                    <a:pt x="0" y="25400"/>
                  </a:lnTo>
                  <a:lnTo>
                    <a:pt x="2222" y="49164"/>
                  </a:lnTo>
                  <a:lnTo>
                    <a:pt x="12001" y="92694"/>
                  </a:lnTo>
                  <a:lnTo>
                    <a:pt x="14224" y="116458"/>
                  </a:lnTo>
                  <a:lnTo>
                    <a:pt x="79797" y="148185"/>
                  </a:lnTo>
                  <a:lnTo>
                    <a:pt x="122062" y="152431"/>
                  </a:lnTo>
                  <a:lnTo>
                    <a:pt x="167209" y="153773"/>
                  </a:lnTo>
                  <a:lnTo>
                    <a:pt x="219582" y="147827"/>
                  </a:lnTo>
                  <a:lnTo>
                    <a:pt x="247269" y="112775"/>
                  </a:lnTo>
                  <a:lnTo>
                    <a:pt x="253238" y="25400"/>
                  </a:lnTo>
                  <a:lnTo>
                    <a:pt x="254408" y="15537"/>
                  </a:lnTo>
                  <a:lnTo>
                    <a:pt x="255936" y="7461"/>
                  </a:lnTo>
                  <a:lnTo>
                    <a:pt x="254845" y="2004"/>
                  </a:lnTo>
                  <a:lnTo>
                    <a:pt x="248157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077200" y="3150107"/>
              <a:ext cx="873251" cy="8732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8077200" y="5140452"/>
            <a:ext cx="873760" cy="873760"/>
            <a:chOff x="8077200" y="5140452"/>
            <a:chExt cx="873760" cy="873760"/>
          </a:xfrm>
        </p:grpSpPr>
        <p:sp>
          <p:nvSpPr>
            <p:cNvPr id="42" name="object 42"/>
            <p:cNvSpPr/>
            <p:nvPr/>
          </p:nvSpPr>
          <p:spPr>
            <a:xfrm>
              <a:off x="8389620" y="5740908"/>
              <a:ext cx="249872" cy="21335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77200" y="5140452"/>
              <a:ext cx="873251" cy="8732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5638800" y="6121908"/>
            <a:ext cx="3312160" cy="742315"/>
            <a:chOff x="5638800" y="6121908"/>
            <a:chExt cx="3312160" cy="742315"/>
          </a:xfrm>
        </p:grpSpPr>
        <p:sp>
          <p:nvSpPr>
            <p:cNvPr id="45" name="object 45"/>
            <p:cNvSpPr/>
            <p:nvPr/>
          </p:nvSpPr>
          <p:spPr>
            <a:xfrm>
              <a:off x="5754624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0" y="681228"/>
                  </a:lnTo>
                  <a:lnTo>
                    <a:pt x="2400300" y="681228"/>
                  </a:lnTo>
                  <a:lnTo>
                    <a:pt x="2400300" y="252984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754623" y="6176772"/>
              <a:ext cx="2400300" cy="681355"/>
            </a:xfrm>
            <a:custGeom>
              <a:avLst/>
              <a:gdLst/>
              <a:ahLst/>
              <a:cxnLst/>
              <a:rect l="l" t="t" r="r" b="b"/>
              <a:pathLst>
                <a:path w="2400300" h="681354">
                  <a:moveTo>
                    <a:pt x="2400300" y="681226"/>
                  </a:moveTo>
                  <a:lnTo>
                    <a:pt x="2400300" y="0"/>
                  </a:lnTo>
                  <a:lnTo>
                    <a:pt x="0" y="0"/>
                  </a:lnTo>
                  <a:lnTo>
                    <a:pt x="0" y="68122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830823" y="6509004"/>
              <a:ext cx="2286000" cy="3489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638800" y="6121908"/>
              <a:ext cx="1905000" cy="307975"/>
            </a:xfrm>
            <a:custGeom>
              <a:avLst/>
              <a:gdLst/>
              <a:ahLst/>
              <a:cxnLst/>
              <a:rect l="l" t="t" r="r" b="b"/>
              <a:pathLst>
                <a:path w="1905000" h="307975">
                  <a:moveTo>
                    <a:pt x="1905000" y="0"/>
                  </a:moveTo>
                  <a:lnTo>
                    <a:pt x="0" y="0"/>
                  </a:lnTo>
                  <a:lnTo>
                    <a:pt x="0" y="307847"/>
                  </a:lnTo>
                  <a:lnTo>
                    <a:pt x="1905000" y="307847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86559" y="6673596"/>
              <a:ext cx="253365" cy="184785"/>
            </a:xfrm>
            <a:custGeom>
              <a:avLst/>
              <a:gdLst/>
              <a:ahLst/>
              <a:cxnLst/>
              <a:rect l="l" t="t" r="r" b="b"/>
              <a:pathLst>
                <a:path w="253365" h="184784">
                  <a:moveTo>
                    <a:pt x="252907" y="112153"/>
                  </a:moveTo>
                  <a:lnTo>
                    <a:pt x="252691" y="66192"/>
                  </a:lnTo>
                  <a:lnTo>
                    <a:pt x="251015" y="34620"/>
                  </a:lnTo>
                  <a:lnTo>
                    <a:pt x="251002" y="34378"/>
                  </a:lnTo>
                  <a:lnTo>
                    <a:pt x="250964" y="33553"/>
                  </a:lnTo>
                  <a:lnTo>
                    <a:pt x="250964" y="33426"/>
                  </a:lnTo>
                  <a:lnTo>
                    <a:pt x="249580" y="28346"/>
                  </a:lnTo>
                  <a:lnTo>
                    <a:pt x="246976" y="18796"/>
                  </a:lnTo>
                  <a:lnTo>
                    <a:pt x="241223" y="14782"/>
                  </a:lnTo>
                  <a:lnTo>
                    <a:pt x="234975" y="15913"/>
                  </a:lnTo>
                  <a:lnTo>
                    <a:pt x="229501" y="16713"/>
                  </a:lnTo>
                  <a:lnTo>
                    <a:pt x="225856" y="19151"/>
                  </a:lnTo>
                  <a:lnTo>
                    <a:pt x="223532" y="20688"/>
                  </a:lnTo>
                  <a:lnTo>
                    <a:pt x="220865" y="21844"/>
                  </a:lnTo>
                  <a:lnTo>
                    <a:pt x="217944" y="24765"/>
                  </a:lnTo>
                  <a:lnTo>
                    <a:pt x="218452" y="26568"/>
                  </a:lnTo>
                  <a:lnTo>
                    <a:pt x="216674" y="28346"/>
                  </a:lnTo>
                  <a:lnTo>
                    <a:pt x="215150" y="28003"/>
                  </a:lnTo>
                  <a:lnTo>
                    <a:pt x="214007" y="28651"/>
                  </a:lnTo>
                  <a:lnTo>
                    <a:pt x="213118" y="29235"/>
                  </a:lnTo>
                  <a:lnTo>
                    <a:pt x="212483" y="30238"/>
                  </a:lnTo>
                  <a:lnTo>
                    <a:pt x="211594" y="31038"/>
                  </a:lnTo>
                  <a:lnTo>
                    <a:pt x="207022" y="31610"/>
                  </a:lnTo>
                  <a:lnTo>
                    <a:pt x="202704" y="33553"/>
                  </a:lnTo>
                  <a:lnTo>
                    <a:pt x="198513" y="31038"/>
                  </a:lnTo>
                  <a:lnTo>
                    <a:pt x="197624" y="30454"/>
                  </a:lnTo>
                  <a:lnTo>
                    <a:pt x="196989" y="29451"/>
                  </a:lnTo>
                  <a:lnTo>
                    <a:pt x="196100" y="28651"/>
                  </a:lnTo>
                  <a:lnTo>
                    <a:pt x="194576" y="28257"/>
                  </a:lnTo>
                  <a:lnTo>
                    <a:pt x="192798" y="28194"/>
                  </a:lnTo>
                  <a:lnTo>
                    <a:pt x="191401" y="27457"/>
                  </a:lnTo>
                  <a:lnTo>
                    <a:pt x="188226" y="25895"/>
                  </a:lnTo>
                  <a:lnTo>
                    <a:pt x="188607" y="23266"/>
                  </a:lnTo>
                  <a:lnTo>
                    <a:pt x="187845" y="20294"/>
                  </a:lnTo>
                  <a:lnTo>
                    <a:pt x="187083" y="17907"/>
                  </a:lnTo>
                  <a:lnTo>
                    <a:pt x="186575" y="16713"/>
                  </a:lnTo>
                  <a:lnTo>
                    <a:pt x="182714" y="15519"/>
                  </a:lnTo>
                  <a:lnTo>
                    <a:pt x="183032" y="15519"/>
                  </a:lnTo>
                  <a:lnTo>
                    <a:pt x="183946" y="14922"/>
                  </a:lnTo>
                  <a:lnTo>
                    <a:pt x="182143" y="12331"/>
                  </a:lnTo>
                  <a:lnTo>
                    <a:pt x="181876" y="11938"/>
                  </a:lnTo>
                  <a:lnTo>
                    <a:pt x="181381" y="11442"/>
                  </a:lnTo>
                  <a:lnTo>
                    <a:pt x="180987" y="11049"/>
                  </a:lnTo>
                  <a:lnTo>
                    <a:pt x="179336" y="11442"/>
                  </a:lnTo>
                  <a:lnTo>
                    <a:pt x="176923" y="9804"/>
                  </a:lnTo>
                  <a:lnTo>
                    <a:pt x="175907" y="8356"/>
                  </a:lnTo>
                  <a:lnTo>
                    <a:pt x="174764" y="7162"/>
                  </a:lnTo>
                  <a:lnTo>
                    <a:pt x="169710" y="5537"/>
                  </a:lnTo>
                  <a:lnTo>
                    <a:pt x="172135" y="6235"/>
                  </a:lnTo>
                  <a:lnTo>
                    <a:pt x="174066" y="6197"/>
                  </a:lnTo>
                  <a:lnTo>
                    <a:pt x="172935" y="5537"/>
                  </a:lnTo>
                  <a:lnTo>
                    <a:pt x="167525" y="2387"/>
                  </a:lnTo>
                  <a:lnTo>
                    <a:pt x="165747" y="1485"/>
                  </a:lnTo>
                  <a:lnTo>
                    <a:pt x="163588" y="1358"/>
                  </a:lnTo>
                  <a:lnTo>
                    <a:pt x="153682" y="558"/>
                  </a:lnTo>
                  <a:lnTo>
                    <a:pt x="145681" y="393"/>
                  </a:lnTo>
                  <a:lnTo>
                    <a:pt x="137807" y="0"/>
                  </a:lnTo>
                  <a:lnTo>
                    <a:pt x="130187" y="1765"/>
                  </a:lnTo>
                  <a:lnTo>
                    <a:pt x="128282" y="3289"/>
                  </a:lnTo>
                  <a:lnTo>
                    <a:pt x="127774" y="4775"/>
                  </a:lnTo>
                  <a:lnTo>
                    <a:pt x="127012" y="5969"/>
                  </a:lnTo>
                  <a:lnTo>
                    <a:pt x="125869" y="6362"/>
                  </a:lnTo>
                  <a:lnTo>
                    <a:pt x="124599" y="6604"/>
                  </a:lnTo>
                  <a:lnTo>
                    <a:pt x="120408" y="8674"/>
                  </a:lnTo>
                  <a:lnTo>
                    <a:pt x="119646" y="9715"/>
                  </a:lnTo>
                  <a:lnTo>
                    <a:pt x="117487" y="11938"/>
                  </a:lnTo>
                  <a:lnTo>
                    <a:pt x="115963" y="12331"/>
                  </a:lnTo>
                  <a:lnTo>
                    <a:pt x="114058" y="12103"/>
                  </a:lnTo>
                  <a:lnTo>
                    <a:pt x="112661" y="13131"/>
                  </a:lnTo>
                  <a:lnTo>
                    <a:pt x="111772" y="13919"/>
                  </a:lnTo>
                  <a:lnTo>
                    <a:pt x="112153" y="15582"/>
                  </a:lnTo>
                  <a:lnTo>
                    <a:pt x="111518" y="16713"/>
                  </a:lnTo>
                  <a:lnTo>
                    <a:pt x="110883" y="17995"/>
                  </a:lnTo>
                  <a:lnTo>
                    <a:pt x="109956" y="19151"/>
                  </a:lnTo>
                  <a:lnTo>
                    <a:pt x="109105" y="20294"/>
                  </a:lnTo>
                  <a:lnTo>
                    <a:pt x="107962" y="21094"/>
                  </a:lnTo>
                  <a:lnTo>
                    <a:pt x="106438" y="21564"/>
                  </a:lnTo>
                  <a:lnTo>
                    <a:pt x="104787" y="23660"/>
                  </a:lnTo>
                  <a:lnTo>
                    <a:pt x="104914" y="25133"/>
                  </a:lnTo>
                  <a:lnTo>
                    <a:pt x="104406" y="26263"/>
                  </a:lnTo>
                  <a:lnTo>
                    <a:pt x="103771" y="27546"/>
                  </a:lnTo>
                  <a:lnTo>
                    <a:pt x="102755" y="28651"/>
                  </a:lnTo>
                  <a:lnTo>
                    <a:pt x="101993" y="29845"/>
                  </a:lnTo>
                  <a:lnTo>
                    <a:pt x="100850" y="30645"/>
                  </a:lnTo>
                  <a:lnTo>
                    <a:pt x="99656" y="31610"/>
                  </a:lnTo>
                  <a:lnTo>
                    <a:pt x="94119" y="34378"/>
                  </a:lnTo>
                  <a:lnTo>
                    <a:pt x="86372" y="34277"/>
                  </a:lnTo>
                  <a:lnTo>
                    <a:pt x="82943" y="34620"/>
                  </a:lnTo>
                  <a:lnTo>
                    <a:pt x="81292" y="33820"/>
                  </a:lnTo>
                  <a:lnTo>
                    <a:pt x="79768" y="32931"/>
                  </a:lnTo>
                  <a:lnTo>
                    <a:pt x="76974" y="31737"/>
                  </a:lnTo>
                  <a:lnTo>
                    <a:pt x="75704" y="31686"/>
                  </a:lnTo>
                  <a:lnTo>
                    <a:pt x="74561" y="31038"/>
                  </a:lnTo>
                  <a:lnTo>
                    <a:pt x="73672" y="30454"/>
                  </a:lnTo>
                  <a:lnTo>
                    <a:pt x="73037" y="29451"/>
                  </a:lnTo>
                  <a:lnTo>
                    <a:pt x="72148" y="28651"/>
                  </a:lnTo>
                  <a:lnTo>
                    <a:pt x="69227" y="27673"/>
                  </a:lnTo>
                  <a:lnTo>
                    <a:pt x="67322" y="27381"/>
                  </a:lnTo>
                  <a:lnTo>
                    <a:pt x="64020" y="24053"/>
                  </a:lnTo>
                  <a:lnTo>
                    <a:pt x="63512" y="22682"/>
                  </a:lnTo>
                  <a:lnTo>
                    <a:pt x="62623" y="21488"/>
                  </a:lnTo>
                  <a:lnTo>
                    <a:pt x="61099" y="19151"/>
                  </a:lnTo>
                  <a:lnTo>
                    <a:pt x="58559" y="17640"/>
                  </a:lnTo>
                  <a:lnTo>
                    <a:pt x="56642" y="15519"/>
                  </a:lnTo>
                  <a:lnTo>
                    <a:pt x="53568" y="11938"/>
                  </a:lnTo>
                  <a:lnTo>
                    <a:pt x="53098" y="11379"/>
                  </a:lnTo>
                  <a:lnTo>
                    <a:pt x="55765" y="12649"/>
                  </a:lnTo>
                  <a:lnTo>
                    <a:pt x="54203" y="11379"/>
                  </a:lnTo>
                  <a:lnTo>
                    <a:pt x="51955" y="9550"/>
                  </a:lnTo>
                  <a:lnTo>
                    <a:pt x="50812" y="8648"/>
                  </a:lnTo>
                  <a:lnTo>
                    <a:pt x="49796" y="7416"/>
                  </a:lnTo>
                  <a:lnTo>
                    <a:pt x="43751" y="6362"/>
                  </a:lnTo>
                  <a:lnTo>
                    <a:pt x="42811" y="6197"/>
                  </a:lnTo>
                  <a:lnTo>
                    <a:pt x="37223" y="6362"/>
                  </a:lnTo>
                  <a:lnTo>
                    <a:pt x="31635" y="5969"/>
                  </a:lnTo>
                  <a:lnTo>
                    <a:pt x="25920" y="6692"/>
                  </a:lnTo>
                  <a:lnTo>
                    <a:pt x="21602" y="6985"/>
                  </a:lnTo>
                  <a:lnTo>
                    <a:pt x="14922" y="8674"/>
                  </a:lnTo>
                  <a:lnTo>
                    <a:pt x="13728" y="8915"/>
                  </a:lnTo>
                  <a:lnTo>
                    <a:pt x="11569" y="10134"/>
                  </a:lnTo>
                  <a:lnTo>
                    <a:pt x="11188" y="11379"/>
                  </a:lnTo>
                  <a:lnTo>
                    <a:pt x="10172" y="11938"/>
                  </a:lnTo>
                  <a:lnTo>
                    <a:pt x="8661" y="9296"/>
                  </a:lnTo>
                  <a:lnTo>
                    <a:pt x="6997" y="4279"/>
                  </a:lnTo>
                  <a:lnTo>
                    <a:pt x="5410" y="3695"/>
                  </a:lnTo>
                  <a:lnTo>
                    <a:pt x="3530" y="41795"/>
                  </a:lnTo>
                  <a:lnTo>
                    <a:pt x="3200" y="81191"/>
                  </a:lnTo>
                  <a:lnTo>
                    <a:pt x="3060" y="162394"/>
                  </a:lnTo>
                  <a:lnTo>
                    <a:pt x="3822" y="164744"/>
                  </a:lnTo>
                  <a:lnTo>
                    <a:pt x="4203" y="167144"/>
                  </a:lnTo>
                  <a:lnTo>
                    <a:pt x="6362" y="171792"/>
                  </a:lnTo>
                  <a:lnTo>
                    <a:pt x="6616" y="174294"/>
                  </a:lnTo>
                  <a:lnTo>
                    <a:pt x="6921" y="179616"/>
                  </a:lnTo>
                  <a:lnTo>
                    <a:pt x="3898" y="180314"/>
                  </a:lnTo>
                  <a:lnTo>
                    <a:pt x="0" y="184404"/>
                  </a:lnTo>
                  <a:lnTo>
                    <a:pt x="7112" y="184404"/>
                  </a:lnTo>
                  <a:lnTo>
                    <a:pt x="251104" y="184404"/>
                  </a:lnTo>
                  <a:lnTo>
                    <a:pt x="252158" y="158140"/>
                  </a:lnTo>
                  <a:lnTo>
                    <a:pt x="252907" y="112153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077200" y="6192012"/>
              <a:ext cx="873251" cy="6659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/>
          <p:nvPr/>
        </p:nvSpPr>
        <p:spPr>
          <a:xfrm>
            <a:off x="4495800" y="2392679"/>
            <a:ext cx="486155" cy="4846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4065904" y="3313429"/>
            <a:ext cx="463550" cy="269875"/>
            <a:chOff x="4065904" y="3313429"/>
            <a:chExt cx="463550" cy="269875"/>
          </a:xfrm>
        </p:grpSpPr>
        <p:sp>
          <p:nvSpPr>
            <p:cNvPr id="53" name="object 53"/>
            <p:cNvSpPr/>
            <p:nvPr/>
          </p:nvSpPr>
          <p:spPr>
            <a:xfrm>
              <a:off x="4065904" y="3313429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9" y="0"/>
                  </a:moveTo>
                  <a:lnTo>
                    <a:pt x="0" y="56769"/>
                  </a:lnTo>
                  <a:lnTo>
                    <a:pt x="27812" y="269875"/>
                  </a:lnTo>
                  <a:lnTo>
                    <a:pt x="463042" y="213106"/>
                  </a:lnTo>
                  <a:lnTo>
                    <a:pt x="435229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088129" y="3369563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10" h="175260">
                  <a:moveTo>
                    <a:pt x="9779" y="142494"/>
                  </a:moveTo>
                  <a:lnTo>
                    <a:pt x="35433" y="174751"/>
                  </a:lnTo>
                  <a:lnTo>
                    <a:pt x="43687" y="174498"/>
                  </a:lnTo>
                  <a:lnTo>
                    <a:pt x="81534" y="163957"/>
                  </a:lnTo>
                  <a:lnTo>
                    <a:pt x="94932" y="149733"/>
                  </a:lnTo>
                  <a:lnTo>
                    <a:pt x="36957" y="149733"/>
                  </a:lnTo>
                  <a:lnTo>
                    <a:pt x="30480" y="148971"/>
                  </a:lnTo>
                  <a:lnTo>
                    <a:pt x="27305" y="148336"/>
                  </a:lnTo>
                  <a:lnTo>
                    <a:pt x="20574" y="146685"/>
                  </a:lnTo>
                  <a:lnTo>
                    <a:pt x="17780" y="145796"/>
                  </a:lnTo>
                  <a:lnTo>
                    <a:pt x="11557" y="143256"/>
                  </a:lnTo>
                  <a:lnTo>
                    <a:pt x="9779" y="142494"/>
                  </a:lnTo>
                  <a:close/>
                </a:path>
                <a:path w="422910" h="175260">
                  <a:moveTo>
                    <a:pt x="98204" y="111251"/>
                  </a:moveTo>
                  <a:lnTo>
                    <a:pt x="52070" y="111251"/>
                  </a:lnTo>
                  <a:lnTo>
                    <a:pt x="55753" y="112013"/>
                  </a:lnTo>
                  <a:lnTo>
                    <a:pt x="58928" y="113537"/>
                  </a:lnTo>
                  <a:lnTo>
                    <a:pt x="67818" y="129159"/>
                  </a:lnTo>
                  <a:lnTo>
                    <a:pt x="67818" y="132080"/>
                  </a:lnTo>
                  <a:lnTo>
                    <a:pt x="54991" y="146431"/>
                  </a:lnTo>
                  <a:lnTo>
                    <a:pt x="51308" y="147827"/>
                  </a:lnTo>
                  <a:lnTo>
                    <a:pt x="47752" y="148716"/>
                  </a:lnTo>
                  <a:lnTo>
                    <a:pt x="44450" y="149098"/>
                  </a:lnTo>
                  <a:lnTo>
                    <a:pt x="40512" y="149606"/>
                  </a:lnTo>
                  <a:lnTo>
                    <a:pt x="36957" y="149733"/>
                  </a:lnTo>
                  <a:lnTo>
                    <a:pt x="94932" y="149733"/>
                  </a:lnTo>
                  <a:lnTo>
                    <a:pt x="97155" y="145287"/>
                  </a:lnTo>
                  <a:lnTo>
                    <a:pt x="100203" y="133350"/>
                  </a:lnTo>
                  <a:lnTo>
                    <a:pt x="100584" y="127000"/>
                  </a:lnTo>
                  <a:lnTo>
                    <a:pt x="98679" y="112649"/>
                  </a:lnTo>
                  <a:lnTo>
                    <a:pt x="98204" y="111251"/>
                  </a:lnTo>
                  <a:close/>
                </a:path>
                <a:path w="422910" h="175260">
                  <a:moveTo>
                    <a:pt x="85090" y="35687"/>
                  </a:moveTo>
                  <a:lnTo>
                    <a:pt x="0" y="46862"/>
                  </a:lnTo>
                  <a:lnTo>
                    <a:pt x="9398" y="118999"/>
                  </a:lnTo>
                  <a:lnTo>
                    <a:pt x="12192" y="118618"/>
                  </a:lnTo>
                  <a:lnTo>
                    <a:pt x="15367" y="117348"/>
                  </a:lnTo>
                  <a:lnTo>
                    <a:pt x="19050" y="116077"/>
                  </a:lnTo>
                  <a:lnTo>
                    <a:pt x="43687" y="111251"/>
                  </a:lnTo>
                  <a:lnTo>
                    <a:pt x="98204" y="111251"/>
                  </a:lnTo>
                  <a:lnTo>
                    <a:pt x="96520" y="106299"/>
                  </a:lnTo>
                  <a:lnTo>
                    <a:pt x="93091" y="101346"/>
                  </a:lnTo>
                  <a:lnTo>
                    <a:pt x="89789" y="96393"/>
                  </a:lnTo>
                  <a:lnTo>
                    <a:pt x="85344" y="92583"/>
                  </a:lnTo>
                  <a:lnTo>
                    <a:pt x="76764" y="88519"/>
                  </a:lnTo>
                  <a:lnTo>
                    <a:pt x="36449" y="88519"/>
                  </a:lnTo>
                  <a:lnTo>
                    <a:pt x="33655" y="67056"/>
                  </a:lnTo>
                  <a:lnTo>
                    <a:pt x="88265" y="59944"/>
                  </a:lnTo>
                  <a:lnTo>
                    <a:pt x="85090" y="35687"/>
                  </a:lnTo>
                  <a:close/>
                </a:path>
                <a:path w="422910" h="175260">
                  <a:moveTo>
                    <a:pt x="60071" y="85598"/>
                  </a:moveTo>
                  <a:lnTo>
                    <a:pt x="54229" y="85725"/>
                  </a:lnTo>
                  <a:lnTo>
                    <a:pt x="48133" y="86487"/>
                  </a:lnTo>
                  <a:lnTo>
                    <a:pt x="46736" y="86740"/>
                  </a:lnTo>
                  <a:lnTo>
                    <a:pt x="44958" y="86995"/>
                  </a:lnTo>
                  <a:lnTo>
                    <a:pt x="40132" y="87757"/>
                  </a:lnTo>
                  <a:lnTo>
                    <a:pt x="38100" y="88137"/>
                  </a:lnTo>
                  <a:lnTo>
                    <a:pt x="36449" y="88519"/>
                  </a:lnTo>
                  <a:lnTo>
                    <a:pt x="76764" y="88519"/>
                  </a:lnTo>
                  <a:lnTo>
                    <a:pt x="75692" y="88011"/>
                  </a:lnTo>
                  <a:lnTo>
                    <a:pt x="70866" y="86740"/>
                  </a:lnTo>
                  <a:lnTo>
                    <a:pt x="65405" y="86233"/>
                  </a:lnTo>
                  <a:lnTo>
                    <a:pt x="60071" y="85598"/>
                  </a:lnTo>
                  <a:close/>
                </a:path>
                <a:path w="422910" h="175260">
                  <a:moveTo>
                    <a:pt x="161162" y="23113"/>
                  </a:moveTo>
                  <a:lnTo>
                    <a:pt x="123825" y="35178"/>
                  </a:lnTo>
                  <a:lnTo>
                    <a:pt x="115950" y="46227"/>
                  </a:lnTo>
                  <a:lnTo>
                    <a:pt x="112522" y="52577"/>
                  </a:lnTo>
                  <a:lnTo>
                    <a:pt x="110617" y="59944"/>
                  </a:lnTo>
                  <a:lnTo>
                    <a:pt x="109855" y="68199"/>
                  </a:lnTo>
                  <a:lnTo>
                    <a:pt x="109642" y="73040"/>
                  </a:lnTo>
                  <a:lnTo>
                    <a:pt x="109598" y="76874"/>
                  </a:lnTo>
                  <a:lnTo>
                    <a:pt x="109704" y="82456"/>
                  </a:lnTo>
                  <a:lnTo>
                    <a:pt x="117475" y="126364"/>
                  </a:lnTo>
                  <a:lnTo>
                    <a:pt x="128778" y="146050"/>
                  </a:lnTo>
                  <a:lnTo>
                    <a:pt x="133477" y="151257"/>
                  </a:lnTo>
                  <a:lnTo>
                    <a:pt x="139192" y="154939"/>
                  </a:lnTo>
                  <a:lnTo>
                    <a:pt x="152400" y="159003"/>
                  </a:lnTo>
                  <a:lnTo>
                    <a:pt x="160274" y="159385"/>
                  </a:lnTo>
                  <a:lnTo>
                    <a:pt x="169291" y="158241"/>
                  </a:lnTo>
                  <a:lnTo>
                    <a:pt x="178435" y="156972"/>
                  </a:lnTo>
                  <a:lnTo>
                    <a:pt x="185928" y="154559"/>
                  </a:lnTo>
                  <a:lnTo>
                    <a:pt x="191770" y="150875"/>
                  </a:lnTo>
                  <a:lnTo>
                    <a:pt x="197739" y="147193"/>
                  </a:lnTo>
                  <a:lnTo>
                    <a:pt x="202311" y="142366"/>
                  </a:lnTo>
                  <a:lnTo>
                    <a:pt x="206015" y="135255"/>
                  </a:lnTo>
                  <a:lnTo>
                    <a:pt x="160020" y="135255"/>
                  </a:lnTo>
                  <a:lnTo>
                    <a:pt x="155194" y="132587"/>
                  </a:lnTo>
                  <a:lnTo>
                    <a:pt x="143383" y="93599"/>
                  </a:lnTo>
                  <a:lnTo>
                    <a:pt x="141843" y="74697"/>
                  </a:lnTo>
                  <a:lnTo>
                    <a:pt x="141928" y="68199"/>
                  </a:lnTo>
                  <a:lnTo>
                    <a:pt x="154940" y="48133"/>
                  </a:lnTo>
                  <a:lnTo>
                    <a:pt x="161162" y="47244"/>
                  </a:lnTo>
                  <a:lnTo>
                    <a:pt x="200276" y="47244"/>
                  </a:lnTo>
                  <a:lnTo>
                    <a:pt x="197231" y="41783"/>
                  </a:lnTo>
                  <a:lnTo>
                    <a:pt x="192532" y="36702"/>
                  </a:lnTo>
                  <a:lnTo>
                    <a:pt x="187833" y="31496"/>
                  </a:lnTo>
                  <a:lnTo>
                    <a:pt x="182118" y="27812"/>
                  </a:lnTo>
                  <a:lnTo>
                    <a:pt x="175641" y="25653"/>
                  </a:lnTo>
                  <a:lnTo>
                    <a:pt x="169037" y="23622"/>
                  </a:lnTo>
                  <a:lnTo>
                    <a:pt x="161162" y="23113"/>
                  </a:lnTo>
                  <a:close/>
                </a:path>
                <a:path w="422910" h="175260">
                  <a:moveTo>
                    <a:pt x="200276" y="47244"/>
                  </a:moveTo>
                  <a:lnTo>
                    <a:pt x="161162" y="47244"/>
                  </a:lnTo>
                  <a:lnTo>
                    <a:pt x="165989" y="49911"/>
                  </a:lnTo>
                  <a:lnTo>
                    <a:pt x="169418" y="56007"/>
                  </a:lnTo>
                  <a:lnTo>
                    <a:pt x="178966" y="99950"/>
                  </a:lnTo>
                  <a:lnTo>
                    <a:pt x="179419" y="109299"/>
                  </a:lnTo>
                  <a:lnTo>
                    <a:pt x="179157" y="116957"/>
                  </a:lnTo>
                  <a:lnTo>
                    <a:pt x="160020" y="135255"/>
                  </a:lnTo>
                  <a:lnTo>
                    <a:pt x="206015" y="135255"/>
                  </a:lnTo>
                  <a:lnTo>
                    <a:pt x="211471" y="99950"/>
                  </a:lnTo>
                  <a:lnTo>
                    <a:pt x="211040" y="92833"/>
                  </a:lnTo>
                  <a:lnTo>
                    <a:pt x="200914" y="48387"/>
                  </a:lnTo>
                  <a:lnTo>
                    <a:pt x="200276" y="47244"/>
                  </a:lnTo>
                  <a:close/>
                </a:path>
                <a:path w="422910" h="175260">
                  <a:moveTo>
                    <a:pt x="358648" y="0"/>
                  </a:moveTo>
                  <a:lnTo>
                    <a:pt x="335915" y="3048"/>
                  </a:lnTo>
                  <a:lnTo>
                    <a:pt x="285242" y="140335"/>
                  </a:lnTo>
                  <a:lnTo>
                    <a:pt x="308102" y="137413"/>
                  </a:lnTo>
                  <a:lnTo>
                    <a:pt x="358648" y="0"/>
                  </a:lnTo>
                  <a:close/>
                </a:path>
                <a:path w="422910" h="175260">
                  <a:moveTo>
                    <a:pt x="388056" y="45090"/>
                  </a:moveTo>
                  <a:lnTo>
                    <a:pt x="352679" y="59562"/>
                  </a:lnTo>
                  <a:lnTo>
                    <a:pt x="346407" y="82932"/>
                  </a:lnTo>
                  <a:lnTo>
                    <a:pt x="347091" y="92456"/>
                  </a:lnTo>
                  <a:lnTo>
                    <a:pt x="366587" y="126537"/>
                  </a:lnTo>
                  <a:lnTo>
                    <a:pt x="381307" y="129915"/>
                  </a:lnTo>
                  <a:lnTo>
                    <a:pt x="390144" y="129412"/>
                  </a:lnTo>
                  <a:lnTo>
                    <a:pt x="418536" y="111378"/>
                  </a:lnTo>
                  <a:lnTo>
                    <a:pt x="385191" y="111378"/>
                  </a:lnTo>
                  <a:lnTo>
                    <a:pt x="382905" y="111125"/>
                  </a:lnTo>
                  <a:lnTo>
                    <a:pt x="381127" y="110362"/>
                  </a:lnTo>
                  <a:lnTo>
                    <a:pt x="379222" y="109474"/>
                  </a:lnTo>
                  <a:lnTo>
                    <a:pt x="377698" y="108076"/>
                  </a:lnTo>
                  <a:lnTo>
                    <a:pt x="376682" y="106172"/>
                  </a:lnTo>
                  <a:lnTo>
                    <a:pt x="375285" y="104012"/>
                  </a:lnTo>
                  <a:lnTo>
                    <a:pt x="371337" y="78866"/>
                  </a:lnTo>
                  <a:lnTo>
                    <a:pt x="371442" y="74471"/>
                  </a:lnTo>
                  <a:lnTo>
                    <a:pt x="371602" y="73406"/>
                  </a:lnTo>
                  <a:lnTo>
                    <a:pt x="372274" y="71247"/>
                  </a:lnTo>
                  <a:lnTo>
                    <a:pt x="372872" y="69214"/>
                  </a:lnTo>
                  <a:lnTo>
                    <a:pt x="373888" y="67563"/>
                  </a:lnTo>
                  <a:lnTo>
                    <a:pt x="376809" y="65150"/>
                  </a:lnTo>
                  <a:lnTo>
                    <a:pt x="378841" y="64262"/>
                  </a:lnTo>
                  <a:lnTo>
                    <a:pt x="381635" y="64008"/>
                  </a:lnTo>
                  <a:lnTo>
                    <a:pt x="384302" y="63626"/>
                  </a:lnTo>
                  <a:lnTo>
                    <a:pt x="416786" y="63626"/>
                  </a:lnTo>
                  <a:lnTo>
                    <a:pt x="413392" y="57632"/>
                  </a:lnTo>
                  <a:lnTo>
                    <a:pt x="408559" y="52324"/>
                  </a:lnTo>
                  <a:lnTo>
                    <a:pt x="402724" y="48468"/>
                  </a:lnTo>
                  <a:lnTo>
                    <a:pt x="395890" y="46053"/>
                  </a:lnTo>
                  <a:lnTo>
                    <a:pt x="388056" y="45090"/>
                  </a:lnTo>
                  <a:close/>
                </a:path>
                <a:path w="422910" h="175260">
                  <a:moveTo>
                    <a:pt x="416786" y="63626"/>
                  </a:moveTo>
                  <a:lnTo>
                    <a:pt x="384302" y="63626"/>
                  </a:lnTo>
                  <a:lnTo>
                    <a:pt x="386461" y="63881"/>
                  </a:lnTo>
                  <a:lnTo>
                    <a:pt x="390017" y="65405"/>
                  </a:lnTo>
                  <a:lnTo>
                    <a:pt x="391550" y="66817"/>
                  </a:lnTo>
                  <a:lnTo>
                    <a:pt x="392684" y="68707"/>
                  </a:lnTo>
                  <a:lnTo>
                    <a:pt x="393954" y="70485"/>
                  </a:lnTo>
                  <a:lnTo>
                    <a:pt x="397256" y="85725"/>
                  </a:lnTo>
                  <a:lnTo>
                    <a:pt x="397891" y="89788"/>
                  </a:lnTo>
                  <a:lnTo>
                    <a:pt x="398056" y="92102"/>
                  </a:lnTo>
                  <a:lnTo>
                    <a:pt x="398124" y="99313"/>
                  </a:lnTo>
                  <a:lnTo>
                    <a:pt x="397730" y="101726"/>
                  </a:lnTo>
                  <a:lnTo>
                    <a:pt x="385191" y="111378"/>
                  </a:lnTo>
                  <a:lnTo>
                    <a:pt x="418536" y="111378"/>
                  </a:lnTo>
                  <a:lnTo>
                    <a:pt x="419858" y="108906"/>
                  </a:lnTo>
                  <a:lnTo>
                    <a:pt x="421925" y="101282"/>
                  </a:lnTo>
                  <a:lnTo>
                    <a:pt x="422553" y="93186"/>
                  </a:lnTo>
                  <a:lnTo>
                    <a:pt x="422589" y="92102"/>
                  </a:lnTo>
                  <a:lnTo>
                    <a:pt x="421939" y="82932"/>
                  </a:lnTo>
                  <a:lnTo>
                    <a:pt x="421869" y="82169"/>
                  </a:lnTo>
                  <a:lnTo>
                    <a:pt x="420060" y="72630"/>
                  </a:lnTo>
                  <a:lnTo>
                    <a:pt x="417226" y="64404"/>
                  </a:lnTo>
                  <a:lnTo>
                    <a:pt x="416786" y="63626"/>
                  </a:lnTo>
                  <a:close/>
                </a:path>
                <a:path w="422910" h="175260">
                  <a:moveTo>
                    <a:pt x="263088" y="10602"/>
                  </a:moveTo>
                  <a:lnTo>
                    <a:pt x="227711" y="25146"/>
                  </a:lnTo>
                  <a:lnTo>
                    <a:pt x="221495" y="48468"/>
                  </a:lnTo>
                  <a:lnTo>
                    <a:pt x="222130" y="57949"/>
                  </a:lnTo>
                  <a:lnTo>
                    <a:pt x="241637" y="92102"/>
                  </a:lnTo>
                  <a:lnTo>
                    <a:pt x="256393" y="95444"/>
                  </a:lnTo>
                  <a:lnTo>
                    <a:pt x="265175" y="94996"/>
                  </a:lnTo>
                  <a:lnTo>
                    <a:pt x="293677" y="76962"/>
                  </a:lnTo>
                  <a:lnTo>
                    <a:pt x="260223" y="76962"/>
                  </a:lnTo>
                  <a:lnTo>
                    <a:pt x="257937" y="76708"/>
                  </a:lnTo>
                  <a:lnTo>
                    <a:pt x="256159" y="75946"/>
                  </a:lnTo>
                  <a:lnTo>
                    <a:pt x="254254" y="75057"/>
                  </a:lnTo>
                  <a:lnTo>
                    <a:pt x="252857" y="73660"/>
                  </a:lnTo>
                  <a:lnTo>
                    <a:pt x="251714" y="71755"/>
                  </a:lnTo>
                  <a:lnTo>
                    <a:pt x="250317" y="69596"/>
                  </a:lnTo>
                  <a:lnTo>
                    <a:pt x="246392" y="41401"/>
                  </a:lnTo>
                  <a:lnTo>
                    <a:pt x="246634" y="38862"/>
                  </a:lnTo>
                  <a:lnTo>
                    <a:pt x="247269" y="36957"/>
                  </a:lnTo>
                  <a:lnTo>
                    <a:pt x="247904" y="34798"/>
                  </a:lnTo>
                  <a:lnTo>
                    <a:pt x="249047" y="33020"/>
                  </a:lnTo>
                  <a:lnTo>
                    <a:pt x="250444" y="31876"/>
                  </a:lnTo>
                  <a:lnTo>
                    <a:pt x="251841" y="30607"/>
                  </a:lnTo>
                  <a:lnTo>
                    <a:pt x="253873" y="29845"/>
                  </a:lnTo>
                  <a:lnTo>
                    <a:pt x="256667" y="29463"/>
                  </a:lnTo>
                  <a:lnTo>
                    <a:pt x="259334" y="29210"/>
                  </a:lnTo>
                  <a:lnTo>
                    <a:pt x="291818" y="29210"/>
                  </a:lnTo>
                  <a:lnTo>
                    <a:pt x="288424" y="23215"/>
                  </a:lnTo>
                  <a:lnTo>
                    <a:pt x="283591" y="17907"/>
                  </a:lnTo>
                  <a:lnTo>
                    <a:pt x="277756" y="13995"/>
                  </a:lnTo>
                  <a:lnTo>
                    <a:pt x="270922" y="11572"/>
                  </a:lnTo>
                  <a:lnTo>
                    <a:pt x="263088" y="10602"/>
                  </a:lnTo>
                  <a:close/>
                </a:path>
                <a:path w="422910" h="175260">
                  <a:moveTo>
                    <a:pt x="291818" y="29210"/>
                  </a:moveTo>
                  <a:lnTo>
                    <a:pt x="259334" y="29210"/>
                  </a:lnTo>
                  <a:lnTo>
                    <a:pt x="261493" y="29337"/>
                  </a:lnTo>
                  <a:lnTo>
                    <a:pt x="263271" y="30225"/>
                  </a:lnTo>
                  <a:lnTo>
                    <a:pt x="265049" y="30987"/>
                  </a:lnTo>
                  <a:lnTo>
                    <a:pt x="266573" y="32258"/>
                  </a:lnTo>
                  <a:lnTo>
                    <a:pt x="267716" y="34162"/>
                  </a:lnTo>
                  <a:lnTo>
                    <a:pt x="268986" y="36068"/>
                  </a:lnTo>
                  <a:lnTo>
                    <a:pt x="273126" y="65150"/>
                  </a:lnTo>
                  <a:lnTo>
                    <a:pt x="272923" y="67183"/>
                  </a:lnTo>
                  <a:lnTo>
                    <a:pt x="272138" y="69596"/>
                  </a:lnTo>
                  <a:lnTo>
                    <a:pt x="271653" y="71247"/>
                  </a:lnTo>
                  <a:lnTo>
                    <a:pt x="262890" y="76581"/>
                  </a:lnTo>
                  <a:lnTo>
                    <a:pt x="260223" y="76962"/>
                  </a:lnTo>
                  <a:lnTo>
                    <a:pt x="293677" y="76962"/>
                  </a:lnTo>
                  <a:lnTo>
                    <a:pt x="294997" y="74471"/>
                  </a:lnTo>
                  <a:lnTo>
                    <a:pt x="297022" y="66801"/>
                  </a:lnTo>
                  <a:lnTo>
                    <a:pt x="297547" y="59562"/>
                  </a:lnTo>
                  <a:lnTo>
                    <a:pt x="297640" y="57632"/>
                  </a:lnTo>
                  <a:lnTo>
                    <a:pt x="296969" y="48468"/>
                  </a:lnTo>
                  <a:lnTo>
                    <a:pt x="296901" y="47751"/>
                  </a:lnTo>
                  <a:lnTo>
                    <a:pt x="295092" y="38213"/>
                  </a:lnTo>
                  <a:lnTo>
                    <a:pt x="292258" y="29987"/>
                  </a:lnTo>
                  <a:lnTo>
                    <a:pt x="291818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/>
          <p:nvPr/>
        </p:nvSpPr>
        <p:spPr>
          <a:xfrm>
            <a:off x="4065904" y="4305427"/>
            <a:ext cx="463042" cy="269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/>
          <p:cNvGrpSpPr/>
          <p:nvPr/>
        </p:nvGrpSpPr>
        <p:grpSpPr>
          <a:xfrm>
            <a:off x="4065904" y="5287136"/>
            <a:ext cx="463550" cy="269875"/>
            <a:chOff x="4065904" y="5287136"/>
            <a:chExt cx="463550" cy="269875"/>
          </a:xfrm>
        </p:grpSpPr>
        <p:sp>
          <p:nvSpPr>
            <p:cNvPr id="57" name="object 57"/>
            <p:cNvSpPr/>
            <p:nvPr/>
          </p:nvSpPr>
          <p:spPr>
            <a:xfrm>
              <a:off x="4065904" y="5287136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9" y="0"/>
                  </a:moveTo>
                  <a:lnTo>
                    <a:pt x="0" y="56768"/>
                  </a:lnTo>
                  <a:lnTo>
                    <a:pt x="27812" y="269875"/>
                  </a:lnTo>
                  <a:lnTo>
                    <a:pt x="463042" y="213106"/>
                  </a:lnTo>
                  <a:lnTo>
                    <a:pt x="435229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089018" y="5343270"/>
              <a:ext cx="422275" cy="175895"/>
            </a:xfrm>
            <a:custGeom>
              <a:avLst/>
              <a:gdLst/>
              <a:ahLst/>
              <a:cxnLst/>
              <a:rect l="l" t="t" r="r" b="b"/>
              <a:pathLst>
                <a:path w="422275" h="175895">
                  <a:moveTo>
                    <a:pt x="88061" y="63753"/>
                  </a:moveTo>
                  <a:lnTo>
                    <a:pt x="41401" y="63753"/>
                  </a:lnTo>
                  <a:lnTo>
                    <a:pt x="46608" y="64642"/>
                  </a:lnTo>
                  <a:lnTo>
                    <a:pt x="50545" y="67436"/>
                  </a:lnTo>
                  <a:lnTo>
                    <a:pt x="54609" y="70103"/>
                  </a:lnTo>
                  <a:lnTo>
                    <a:pt x="56895" y="74548"/>
                  </a:lnTo>
                  <a:lnTo>
                    <a:pt x="57784" y="80517"/>
                  </a:lnTo>
                  <a:lnTo>
                    <a:pt x="58419" y="85851"/>
                  </a:lnTo>
                  <a:lnTo>
                    <a:pt x="57657" y="91185"/>
                  </a:lnTo>
                  <a:lnTo>
                    <a:pt x="35051" y="127507"/>
                  </a:lnTo>
                  <a:lnTo>
                    <a:pt x="10286" y="154685"/>
                  </a:lnTo>
                  <a:lnTo>
                    <a:pt x="12953" y="175767"/>
                  </a:lnTo>
                  <a:lnTo>
                    <a:pt x="107441" y="163448"/>
                  </a:lnTo>
                  <a:lnTo>
                    <a:pt x="105197" y="146303"/>
                  </a:lnTo>
                  <a:lnTo>
                    <a:pt x="49783" y="146303"/>
                  </a:lnTo>
                  <a:lnTo>
                    <a:pt x="51815" y="144271"/>
                  </a:lnTo>
                  <a:lnTo>
                    <a:pt x="77624" y="113766"/>
                  </a:lnTo>
                  <a:lnTo>
                    <a:pt x="90804" y="79501"/>
                  </a:lnTo>
                  <a:lnTo>
                    <a:pt x="89788" y="71881"/>
                  </a:lnTo>
                  <a:lnTo>
                    <a:pt x="88061" y="63753"/>
                  </a:lnTo>
                  <a:close/>
                </a:path>
                <a:path w="422275" h="175895">
                  <a:moveTo>
                    <a:pt x="104266" y="139191"/>
                  </a:moveTo>
                  <a:lnTo>
                    <a:pt x="49783" y="146303"/>
                  </a:lnTo>
                  <a:lnTo>
                    <a:pt x="105197" y="146303"/>
                  </a:lnTo>
                  <a:lnTo>
                    <a:pt x="104266" y="139191"/>
                  </a:lnTo>
                  <a:close/>
                </a:path>
                <a:path w="422275" h="175895">
                  <a:moveTo>
                    <a:pt x="49166" y="38330"/>
                  </a:moveTo>
                  <a:lnTo>
                    <a:pt x="8889" y="47624"/>
                  </a:lnTo>
                  <a:lnTo>
                    <a:pt x="0" y="52323"/>
                  </a:lnTo>
                  <a:lnTo>
                    <a:pt x="3682" y="80390"/>
                  </a:lnTo>
                  <a:lnTo>
                    <a:pt x="6222" y="80009"/>
                  </a:lnTo>
                  <a:lnTo>
                    <a:pt x="8635" y="77977"/>
                  </a:lnTo>
                  <a:lnTo>
                    <a:pt x="10540" y="76326"/>
                  </a:lnTo>
                  <a:lnTo>
                    <a:pt x="12318" y="74675"/>
                  </a:lnTo>
                  <a:lnTo>
                    <a:pt x="14731" y="73024"/>
                  </a:lnTo>
                  <a:lnTo>
                    <a:pt x="17398" y="71246"/>
                  </a:lnTo>
                  <a:lnTo>
                    <a:pt x="20319" y="69595"/>
                  </a:lnTo>
                  <a:lnTo>
                    <a:pt x="23113" y="68198"/>
                  </a:lnTo>
                  <a:lnTo>
                    <a:pt x="25907" y="67055"/>
                  </a:lnTo>
                  <a:lnTo>
                    <a:pt x="28701" y="65785"/>
                  </a:lnTo>
                  <a:lnTo>
                    <a:pt x="31750" y="65023"/>
                  </a:lnTo>
                  <a:lnTo>
                    <a:pt x="35051" y="64642"/>
                  </a:lnTo>
                  <a:lnTo>
                    <a:pt x="41401" y="63753"/>
                  </a:lnTo>
                  <a:lnTo>
                    <a:pt x="88061" y="63753"/>
                  </a:lnTo>
                  <a:lnTo>
                    <a:pt x="87957" y="63261"/>
                  </a:lnTo>
                  <a:lnTo>
                    <a:pt x="58753" y="39020"/>
                  </a:lnTo>
                  <a:lnTo>
                    <a:pt x="49166" y="38330"/>
                  </a:lnTo>
                  <a:close/>
                </a:path>
                <a:path w="422275" h="175895">
                  <a:moveTo>
                    <a:pt x="120776" y="127888"/>
                  </a:moveTo>
                  <a:lnTo>
                    <a:pt x="146303" y="160146"/>
                  </a:lnTo>
                  <a:lnTo>
                    <a:pt x="154685" y="159892"/>
                  </a:lnTo>
                  <a:lnTo>
                    <a:pt x="173227" y="157606"/>
                  </a:lnTo>
                  <a:lnTo>
                    <a:pt x="180720" y="155447"/>
                  </a:lnTo>
                  <a:lnTo>
                    <a:pt x="186562" y="152399"/>
                  </a:lnTo>
                  <a:lnTo>
                    <a:pt x="192531" y="149351"/>
                  </a:lnTo>
                  <a:lnTo>
                    <a:pt x="197357" y="145414"/>
                  </a:lnTo>
                  <a:lnTo>
                    <a:pt x="201421" y="140842"/>
                  </a:lnTo>
                  <a:lnTo>
                    <a:pt x="205358" y="136016"/>
                  </a:lnTo>
                  <a:lnTo>
                    <a:pt x="205824" y="135127"/>
                  </a:lnTo>
                  <a:lnTo>
                    <a:pt x="147954" y="135127"/>
                  </a:lnTo>
                  <a:lnTo>
                    <a:pt x="141477" y="134365"/>
                  </a:lnTo>
                  <a:lnTo>
                    <a:pt x="124459" y="129412"/>
                  </a:lnTo>
                  <a:lnTo>
                    <a:pt x="122427" y="128650"/>
                  </a:lnTo>
                  <a:lnTo>
                    <a:pt x="120776" y="127888"/>
                  </a:lnTo>
                  <a:close/>
                </a:path>
                <a:path w="422275" h="175895">
                  <a:moveTo>
                    <a:pt x="209202" y="96646"/>
                  </a:moveTo>
                  <a:lnTo>
                    <a:pt x="163067" y="96646"/>
                  </a:lnTo>
                  <a:lnTo>
                    <a:pt x="166750" y="97408"/>
                  </a:lnTo>
                  <a:lnTo>
                    <a:pt x="169925" y="98932"/>
                  </a:lnTo>
                  <a:lnTo>
                    <a:pt x="178307" y="110997"/>
                  </a:lnTo>
                  <a:lnTo>
                    <a:pt x="178815" y="114553"/>
                  </a:lnTo>
                  <a:lnTo>
                    <a:pt x="165988" y="131825"/>
                  </a:lnTo>
                  <a:lnTo>
                    <a:pt x="162178" y="133222"/>
                  </a:lnTo>
                  <a:lnTo>
                    <a:pt x="158622" y="134111"/>
                  </a:lnTo>
                  <a:lnTo>
                    <a:pt x="155320" y="134492"/>
                  </a:lnTo>
                  <a:lnTo>
                    <a:pt x="151510" y="135000"/>
                  </a:lnTo>
                  <a:lnTo>
                    <a:pt x="147954" y="135127"/>
                  </a:lnTo>
                  <a:lnTo>
                    <a:pt x="205824" y="135127"/>
                  </a:lnTo>
                  <a:lnTo>
                    <a:pt x="208152" y="130682"/>
                  </a:lnTo>
                  <a:lnTo>
                    <a:pt x="211200" y="118744"/>
                  </a:lnTo>
                  <a:lnTo>
                    <a:pt x="211581" y="112394"/>
                  </a:lnTo>
                  <a:lnTo>
                    <a:pt x="209676" y="98043"/>
                  </a:lnTo>
                  <a:lnTo>
                    <a:pt x="209202" y="96646"/>
                  </a:lnTo>
                  <a:close/>
                </a:path>
                <a:path w="422275" h="175895">
                  <a:moveTo>
                    <a:pt x="196087" y="21081"/>
                  </a:moveTo>
                  <a:lnTo>
                    <a:pt x="110870" y="32257"/>
                  </a:lnTo>
                  <a:lnTo>
                    <a:pt x="120268" y="104393"/>
                  </a:lnTo>
                  <a:lnTo>
                    <a:pt x="123062" y="104012"/>
                  </a:lnTo>
                  <a:lnTo>
                    <a:pt x="126237" y="102742"/>
                  </a:lnTo>
                  <a:lnTo>
                    <a:pt x="134365" y="100075"/>
                  </a:lnTo>
                  <a:lnTo>
                    <a:pt x="154558" y="96646"/>
                  </a:lnTo>
                  <a:lnTo>
                    <a:pt x="209202" y="96646"/>
                  </a:lnTo>
                  <a:lnTo>
                    <a:pt x="207517" y="91693"/>
                  </a:lnTo>
                  <a:lnTo>
                    <a:pt x="200659" y="81787"/>
                  </a:lnTo>
                  <a:lnTo>
                    <a:pt x="196341" y="77977"/>
                  </a:lnTo>
                  <a:lnTo>
                    <a:pt x="187762" y="73913"/>
                  </a:lnTo>
                  <a:lnTo>
                    <a:pt x="147319" y="73913"/>
                  </a:lnTo>
                  <a:lnTo>
                    <a:pt x="144525" y="52450"/>
                  </a:lnTo>
                  <a:lnTo>
                    <a:pt x="199135" y="45338"/>
                  </a:lnTo>
                  <a:lnTo>
                    <a:pt x="196087" y="21081"/>
                  </a:lnTo>
                  <a:close/>
                </a:path>
                <a:path w="422275" h="175895">
                  <a:moveTo>
                    <a:pt x="170941" y="70992"/>
                  </a:moveTo>
                  <a:lnTo>
                    <a:pt x="165226" y="71119"/>
                  </a:lnTo>
                  <a:lnTo>
                    <a:pt x="159003" y="72008"/>
                  </a:lnTo>
                  <a:lnTo>
                    <a:pt x="157733" y="72135"/>
                  </a:lnTo>
                  <a:lnTo>
                    <a:pt x="155828" y="72389"/>
                  </a:lnTo>
                  <a:lnTo>
                    <a:pt x="151129" y="73151"/>
                  </a:lnTo>
                  <a:lnTo>
                    <a:pt x="149097" y="73532"/>
                  </a:lnTo>
                  <a:lnTo>
                    <a:pt x="147319" y="73913"/>
                  </a:lnTo>
                  <a:lnTo>
                    <a:pt x="187762" y="73913"/>
                  </a:lnTo>
                  <a:lnTo>
                    <a:pt x="186689" y="73405"/>
                  </a:lnTo>
                  <a:lnTo>
                    <a:pt x="181736" y="72135"/>
                  </a:lnTo>
                  <a:lnTo>
                    <a:pt x="176402" y="71627"/>
                  </a:lnTo>
                  <a:lnTo>
                    <a:pt x="170941" y="70992"/>
                  </a:lnTo>
                  <a:close/>
                </a:path>
                <a:path w="422275" h="175895">
                  <a:moveTo>
                    <a:pt x="357758" y="0"/>
                  </a:moveTo>
                  <a:lnTo>
                    <a:pt x="335025" y="3047"/>
                  </a:lnTo>
                  <a:lnTo>
                    <a:pt x="284352" y="140334"/>
                  </a:lnTo>
                  <a:lnTo>
                    <a:pt x="307213" y="137413"/>
                  </a:lnTo>
                  <a:lnTo>
                    <a:pt x="357758" y="0"/>
                  </a:lnTo>
                  <a:close/>
                </a:path>
                <a:path w="422275" h="175895">
                  <a:moveTo>
                    <a:pt x="387167" y="45090"/>
                  </a:moveTo>
                  <a:lnTo>
                    <a:pt x="351789" y="59562"/>
                  </a:lnTo>
                  <a:lnTo>
                    <a:pt x="345519" y="82932"/>
                  </a:lnTo>
                  <a:lnTo>
                    <a:pt x="346201" y="92455"/>
                  </a:lnTo>
                  <a:lnTo>
                    <a:pt x="365698" y="126519"/>
                  </a:lnTo>
                  <a:lnTo>
                    <a:pt x="380418" y="129861"/>
                  </a:lnTo>
                  <a:lnTo>
                    <a:pt x="389254" y="129412"/>
                  </a:lnTo>
                  <a:lnTo>
                    <a:pt x="417641" y="111378"/>
                  </a:lnTo>
                  <a:lnTo>
                    <a:pt x="384301" y="111378"/>
                  </a:lnTo>
                  <a:lnTo>
                    <a:pt x="382015" y="111124"/>
                  </a:lnTo>
                  <a:lnTo>
                    <a:pt x="380238" y="110362"/>
                  </a:lnTo>
                  <a:lnTo>
                    <a:pt x="378332" y="109473"/>
                  </a:lnTo>
                  <a:lnTo>
                    <a:pt x="376808" y="108076"/>
                  </a:lnTo>
                  <a:lnTo>
                    <a:pt x="375792" y="106171"/>
                  </a:lnTo>
                  <a:lnTo>
                    <a:pt x="374395" y="104012"/>
                  </a:lnTo>
                  <a:lnTo>
                    <a:pt x="370448" y="78866"/>
                  </a:lnTo>
                  <a:lnTo>
                    <a:pt x="370553" y="74471"/>
                  </a:lnTo>
                  <a:lnTo>
                    <a:pt x="370713" y="73405"/>
                  </a:lnTo>
                  <a:lnTo>
                    <a:pt x="371385" y="71246"/>
                  </a:lnTo>
                  <a:lnTo>
                    <a:pt x="371982" y="69214"/>
                  </a:lnTo>
                  <a:lnTo>
                    <a:pt x="372998" y="67436"/>
                  </a:lnTo>
                  <a:lnTo>
                    <a:pt x="374522" y="66293"/>
                  </a:lnTo>
                  <a:lnTo>
                    <a:pt x="375919" y="65023"/>
                  </a:lnTo>
                  <a:lnTo>
                    <a:pt x="377951" y="64261"/>
                  </a:lnTo>
                  <a:lnTo>
                    <a:pt x="380745" y="63880"/>
                  </a:lnTo>
                  <a:lnTo>
                    <a:pt x="383413" y="63626"/>
                  </a:lnTo>
                  <a:lnTo>
                    <a:pt x="415897" y="63626"/>
                  </a:lnTo>
                  <a:lnTo>
                    <a:pt x="412503" y="57632"/>
                  </a:lnTo>
                  <a:lnTo>
                    <a:pt x="407669" y="52323"/>
                  </a:lnTo>
                  <a:lnTo>
                    <a:pt x="401835" y="48468"/>
                  </a:lnTo>
                  <a:lnTo>
                    <a:pt x="395001" y="46053"/>
                  </a:lnTo>
                  <a:lnTo>
                    <a:pt x="387167" y="45090"/>
                  </a:lnTo>
                  <a:close/>
                </a:path>
                <a:path w="422275" h="175895">
                  <a:moveTo>
                    <a:pt x="415897" y="63626"/>
                  </a:moveTo>
                  <a:lnTo>
                    <a:pt x="383413" y="63626"/>
                  </a:lnTo>
                  <a:lnTo>
                    <a:pt x="385571" y="63753"/>
                  </a:lnTo>
                  <a:lnTo>
                    <a:pt x="387350" y="64642"/>
                  </a:lnTo>
                  <a:lnTo>
                    <a:pt x="389127" y="65404"/>
                  </a:lnTo>
                  <a:lnTo>
                    <a:pt x="390651" y="66674"/>
                  </a:lnTo>
                  <a:lnTo>
                    <a:pt x="391794" y="68579"/>
                  </a:lnTo>
                  <a:lnTo>
                    <a:pt x="393064" y="70484"/>
                  </a:lnTo>
                  <a:lnTo>
                    <a:pt x="396366" y="85724"/>
                  </a:lnTo>
                  <a:lnTo>
                    <a:pt x="397001" y="89788"/>
                  </a:lnTo>
                  <a:lnTo>
                    <a:pt x="397173" y="92100"/>
                  </a:lnTo>
                  <a:lnTo>
                    <a:pt x="397255" y="99186"/>
                  </a:lnTo>
                  <a:lnTo>
                    <a:pt x="396841" y="101726"/>
                  </a:lnTo>
                  <a:lnTo>
                    <a:pt x="384301" y="111378"/>
                  </a:lnTo>
                  <a:lnTo>
                    <a:pt x="417641" y="111378"/>
                  </a:lnTo>
                  <a:lnTo>
                    <a:pt x="418969" y="108888"/>
                  </a:lnTo>
                  <a:lnTo>
                    <a:pt x="421036" y="101234"/>
                  </a:lnTo>
                  <a:lnTo>
                    <a:pt x="421664" y="93132"/>
                  </a:lnTo>
                  <a:lnTo>
                    <a:pt x="421704" y="92100"/>
                  </a:lnTo>
                  <a:lnTo>
                    <a:pt x="421050" y="82932"/>
                  </a:lnTo>
                  <a:lnTo>
                    <a:pt x="420980" y="82168"/>
                  </a:lnTo>
                  <a:lnTo>
                    <a:pt x="419171" y="72630"/>
                  </a:lnTo>
                  <a:lnTo>
                    <a:pt x="416337" y="64404"/>
                  </a:lnTo>
                  <a:lnTo>
                    <a:pt x="415897" y="63626"/>
                  </a:lnTo>
                  <a:close/>
                </a:path>
                <a:path w="422275" h="175895">
                  <a:moveTo>
                    <a:pt x="262199" y="10602"/>
                  </a:moveTo>
                  <a:lnTo>
                    <a:pt x="226821" y="25145"/>
                  </a:lnTo>
                  <a:lnTo>
                    <a:pt x="220606" y="48468"/>
                  </a:lnTo>
                  <a:lnTo>
                    <a:pt x="221241" y="57949"/>
                  </a:lnTo>
                  <a:lnTo>
                    <a:pt x="240748" y="92100"/>
                  </a:lnTo>
                  <a:lnTo>
                    <a:pt x="255504" y="95390"/>
                  </a:lnTo>
                  <a:lnTo>
                    <a:pt x="264286" y="94868"/>
                  </a:lnTo>
                  <a:lnTo>
                    <a:pt x="292788" y="76961"/>
                  </a:lnTo>
                  <a:lnTo>
                    <a:pt x="259333" y="76961"/>
                  </a:lnTo>
                  <a:lnTo>
                    <a:pt x="257047" y="76707"/>
                  </a:lnTo>
                  <a:lnTo>
                    <a:pt x="255269" y="75818"/>
                  </a:lnTo>
                  <a:lnTo>
                    <a:pt x="253364" y="75056"/>
                  </a:lnTo>
                  <a:lnTo>
                    <a:pt x="251948" y="73628"/>
                  </a:lnTo>
                  <a:lnTo>
                    <a:pt x="250825" y="71754"/>
                  </a:lnTo>
                  <a:lnTo>
                    <a:pt x="249427" y="69595"/>
                  </a:lnTo>
                  <a:lnTo>
                    <a:pt x="248588" y="67436"/>
                  </a:lnTo>
                  <a:lnTo>
                    <a:pt x="245503" y="41401"/>
                  </a:lnTo>
                  <a:lnTo>
                    <a:pt x="245744" y="38861"/>
                  </a:lnTo>
                  <a:lnTo>
                    <a:pt x="246379" y="36956"/>
                  </a:lnTo>
                  <a:lnTo>
                    <a:pt x="247014" y="34797"/>
                  </a:lnTo>
                  <a:lnTo>
                    <a:pt x="248157" y="33019"/>
                  </a:lnTo>
                  <a:lnTo>
                    <a:pt x="249554" y="31876"/>
                  </a:lnTo>
                  <a:lnTo>
                    <a:pt x="250951" y="30606"/>
                  </a:lnTo>
                  <a:lnTo>
                    <a:pt x="252983" y="29844"/>
                  </a:lnTo>
                  <a:lnTo>
                    <a:pt x="258444" y="29082"/>
                  </a:lnTo>
                  <a:lnTo>
                    <a:pt x="290857" y="29082"/>
                  </a:lnTo>
                  <a:lnTo>
                    <a:pt x="287535" y="23215"/>
                  </a:lnTo>
                  <a:lnTo>
                    <a:pt x="282701" y="17906"/>
                  </a:lnTo>
                  <a:lnTo>
                    <a:pt x="276867" y="13995"/>
                  </a:lnTo>
                  <a:lnTo>
                    <a:pt x="270033" y="11572"/>
                  </a:lnTo>
                  <a:lnTo>
                    <a:pt x="262199" y="10602"/>
                  </a:lnTo>
                  <a:close/>
                </a:path>
                <a:path w="422275" h="175895">
                  <a:moveTo>
                    <a:pt x="290857" y="29082"/>
                  </a:moveTo>
                  <a:lnTo>
                    <a:pt x="258444" y="29082"/>
                  </a:lnTo>
                  <a:lnTo>
                    <a:pt x="260603" y="29336"/>
                  </a:lnTo>
                  <a:lnTo>
                    <a:pt x="262381" y="30098"/>
                  </a:lnTo>
                  <a:lnTo>
                    <a:pt x="264159" y="30987"/>
                  </a:lnTo>
                  <a:lnTo>
                    <a:pt x="265683" y="32257"/>
                  </a:lnTo>
                  <a:lnTo>
                    <a:pt x="266826" y="34162"/>
                  </a:lnTo>
                  <a:lnTo>
                    <a:pt x="268096" y="36067"/>
                  </a:lnTo>
                  <a:lnTo>
                    <a:pt x="272247" y="65023"/>
                  </a:lnTo>
                  <a:lnTo>
                    <a:pt x="272033" y="67055"/>
                  </a:lnTo>
                  <a:lnTo>
                    <a:pt x="271249" y="69595"/>
                  </a:lnTo>
                  <a:lnTo>
                    <a:pt x="270763" y="71246"/>
                  </a:lnTo>
                  <a:lnTo>
                    <a:pt x="269620" y="73024"/>
                  </a:lnTo>
                  <a:lnTo>
                    <a:pt x="268096" y="74167"/>
                  </a:lnTo>
                  <a:lnTo>
                    <a:pt x="266572" y="75437"/>
                  </a:lnTo>
                  <a:lnTo>
                    <a:pt x="264540" y="76326"/>
                  </a:lnTo>
                  <a:lnTo>
                    <a:pt x="262000" y="76580"/>
                  </a:lnTo>
                  <a:lnTo>
                    <a:pt x="259333" y="76961"/>
                  </a:lnTo>
                  <a:lnTo>
                    <a:pt x="292788" y="76961"/>
                  </a:lnTo>
                  <a:lnTo>
                    <a:pt x="294108" y="74471"/>
                  </a:lnTo>
                  <a:lnTo>
                    <a:pt x="296069" y="67055"/>
                  </a:lnTo>
                  <a:lnTo>
                    <a:pt x="296192" y="65988"/>
                  </a:lnTo>
                  <a:lnTo>
                    <a:pt x="296658" y="59562"/>
                  </a:lnTo>
                  <a:lnTo>
                    <a:pt x="296751" y="57632"/>
                  </a:lnTo>
                  <a:lnTo>
                    <a:pt x="296080" y="48468"/>
                  </a:lnTo>
                  <a:lnTo>
                    <a:pt x="295988" y="47624"/>
                  </a:lnTo>
                  <a:lnTo>
                    <a:pt x="294203" y="38213"/>
                  </a:lnTo>
                  <a:lnTo>
                    <a:pt x="291408" y="30098"/>
                  </a:lnTo>
                  <a:lnTo>
                    <a:pt x="291288" y="29844"/>
                  </a:lnTo>
                  <a:lnTo>
                    <a:pt x="290857" y="290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/>
          <p:cNvGrpSpPr/>
          <p:nvPr/>
        </p:nvGrpSpPr>
        <p:grpSpPr>
          <a:xfrm>
            <a:off x="4065904" y="6372758"/>
            <a:ext cx="463550" cy="269875"/>
            <a:chOff x="4065904" y="6372758"/>
            <a:chExt cx="463550" cy="269875"/>
          </a:xfrm>
        </p:grpSpPr>
        <p:sp>
          <p:nvSpPr>
            <p:cNvPr id="60" name="object 60"/>
            <p:cNvSpPr/>
            <p:nvPr/>
          </p:nvSpPr>
          <p:spPr>
            <a:xfrm>
              <a:off x="4065904" y="6372758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9" y="0"/>
                  </a:moveTo>
                  <a:lnTo>
                    <a:pt x="0" y="56756"/>
                  </a:lnTo>
                  <a:lnTo>
                    <a:pt x="27812" y="269836"/>
                  </a:lnTo>
                  <a:lnTo>
                    <a:pt x="463042" y="213080"/>
                  </a:lnTo>
                  <a:lnTo>
                    <a:pt x="435229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088129" y="6428930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10" h="175259">
                  <a:moveTo>
                    <a:pt x="9779" y="142506"/>
                  </a:moveTo>
                  <a:lnTo>
                    <a:pt x="35433" y="174726"/>
                  </a:lnTo>
                  <a:lnTo>
                    <a:pt x="43687" y="174472"/>
                  </a:lnTo>
                  <a:lnTo>
                    <a:pt x="81534" y="163893"/>
                  </a:lnTo>
                  <a:lnTo>
                    <a:pt x="90424" y="155359"/>
                  </a:lnTo>
                  <a:lnTo>
                    <a:pt x="94487" y="150621"/>
                  </a:lnTo>
                  <a:lnTo>
                    <a:pt x="94979" y="149631"/>
                  </a:lnTo>
                  <a:lnTo>
                    <a:pt x="36957" y="149631"/>
                  </a:lnTo>
                  <a:lnTo>
                    <a:pt x="30480" y="148894"/>
                  </a:lnTo>
                  <a:lnTo>
                    <a:pt x="27305" y="148310"/>
                  </a:lnTo>
                  <a:lnTo>
                    <a:pt x="24130" y="147497"/>
                  </a:lnTo>
                  <a:lnTo>
                    <a:pt x="20574" y="146659"/>
                  </a:lnTo>
                  <a:lnTo>
                    <a:pt x="17780" y="145795"/>
                  </a:lnTo>
                  <a:lnTo>
                    <a:pt x="11557" y="143217"/>
                  </a:lnTo>
                  <a:lnTo>
                    <a:pt x="9779" y="142506"/>
                  </a:lnTo>
                  <a:close/>
                </a:path>
                <a:path w="422910" h="175259">
                  <a:moveTo>
                    <a:pt x="98188" y="111163"/>
                  </a:moveTo>
                  <a:lnTo>
                    <a:pt x="47879" y="111163"/>
                  </a:lnTo>
                  <a:lnTo>
                    <a:pt x="52070" y="111175"/>
                  </a:lnTo>
                  <a:lnTo>
                    <a:pt x="55753" y="111963"/>
                  </a:lnTo>
                  <a:lnTo>
                    <a:pt x="58928" y="113537"/>
                  </a:lnTo>
                  <a:lnTo>
                    <a:pt x="61214" y="114592"/>
                  </a:lnTo>
                  <a:lnTo>
                    <a:pt x="62992" y="116128"/>
                  </a:lnTo>
                  <a:lnTo>
                    <a:pt x="66040" y="120116"/>
                  </a:lnTo>
                  <a:lnTo>
                    <a:pt x="67056" y="122618"/>
                  </a:lnTo>
                  <a:lnTo>
                    <a:pt x="67437" y="125602"/>
                  </a:lnTo>
                  <a:lnTo>
                    <a:pt x="67818" y="129171"/>
                  </a:lnTo>
                  <a:lnTo>
                    <a:pt x="67818" y="132092"/>
                  </a:lnTo>
                  <a:lnTo>
                    <a:pt x="54991" y="146405"/>
                  </a:lnTo>
                  <a:lnTo>
                    <a:pt x="51308" y="147739"/>
                  </a:lnTo>
                  <a:lnTo>
                    <a:pt x="47752" y="148628"/>
                  </a:lnTo>
                  <a:lnTo>
                    <a:pt x="40512" y="149567"/>
                  </a:lnTo>
                  <a:lnTo>
                    <a:pt x="36957" y="149631"/>
                  </a:lnTo>
                  <a:lnTo>
                    <a:pt x="94979" y="149631"/>
                  </a:lnTo>
                  <a:lnTo>
                    <a:pt x="97155" y="145249"/>
                  </a:lnTo>
                  <a:lnTo>
                    <a:pt x="100203" y="133261"/>
                  </a:lnTo>
                  <a:lnTo>
                    <a:pt x="100584" y="126923"/>
                  </a:lnTo>
                  <a:lnTo>
                    <a:pt x="98679" y="112598"/>
                  </a:lnTo>
                  <a:lnTo>
                    <a:pt x="98188" y="111163"/>
                  </a:lnTo>
                  <a:close/>
                </a:path>
                <a:path w="422910" h="175259">
                  <a:moveTo>
                    <a:pt x="85090" y="35674"/>
                  </a:moveTo>
                  <a:lnTo>
                    <a:pt x="0" y="46774"/>
                  </a:lnTo>
                  <a:lnTo>
                    <a:pt x="9398" y="118948"/>
                  </a:lnTo>
                  <a:lnTo>
                    <a:pt x="12192" y="118592"/>
                  </a:lnTo>
                  <a:lnTo>
                    <a:pt x="15367" y="117297"/>
                  </a:lnTo>
                  <a:lnTo>
                    <a:pt x="19050" y="115989"/>
                  </a:lnTo>
                  <a:lnTo>
                    <a:pt x="27812" y="113322"/>
                  </a:lnTo>
                  <a:lnTo>
                    <a:pt x="32385" y="112356"/>
                  </a:lnTo>
                  <a:lnTo>
                    <a:pt x="40005" y="111353"/>
                  </a:lnTo>
                  <a:lnTo>
                    <a:pt x="43687" y="111163"/>
                  </a:lnTo>
                  <a:lnTo>
                    <a:pt x="98188" y="111163"/>
                  </a:lnTo>
                  <a:lnTo>
                    <a:pt x="96520" y="106286"/>
                  </a:lnTo>
                  <a:lnTo>
                    <a:pt x="93091" y="101307"/>
                  </a:lnTo>
                  <a:lnTo>
                    <a:pt x="89789" y="96342"/>
                  </a:lnTo>
                  <a:lnTo>
                    <a:pt x="85344" y="92595"/>
                  </a:lnTo>
                  <a:lnTo>
                    <a:pt x="76678" y="88468"/>
                  </a:lnTo>
                  <a:lnTo>
                    <a:pt x="36449" y="88468"/>
                  </a:lnTo>
                  <a:lnTo>
                    <a:pt x="33655" y="67055"/>
                  </a:lnTo>
                  <a:lnTo>
                    <a:pt x="88265" y="59931"/>
                  </a:lnTo>
                  <a:lnTo>
                    <a:pt x="85090" y="35674"/>
                  </a:lnTo>
                  <a:close/>
                </a:path>
                <a:path w="422910" h="175259">
                  <a:moveTo>
                    <a:pt x="60071" y="85585"/>
                  </a:moveTo>
                  <a:lnTo>
                    <a:pt x="54229" y="85699"/>
                  </a:lnTo>
                  <a:lnTo>
                    <a:pt x="48133" y="86512"/>
                  </a:lnTo>
                  <a:lnTo>
                    <a:pt x="46658" y="86690"/>
                  </a:lnTo>
                  <a:lnTo>
                    <a:pt x="40132" y="87756"/>
                  </a:lnTo>
                  <a:lnTo>
                    <a:pt x="38100" y="88125"/>
                  </a:lnTo>
                  <a:lnTo>
                    <a:pt x="36449" y="88468"/>
                  </a:lnTo>
                  <a:lnTo>
                    <a:pt x="76678" y="88468"/>
                  </a:lnTo>
                  <a:lnTo>
                    <a:pt x="75692" y="87998"/>
                  </a:lnTo>
                  <a:lnTo>
                    <a:pt x="70866" y="86690"/>
                  </a:lnTo>
                  <a:lnTo>
                    <a:pt x="60071" y="85585"/>
                  </a:lnTo>
                  <a:close/>
                </a:path>
                <a:path w="422910" h="175259">
                  <a:moveTo>
                    <a:pt x="161162" y="23126"/>
                  </a:moveTo>
                  <a:lnTo>
                    <a:pt x="123825" y="35090"/>
                  </a:lnTo>
                  <a:lnTo>
                    <a:pt x="115950" y="46227"/>
                  </a:lnTo>
                  <a:lnTo>
                    <a:pt x="112522" y="52577"/>
                  </a:lnTo>
                  <a:lnTo>
                    <a:pt x="110617" y="59893"/>
                  </a:lnTo>
                  <a:lnTo>
                    <a:pt x="109855" y="68173"/>
                  </a:lnTo>
                  <a:lnTo>
                    <a:pt x="109641" y="73036"/>
                  </a:lnTo>
                  <a:lnTo>
                    <a:pt x="109598" y="76873"/>
                  </a:lnTo>
                  <a:lnTo>
                    <a:pt x="109705" y="82438"/>
                  </a:lnTo>
                  <a:lnTo>
                    <a:pt x="117479" y="126326"/>
                  </a:lnTo>
                  <a:lnTo>
                    <a:pt x="128778" y="146049"/>
                  </a:lnTo>
                  <a:lnTo>
                    <a:pt x="133477" y="151231"/>
                  </a:lnTo>
                  <a:lnTo>
                    <a:pt x="139192" y="154838"/>
                  </a:lnTo>
                  <a:lnTo>
                    <a:pt x="152400" y="158902"/>
                  </a:lnTo>
                  <a:lnTo>
                    <a:pt x="160274" y="159334"/>
                  </a:lnTo>
                  <a:lnTo>
                    <a:pt x="178435" y="156959"/>
                  </a:lnTo>
                  <a:lnTo>
                    <a:pt x="185928" y="154533"/>
                  </a:lnTo>
                  <a:lnTo>
                    <a:pt x="191770" y="150875"/>
                  </a:lnTo>
                  <a:lnTo>
                    <a:pt x="197739" y="147205"/>
                  </a:lnTo>
                  <a:lnTo>
                    <a:pt x="202311" y="142328"/>
                  </a:lnTo>
                  <a:lnTo>
                    <a:pt x="206015" y="135216"/>
                  </a:lnTo>
                  <a:lnTo>
                    <a:pt x="160020" y="135216"/>
                  </a:lnTo>
                  <a:lnTo>
                    <a:pt x="155194" y="132524"/>
                  </a:lnTo>
                  <a:lnTo>
                    <a:pt x="143383" y="93573"/>
                  </a:lnTo>
                  <a:lnTo>
                    <a:pt x="141843" y="74683"/>
                  </a:lnTo>
                  <a:lnTo>
                    <a:pt x="141929" y="68173"/>
                  </a:lnTo>
                  <a:lnTo>
                    <a:pt x="161162" y="47269"/>
                  </a:lnTo>
                  <a:lnTo>
                    <a:pt x="200282" y="47269"/>
                  </a:lnTo>
                  <a:lnTo>
                    <a:pt x="197231" y="41808"/>
                  </a:lnTo>
                  <a:lnTo>
                    <a:pt x="192532" y="36677"/>
                  </a:lnTo>
                  <a:lnTo>
                    <a:pt x="187833" y="31432"/>
                  </a:lnTo>
                  <a:lnTo>
                    <a:pt x="182118" y="27774"/>
                  </a:lnTo>
                  <a:lnTo>
                    <a:pt x="169037" y="23571"/>
                  </a:lnTo>
                  <a:lnTo>
                    <a:pt x="161162" y="23126"/>
                  </a:lnTo>
                  <a:close/>
                </a:path>
                <a:path w="422910" h="175259">
                  <a:moveTo>
                    <a:pt x="200282" y="47269"/>
                  </a:moveTo>
                  <a:lnTo>
                    <a:pt x="161162" y="47269"/>
                  </a:lnTo>
                  <a:lnTo>
                    <a:pt x="165989" y="49898"/>
                  </a:lnTo>
                  <a:lnTo>
                    <a:pt x="169418" y="55968"/>
                  </a:lnTo>
                  <a:lnTo>
                    <a:pt x="178966" y="99909"/>
                  </a:lnTo>
                  <a:lnTo>
                    <a:pt x="179419" y="109237"/>
                  </a:lnTo>
                  <a:lnTo>
                    <a:pt x="179157" y="116896"/>
                  </a:lnTo>
                  <a:lnTo>
                    <a:pt x="178181" y="122885"/>
                  </a:lnTo>
                  <a:lnTo>
                    <a:pt x="176403" y="129768"/>
                  </a:lnTo>
                  <a:lnTo>
                    <a:pt x="172339" y="133603"/>
                  </a:lnTo>
                  <a:lnTo>
                    <a:pt x="160020" y="135216"/>
                  </a:lnTo>
                  <a:lnTo>
                    <a:pt x="206015" y="135216"/>
                  </a:lnTo>
                  <a:lnTo>
                    <a:pt x="211472" y="99909"/>
                  </a:lnTo>
                  <a:lnTo>
                    <a:pt x="211040" y="92785"/>
                  </a:lnTo>
                  <a:lnTo>
                    <a:pt x="200914" y="48399"/>
                  </a:lnTo>
                  <a:lnTo>
                    <a:pt x="200282" y="47269"/>
                  </a:lnTo>
                  <a:close/>
                </a:path>
                <a:path w="422910" h="175259">
                  <a:moveTo>
                    <a:pt x="358648" y="0"/>
                  </a:moveTo>
                  <a:lnTo>
                    <a:pt x="335915" y="2971"/>
                  </a:lnTo>
                  <a:lnTo>
                    <a:pt x="285242" y="140309"/>
                  </a:lnTo>
                  <a:lnTo>
                    <a:pt x="308102" y="137337"/>
                  </a:lnTo>
                  <a:lnTo>
                    <a:pt x="358648" y="0"/>
                  </a:lnTo>
                  <a:close/>
                </a:path>
                <a:path w="422910" h="175259">
                  <a:moveTo>
                    <a:pt x="388056" y="45025"/>
                  </a:moveTo>
                  <a:lnTo>
                    <a:pt x="352679" y="59562"/>
                  </a:lnTo>
                  <a:lnTo>
                    <a:pt x="346409" y="82888"/>
                  </a:lnTo>
                  <a:lnTo>
                    <a:pt x="347091" y="92379"/>
                  </a:lnTo>
                  <a:lnTo>
                    <a:pt x="366587" y="126497"/>
                  </a:lnTo>
                  <a:lnTo>
                    <a:pt x="381307" y="129844"/>
                  </a:lnTo>
                  <a:lnTo>
                    <a:pt x="390144" y="129349"/>
                  </a:lnTo>
                  <a:lnTo>
                    <a:pt x="418534" y="111391"/>
                  </a:lnTo>
                  <a:lnTo>
                    <a:pt x="385191" y="111391"/>
                  </a:lnTo>
                  <a:lnTo>
                    <a:pt x="382905" y="111137"/>
                  </a:lnTo>
                  <a:lnTo>
                    <a:pt x="381127" y="110299"/>
                  </a:lnTo>
                  <a:lnTo>
                    <a:pt x="379222" y="109448"/>
                  </a:lnTo>
                  <a:lnTo>
                    <a:pt x="377698" y="108076"/>
                  </a:lnTo>
                  <a:lnTo>
                    <a:pt x="376682" y="106184"/>
                  </a:lnTo>
                  <a:lnTo>
                    <a:pt x="375285" y="104012"/>
                  </a:lnTo>
                  <a:lnTo>
                    <a:pt x="374396" y="101688"/>
                  </a:lnTo>
                  <a:lnTo>
                    <a:pt x="371336" y="78828"/>
                  </a:lnTo>
                  <a:lnTo>
                    <a:pt x="371436" y="74449"/>
                  </a:lnTo>
                  <a:lnTo>
                    <a:pt x="371602" y="73329"/>
                  </a:lnTo>
                  <a:lnTo>
                    <a:pt x="372281" y="71221"/>
                  </a:lnTo>
                  <a:lnTo>
                    <a:pt x="372872" y="69176"/>
                  </a:lnTo>
                  <a:lnTo>
                    <a:pt x="373888" y="67475"/>
                  </a:lnTo>
                  <a:lnTo>
                    <a:pt x="375412" y="66255"/>
                  </a:lnTo>
                  <a:lnTo>
                    <a:pt x="376809" y="65049"/>
                  </a:lnTo>
                  <a:lnTo>
                    <a:pt x="378841" y="64261"/>
                  </a:lnTo>
                  <a:lnTo>
                    <a:pt x="384302" y="63563"/>
                  </a:lnTo>
                  <a:lnTo>
                    <a:pt x="416768" y="63563"/>
                  </a:lnTo>
                  <a:lnTo>
                    <a:pt x="413392" y="57598"/>
                  </a:lnTo>
                  <a:lnTo>
                    <a:pt x="408559" y="52273"/>
                  </a:lnTo>
                  <a:lnTo>
                    <a:pt x="402724" y="48406"/>
                  </a:lnTo>
                  <a:lnTo>
                    <a:pt x="395890" y="45989"/>
                  </a:lnTo>
                  <a:lnTo>
                    <a:pt x="388056" y="45025"/>
                  </a:lnTo>
                  <a:close/>
                </a:path>
                <a:path w="422910" h="175259">
                  <a:moveTo>
                    <a:pt x="416768" y="63563"/>
                  </a:moveTo>
                  <a:lnTo>
                    <a:pt x="384302" y="63563"/>
                  </a:lnTo>
                  <a:lnTo>
                    <a:pt x="386461" y="63792"/>
                  </a:lnTo>
                  <a:lnTo>
                    <a:pt x="390017" y="65379"/>
                  </a:lnTo>
                  <a:lnTo>
                    <a:pt x="391541" y="66713"/>
                  </a:lnTo>
                  <a:lnTo>
                    <a:pt x="392684" y="68605"/>
                  </a:lnTo>
                  <a:lnTo>
                    <a:pt x="393954" y="70510"/>
                  </a:lnTo>
                  <a:lnTo>
                    <a:pt x="397256" y="85750"/>
                  </a:lnTo>
                  <a:lnTo>
                    <a:pt x="397891" y="89776"/>
                  </a:lnTo>
                  <a:lnTo>
                    <a:pt x="398056" y="92042"/>
                  </a:lnTo>
                  <a:lnTo>
                    <a:pt x="398129" y="99212"/>
                  </a:lnTo>
                  <a:lnTo>
                    <a:pt x="397808" y="101250"/>
                  </a:lnTo>
                  <a:lnTo>
                    <a:pt x="385191" y="111391"/>
                  </a:lnTo>
                  <a:lnTo>
                    <a:pt x="418534" y="111391"/>
                  </a:lnTo>
                  <a:lnTo>
                    <a:pt x="419858" y="108904"/>
                  </a:lnTo>
                  <a:lnTo>
                    <a:pt x="421925" y="101250"/>
                  </a:lnTo>
                  <a:lnTo>
                    <a:pt x="422553" y="93132"/>
                  </a:lnTo>
                  <a:lnTo>
                    <a:pt x="422588" y="92042"/>
                  </a:lnTo>
                  <a:lnTo>
                    <a:pt x="421937" y="82888"/>
                  </a:lnTo>
                  <a:lnTo>
                    <a:pt x="421862" y="82118"/>
                  </a:lnTo>
                  <a:lnTo>
                    <a:pt x="420060" y="72600"/>
                  </a:lnTo>
                  <a:lnTo>
                    <a:pt x="417226" y="64373"/>
                  </a:lnTo>
                  <a:lnTo>
                    <a:pt x="416768" y="63563"/>
                  </a:lnTo>
                  <a:close/>
                </a:path>
                <a:path w="422910" h="175259">
                  <a:moveTo>
                    <a:pt x="263088" y="10570"/>
                  </a:moveTo>
                  <a:lnTo>
                    <a:pt x="227711" y="25120"/>
                  </a:lnTo>
                  <a:lnTo>
                    <a:pt x="221490" y="48406"/>
                  </a:lnTo>
                  <a:lnTo>
                    <a:pt x="222123" y="57924"/>
                  </a:lnTo>
                  <a:lnTo>
                    <a:pt x="241637" y="92042"/>
                  </a:lnTo>
                  <a:lnTo>
                    <a:pt x="256393" y="95389"/>
                  </a:lnTo>
                  <a:lnTo>
                    <a:pt x="265175" y="94894"/>
                  </a:lnTo>
                  <a:lnTo>
                    <a:pt x="293681" y="76936"/>
                  </a:lnTo>
                  <a:lnTo>
                    <a:pt x="260223" y="76936"/>
                  </a:lnTo>
                  <a:lnTo>
                    <a:pt x="257937" y="76682"/>
                  </a:lnTo>
                  <a:lnTo>
                    <a:pt x="256159" y="75844"/>
                  </a:lnTo>
                  <a:lnTo>
                    <a:pt x="254254" y="75006"/>
                  </a:lnTo>
                  <a:lnTo>
                    <a:pt x="252846" y="73604"/>
                  </a:lnTo>
                  <a:lnTo>
                    <a:pt x="251387" y="71221"/>
                  </a:lnTo>
                  <a:lnTo>
                    <a:pt x="250317" y="69557"/>
                  </a:lnTo>
                  <a:lnTo>
                    <a:pt x="249428" y="67233"/>
                  </a:lnTo>
                  <a:lnTo>
                    <a:pt x="246382" y="41427"/>
                  </a:lnTo>
                  <a:lnTo>
                    <a:pt x="246634" y="38874"/>
                  </a:lnTo>
                  <a:lnTo>
                    <a:pt x="247269" y="36918"/>
                  </a:lnTo>
                  <a:lnTo>
                    <a:pt x="247904" y="34721"/>
                  </a:lnTo>
                  <a:lnTo>
                    <a:pt x="249047" y="33019"/>
                  </a:lnTo>
                  <a:lnTo>
                    <a:pt x="251841" y="30594"/>
                  </a:lnTo>
                  <a:lnTo>
                    <a:pt x="253873" y="29806"/>
                  </a:lnTo>
                  <a:lnTo>
                    <a:pt x="259334" y="29121"/>
                  </a:lnTo>
                  <a:lnTo>
                    <a:pt x="291806" y="29121"/>
                  </a:lnTo>
                  <a:lnTo>
                    <a:pt x="288424" y="23148"/>
                  </a:lnTo>
                  <a:lnTo>
                    <a:pt x="283591" y="17830"/>
                  </a:lnTo>
                  <a:lnTo>
                    <a:pt x="277756" y="13956"/>
                  </a:lnTo>
                  <a:lnTo>
                    <a:pt x="270922" y="11536"/>
                  </a:lnTo>
                  <a:lnTo>
                    <a:pt x="263088" y="10570"/>
                  </a:lnTo>
                  <a:close/>
                </a:path>
                <a:path w="422910" h="175259">
                  <a:moveTo>
                    <a:pt x="291806" y="29121"/>
                  </a:moveTo>
                  <a:lnTo>
                    <a:pt x="259334" y="29121"/>
                  </a:lnTo>
                  <a:lnTo>
                    <a:pt x="261493" y="29336"/>
                  </a:lnTo>
                  <a:lnTo>
                    <a:pt x="265049" y="30924"/>
                  </a:lnTo>
                  <a:lnTo>
                    <a:pt x="266573" y="32257"/>
                  </a:lnTo>
                  <a:lnTo>
                    <a:pt x="267716" y="34150"/>
                  </a:lnTo>
                  <a:lnTo>
                    <a:pt x="268986" y="36055"/>
                  </a:lnTo>
                  <a:lnTo>
                    <a:pt x="273135" y="65049"/>
                  </a:lnTo>
                  <a:lnTo>
                    <a:pt x="272923" y="67094"/>
                  </a:lnTo>
                  <a:lnTo>
                    <a:pt x="272136" y="69557"/>
                  </a:lnTo>
                  <a:lnTo>
                    <a:pt x="271653" y="71221"/>
                  </a:lnTo>
                  <a:lnTo>
                    <a:pt x="270510" y="72948"/>
                  </a:lnTo>
                  <a:lnTo>
                    <a:pt x="267462" y="75450"/>
                  </a:lnTo>
                  <a:lnTo>
                    <a:pt x="265430" y="76250"/>
                  </a:lnTo>
                  <a:lnTo>
                    <a:pt x="260223" y="76936"/>
                  </a:lnTo>
                  <a:lnTo>
                    <a:pt x="293681" y="76936"/>
                  </a:lnTo>
                  <a:lnTo>
                    <a:pt x="297640" y="57598"/>
                  </a:lnTo>
                  <a:lnTo>
                    <a:pt x="296968" y="48406"/>
                  </a:lnTo>
                  <a:lnTo>
                    <a:pt x="296894" y="47663"/>
                  </a:lnTo>
                  <a:lnTo>
                    <a:pt x="295092" y="38145"/>
                  </a:lnTo>
                  <a:lnTo>
                    <a:pt x="292258" y="29919"/>
                  </a:lnTo>
                  <a:lnTo>
                    <a:pt x="291806" y="291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/>
          <p:cNvGrpSpPr/>
          <p:nvPr/>
        </p:nvGrpSpPr>
        <p:grpSpPr>
          <a:xfrm>
            <a:off x="4918964" y="3313429"/>
            <a:ext cx="463550" cy="269875"/>
            <a:chOff x="4918964" y="3313429"/>
            <a:chExt cx="463550" cy="269875"/>
          </a:xfrm>
        </p:grpSpPr>
        <p:sp>
          <p:nvSpPr>
            <p:cNvPr id="63" name="object 63"/>
            <p:cNvSpPr/>
            <p:nvPr/>
          </p:nvSpPr>
          <p:spPr>
            <a:xfrm>
              <a:off x="4918964" y="3313429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8" y="0"/>
                  </a:moveTo>
                  <a:lnTo>
                    <a:pt x="0" y="56769"/>
                  </a:lnTo>
                  <a:lnTo>
                    <a:pt x="27812" y="269875"/>
                  </a:lnTo>
                  <a:lnTo>
                    <a:pt x="463041" y="213106"/>
                  </a:lnTo>
                  <a:lnTo>
                    <a:pt x="435228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941189" y="3369563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10" h="175260">
                  <a:moveTo>
                    <a:pt x="9778" y="142494"/>
                  </a:moveTo>
                  <a:lnTo>
                    <a:pt x="35433" y="174751"/>
                  </a:lnTo>
                  <a:lnTo>
                    <a:pt x="43687" y="174498"/>
                  </a:lnTo>
                  <a:lnTo>
                    <a:pt x="81534" y="163957"/>
                  </a:lnTo>
                  <a:lnTo>
                    <a:pt x="94953" y="149733"/>
                  </a:lnTo>
                  <a:lnTo>
                    <a:pt x="36957" y="149733"/>
                  </a:lnTo>
                  <a:lnTo>
                    <a:pt x="30480" y="148971"/>
                  </a:lnTo>
                  <a:lnTo>
                    <a:pt x="11557" y="143256"/>
                  </a:lnTo>
                  <a:lnTo>
                    <a:pt x="9778" y="142494"/>
                  </a:lnTo>
                  <a:close/>
                </a:path>
                <a:path w="422910" h="175260">
                  <a:moveTo>
                    <a:pt x="98303" y="111251"/>
                  </a:moveTo>
                  <a:lnTo>
                    <a:pt x="52070" y="111251"/>
                  </a:lnTo>
                  <a:lnTo>
                    <a:pt x="55752" y="112013"/>
                  </a:lnTo>
                  <a:lnTo>
                    <a:pt x="59055" y="113537"/>
                  </a:lnTo>
                  <a:lnTo>
                    <a:pt x="67437" y="125602"/>
                  </a:lnTo>
                  <a:lnTo>
                    <a:pt x="67945" y="129159"/>
                  </a:lnTo>
                  <a:lnTo>
                    <a:pt x="67818" y="132080"/>
                  </a:lnTo>
                  <a:lnTo>
                    <a:pt x="67056" y="134365"/>
                  </a:lnTo>
                  <a:lnTo>
                    <a:pt x="66421" y="136651"/>
                  </a:lnTo>
                  <a:lnTo>
                    <a:pt x="54990" y="146431"/>
                  </a:lnTo>
                  <a:lnTo>
                    <a:pt x="51308" y="147827"/>
                  </a:lnTo>
                  <a:lnTo>
                    <a:pt x="47751" y="148716"/>
                  </a:lnTo>
                  <a:lnTo>
                    <a:pt x="44450" y="149098"/>
                  </a:lnTo>
                  <a:lnTo>
                    <a:pt x="40512" y="149606"/>
                  </a:lnTo>
                  <a:lnTo>
                    <a:pt x="36957" y="149733"/>
                  </a:lnTo>
                  <a:lnTo>
                    <a:pt x="94953" y="149733"/>
                  </a:lnTo>
                  <a:lnTo>
                    <a:pt x="97282" y="145287"/>
                  </a:lnTo>
                  <a:lnTo>
                    <a:pt x="100330" y="133350"/>
                  </a:lnTo>
                  <a:lnTo>
                    <a:pt x="100584" y="127000"/>
                  </a:lnTo>
                  <a:lnTo>
                    <a:pt x="99680" y="120141"/>
                  </a:lnTo>
                  <a:lnTo>
                    <a:pt x="98806" y="112649"/>
                  </a:lnTo>
                  <a:lnTo>
                    <a:pt x="98303" y="111251"/>
                  </a:lnTo>
                  <a:close/>
                </a:path>
                <a:path w="422910" h="175260">
                  <a:moveTo>
                    <a:pt x="85089" y="35687"/>
                  </a:moveTo>
                  <a:lnTo>
                    <a:pt x="0" y="46862"/>
                  </a:lnTo>
                  <a:lnTo>
                    <a:pt x="9398" y="118999"/>
                  </a:lnTo>
                  <a:lnTo>
                    <a:pt x="12191" y="118618"/>
                  </a:lnTo>
                  <a:lnTo>
                    <a:pt x="15366" y="117348"/>
                  </a:lnTo>
                  <a:lnTo>
                    <a:pt x="19050" y="116077"/>
                  </a:lnTo>
                  <a:lnTo>
                    <a:pt x="43687" y="111251"/>
                  </a:lnTo>
                  <a:lnTo>
                    <a:pt x="98303" y="111251"/>
                  </a:lnTo>
                  <a:lnTo>
                    <a:pt x="96520" y="106299"/>
                  </a:lnTo>
                  <a:lnTo>
                    <a:pt x="93090" y="101346"/>
                  </a:lnTo>
                  <a:lnTo>
                    <a:pt x="89788" y="96393"/>
                  </a:lnTo>
                  <a:lnTo>
                    <a:pt x="85344" y="92583"/>
                  </a:lnTo>
                  <a:lnTo>
                    <a:pt x="80137" y="90043"/>
                  </a:lnTo>
                  <a:lnTo>
                    <a:pt x="76803" y="88519"/>
                  </a:lnTo>
                  <a:lnTo>
                    <a:pt x="36449" y="88519"/>
                  </a:lnTo>
                  <a:lnTo>
                    <a:pt x="33655" y="67056"/>
                  </a:lnTo>
                  <a:lnTo>
                    <a:pt x="88264" y="59944"/>
                  </a:lnTo>
                  <a:lnTo>
                    <a:pt x="85089" y="35687"/>
                  </a:lnTo>
                  <a:close/>
                </a:path>
                <a:path w="422910" h="175260">
                  <a:moveTo>
                    <a:pt x="60071" y="85598"/>
                  </a:moveTo>
                  <a:lnTo>
                    <a:pt x="54228" y="85725"/>
                  </a:lnTo>
                  <a:lnTo>
                    <a:pt x="48133" y="86487"/>
                  </a:lnTo>
                  <a:lnTo>
                    <a:pt x="46736" y="86740"/>
                  </a:lnTo>
                  <a:lnTo>
                    <a:pt x="44958" y="86995"/>
                  </a:lnTo>
                  <a:lnTo>
                    <a:pt x="40132" y="87757"/>
                  </a:lnTo>
                  <a:lnTo>
                    <a:pt x="38100" y="88137"/>
                  </a:lnTo>
                  <a:lnTo>
                    <a:pt x="36449" y="88519"/>
                  </a:lnTo>
                  <a:lnTo>
                    <a:pt x="76803" y="88519"/>
                  </a:lnTo>
                  <a:lnTo>
                    <a:pt x="75691" y="88011"/>
                  </a:lnTo>
                  <a:lnTo>
                    <a:pt x="70865" y="86740"/>
                  </a:lnTo>
                  <a:lnTo>
                    <a:pt x="65405" y="86233"/>
                  </a:lnTo>
                  <a:lnTo>
                    <a:pt x="60071" y="85598"/>
                  </a:lnTo>
                  <a:close/>
                </a:path>
                <a:path w="422910" h="175260">
                  <a:moveTo>
                    <a:pt x="161162" y="23113"/>
                  </a:moveTo>
                  <a:lnTo>
                    <a:pt x="123825" y="35178"/>
                  </a:lnTo>
                  <a:lnTo>
                    <a:pt x="109642" y="73040"/>
                  </a:lnTo>
                  <a:lnTo>
                    <a:pt x="109598" y="76874"/>
                  </a:lnTo>
                  <a:lnTo>
                    <a:pt x="109704" y="82456"/>
                  </a:lnTo>
                  <a:lnTo>
                    <a:pt x="117475" y="126364"/>
                  </a:lnTo>
                  <a:lnTo>
                    <a:pt x="128777" y="146050"/>
                  </a:lnTo>
                  <a:lnTo>
                    <a:pt x="133476" y="151257"/>
                  </a:lnTo>
                  <a:lnTo>
                    <a:pt x="139191" y="154939"/>
                  </a:lnTo>
                  <a:lnTo>
                    <a:pt x="152400" y="159003"/>
                  </a:lnTo>
                  <a:lnTo>
                    <a:pt x="160274" y="159385"/>
                  </a:lnTo>
                  <a:lnTo>
                    <a:pt x="169290" y="158241"/>
                  </a:lnTo>
                  <a:lnTo>
                    <a:pt x="178435" y="156972"/>
                  </a:lnTo>
                  <a:lnTo>
                    <a:pt x="185927" y="154559"/>
                  </a:lnTo>
                  <a:lnTo>
                    <a:pt x="191770" y="150875"/>
                  </a:lnTo>
                  <a:lnTo>
                    <a:pt x="197738" y="147193"/>
                  </a:lnTo>
                  <a:lnTo>
                    <a:pt x="202311" y="142366"/>
                  </a:lnTo>
                  <a:lnTo>
                    <a:pt x="206015" y="135255"/>
                  </a:lnTo>
                  <a:lnTo>
                    <a:pt x="160020" y="135255"/>
                  </a:lnTo>
                  <a:lnTo>
                    <a:pt x="155194" y="132587"/>
                  </a:lnTo>
                  <a:lnTo>
                    <a:pt x="143383" y="93599"/>
                  </a:lnTo>
                  <a:lnTo>
                    <a:pt x="141843" y="74697"/>
                  </a:lnTo>
                  <a:lnTo>
                    <a:pt x="141928" y="68199"/>
                  </a:lnTo>
                  <a:lnTo>
                    <a:pt x="154939" y="48133"/>
                  </a:lnTo>
                  <a:lnTo>
                    <a:pt x="161162" y="47244"/>
                  </a:lnTo>
                  <a:lnTo>
                    <a:pt x="200276" y="47244"/>
                  </a:lnTo>
                  <a:lnTo>
                    <a:pt x="197231" y="41783"/>
                  </a:lnTo>
                  <a:lnTo>
                    <a:pt x="192532" y="36702"/>
                  </a:lnTo>
                  <a:lnTo>
                    <a:pt x="187833" y="31496"/>
                  </a:lnTo>
                  <a:lnTo>
                    <a:pt x="182245" y="27812"/>
                  </a:lnTo>
                  <a:lnTo>
                    <a:pt x="175640" y="25653"/>
                  </a:lnTo>
                  <a:lnTo>
                    <a:pt x="169037" y="23622"/>
                  </a:lnTo>
                  <a:lnTo>
                    <a:pt x="161162" y="23113"/>
                  </a:lnTo>
                  <a:close/>
                </a:path>
                <a:path w="422910" h="175260">
                  <a:moveTo>
                    <a:pt x="200276" y="47244"/>
                  </a:moveTo>
                  <a:lnTo>
                    <a:pt x="161162" y="47244"/>
                  </a:lnTo>
                  <a:lnTo>
                    <a:pt x="165988" y="49911"/>
                  </a:lnTo>
                  <a:lnTo>
                    <a:pt x="169545" y="56007"/>
                  </a:lnTo>
                  <a:lnTo>
                    <a:pt x="178966" y="99950"/>
                  </a:lnTo>
                  <a:lnTo>
                    <a:pt x="179419" y="109299"/>
                  </a:lnTo>
                  <a:lnTo>
                    <a:pt x="179157" y="116957"/>
                  </a:lnTo>
                  <a:lnTo>
                    <a:pt x="160020" y="135255"/>
                  </a:lnTo>
                  <a:lnTo>
                    <a:pt x="206015" y="135255"/>
                  </a:lnTo>
                  <a:lnTo>
                    <a:pt x="208661" y="130175"/>
                  </a:lnTo>
                  <a:lnTo>
                    <a:pt x="210565" y="122809"/>
                  </a:lnTo>
                  <a:lnTo>
                    <a:pt x="211327" y="114300"/>
                  </a:lnTo>
                  <a:lnTo>
                    <a:pt x="211541" y="109299"/>
                  </a:lnTo>
                  <a:lnTo>
                    <a:pt x="211486" y="99950"/>
                  </a:lnTo>
                  <a:lnTo>
                    <a:pt x="203835" y="56514"/>
                  </a:lnTo>
                  <a:lnTo>
                    <a:pt x="200913" y="48387"/>
                  </a:lnTo>
                  <a:lnTo>
                    <a:pt x="200276" y="47244"/>
                  </a:lnTo>
                  <a:close/>
                </a:path>
                <a:path w="422910" h="175260">
                  <a:moveTo>
                    <a:pt x="358648" y="0"/>
                  </a:moveTo>
                  <a:lnTo>
                    <a:pt x="335914" y="3048"/>
                  </a:lnTo>
                  <a:lnTo>
                    <a:pt x="285241" y="140335"/>
                  </a:lnTo>
                  <a:lnTo>
                    <a:pt x="308101" y="137413"/>
                  </a:lnTo>
                  <a:lnTo>
                    <a:pt x="358648" y="0"/>
                  </a:lnTo>
                  <a:close/>
                </a:path>
                <a:path w="422910" h="175260">
                  <a:moveTo>
                    <a:pt x="388056" y="45090"/>
                  </a:moveTo>
                  <a:lnTo>
                    <a:pt x="352678" y="59562"/>
                  </a:lnTo>
                  <a:lnTo>
                    <a:pt x="346458" y="82932"/>
                  </a:lnTo>
                  <a:lnTo>
                    <a:pt x="347090" y="92456"/>
                  </a:lnTo>
                  <a:lnTo>
                    <a:pt x="366605" y="126537"/>
                  </a:lnTo>
                  <a:lnTo>
                    <a:pt x="381361" y="129915"/>
                  </a:lnTo>
                  <a:lnTo>
                    <a:pt x="390144" y="129412"/>
                  </a:lnTo>
                  <a:lnTo>
                    <a:pt x="418651" y="111378"/>
                  </a:lnTo>
                  <a:lnTo>
                    <a:pt x="385190" y="111378"/>
                  </a:lnTo>
                  <a:lnTo>
                    <a:pt x="382905" y="111125"/>
                  </a:lnTo>
                  <a:lnTo>
                    <a:pt x="381126" y="110362"/>
                  </a:lnTo>
                  <a:lnTo>
                    <a:pt x="379222" y="109474"/>
                  </a:lnTo>
                  <a:lnTo>
                    <a:pt x="377825" y="108076"/>
                  </a:lnTo>
                  <a:lnTo>
                    <a:pt x="376682" y="106172"/>
                  </a:lnTo>
                  <a:lnTo>
                    <a:pt x="375285" y="104012"/>
                  </a:lnTo>
                  <a:lnTo>
                    <a:pt x="371416" y="80899"/>
                  </a:lnTo>
                  <a:lnTo>
                    <a:pt x="371495" y="74471"/>
                  </a:lnTo>
                  <a:lnTo>
                    <a:pt x="371601" y="73406"/>
                  </a:lnTo>
                  <a:lnTo>
                    <a:pt x="372274" y="71247"/>
                  </a:lnTo>
                  <a:lnTo>
                    <a:pt x="372872" y="69214"/>
                  </a:lnTo>
                  <a:lnTo>
                    <a:pt x="381635" y="64008"/>
                  </a:lnTo>
                  <a:lnTo>
                    <a:pt x="384301" y="63626"/>
                  </a:lnTo>
                  <a:lnTo>
                    <a:pt x="416786" y="63626"/>
                  </a:lnTo>
                  <a:lnTo>
                    <a:pt x="413392" y="57632"/>
                  </a:lnTo>
                  <a:lnTo>
                    <a:pt x="408559" y="52324"/>
                  </a:lnTo>
                  <a:lnTo>
                    <a:pt x="402724" y="48468"/>
                  </a:lnTo>
                  <a:lnTo>
                    <a:pt x="395890" y="46053"/>
                  </a:lnTo>
                  <a:lnTo>
                    <a:pt x="388056" y="45090"/>
                  </a:lnTo>
                  <a:close/>
                </a:path>
                <a:path w="422910" h="175260">
                  <a:moveTo>
                    <a:pt x="416786" y="63626"/>
                  </a:moveTo>
                  <a:lnTo>
                    <a:pt x="384301" y="63626"/>
                  </a:lnTo>
                  <a:lnTo>
                    <a:pt x="386461" y="63881"/>
                  </a:lnTo>
                  <a:lnTo>
                    <a:pt x="390016" y="65405"/>
                  </a:lnTo>
                  <a:lnTo>
                    <a:pt x="391550" y="66817"/>
                  </a:lnTo>
                  <a:lnTo>
                    <a:pt x="392684" y="68707"/>
                  </a:lnTo>
                  <a:lnTo>
                    <a:pt x="393953" y="70485"/>
                  </a:lnTo>
                  <a:lnTo>
                    <a:pt x="398131" y="99313"/>
                  </a:lnTo>
                  <a:lnTo>
                    <a:pt x="397924" y="101282"/>
                  </a:lnTo>
                  <a:lnTo>
                    <a:pt x="397848" y="101726"/>
                  </a:lnTo>
                  <a:lnTo>
                    <a:pt x="397256" y="103505"/>
                  </a:lnTo>
                  <a:lnTo>
                    <a:pt x="396621" y="105663"/>
                  </a:lnTo>
                  <a:lnTo>
                    <a:pt x="385190" y="111378"/>
                  </a:lnTo>
                  <a:lnTo>
                    <a:pt x="418651" y="111378"/>
                  </a:lnTo>
                  <a:lnTo>
                    <a:pt x="419965" y="108906"/>
                  </a:lnTo>
                  <a:lnTo>
                    <a:pt x="421989" y="101282"/>
                  </a:lnTo>
                  <a:lnTo>
                    <a:pt x="422576" y="93186"/>
                  </a:lnTo>
                  <a:lnTo>
                    <a:pt x="422609" y="92102"/>
                  </a:lnTo>
                  <a:lnTo>
                    <a:pt x="421940" y="82932"/>
                  </a:lnTo>
                  <a:lnTo>
                    <a:pt x="421869" y="82169"/>
                  </a:lnTo>
                  <a:lnTo>
                    <a:pt x="420060" y="72630"/>
                  </a:lnTo>
                  <a:lnTo>
                    <a:pt x="417226" y="64404"/>
                  </a:lnTo>
                  <a:lnTo>
                    <a:pt x="416786" y="63626"/>
                  </a:lnTo>
                  <a:close/>
                </a:path>
                <a:path w="422910" h="175260">
                  <a:moveTo>
                    <a:pt x="263088" y="10602"/>
                  </a:moveTo>
                  <a:lnTo>
                    <a:pt x="227711" y="25146"/>
                  </a:lnTo>
                  <a:lnTo>
                    <a:pt x="221495" y="48468"/>
                  </a:lnTo>
                  <a:lnTo>
                    <a:pt x="222130" y="57949"/>
                  </a:lnTo>
                  <a:lnTo>
                    <a:pt x="241639" y="92102"/>
                  </a:lnTo>
                  <a:lnTo>
                    <a:pt x="256446" y="95444"/>
                  </a:lnTo>
                  <a:lnTo>
                    <a:pt x="265302" y="94996"/>
                  </a:lnTo>
                  <a:lnTo>
                    <a:pt x="293677" y="76962"/>
                  </a:lnTo>
                  <a:lnTo>
                    <a:pt x="260223" y="76962"/>
                  </a:lnTo>
                  <a:lnTo>
                    <a:pt x="257937" y="76708"/>
                  </a:lnTo>
                  <a:lnTo>
                    <a:pt x="256159" y="75946"/>
                  </a:lnTo>
                  <a:lnTo>
                    <a:pt x="254253" y="75057"/>
                  </a:lnTo>
                  <a:lnTo>
                    <a:pt x="252857" y="73660"/>
                  </a:lnTo>
                  <a:lnTo>
                    <a:pt x="251713" y="71755"/>
                  </a:lnTo>
                  <a:lnTo>
                    <a:pt x="250316" y="69596"/>
                  </a:lnTo>
                  <a:lnTo>
                    <a:pt x="246392" y="41401"/>
                  </a:lnTo>
                  <a:lnTo>
                    <a:pt x="246634" y="38862"/>
                  </a:lnTo>
                  <a:lnTo>
                    <a:pt x="247269" y="36957"/>
                  </a:lnTo>
                  <a:lnTo>
                    <a:pt x="247903" y="34798"/>
                  </a:lnTo>
                  <a:lnTo>
                    <a:pt x="249047" y="33020"/>
                  </a:lnTo>
                  <a:lnTo>
                    <a:pt x="250444" y="31876"/>
                  </a:lnTo>
                  <a:lnTo>
                    <a:pt x="251840" y="30607"/>
                  </a:lnTo>
                  <a:lnTo>
                    <a:pt x="254000" y="29845"/>
                  </a:lnTo>
                  <a:lnTo>
                    <a:pt x="256666" y="29463"/>
                  </a:lnTo>
                  <a:lnTo>
                    <a:pt x="259334" y="29210"/>
                  </a:lnTo>
                  <a:lnTo>
                    <a:pt x="291818" y="29210"/>
                  </a:lnTo>
                  <a:lnTo>
                    <a:pt x="288424" y="23215"/>
                  </a:lnTo>
                  <a:lnTo>
                    <a:pt x="283590" y="17907"/>
                  </a:lnTo>
                  <a:lnTo>
                    <a:pt x="277756" y="13995"/>
                  </a:lnTo>
                  <a:lnTo>
                    <a:pt x="270922" y="11572"/>
                  </a:lnTo>
                  <a:lnTo>
                    <a:pt x="263088" y="10602"/>
                  </a:lnTo>
                  <a:close/>
                </a:path>
                <a:path w="422910" h="175260">
                  <a:moveTo>
                    <a:pt x="291818" y="29210"/>
                  </a:moveTo>
                  <a:lnTo>
                    <a:pt x="259334" y="29210"/>
                  </a:lnTo>
                  <a:lnTo>
                    <a:pt x="261493" y="29337"/>
                  </a:lnTo>
                  <a:lnTo>
                    <a:pt x="263271" y="30225"/>
                  </a:lnTo>
                  <a:lnTo>
                    <a:pt x="265049" y="30987"/>
                  </a:lnTo>
                  <a:lnTo>
                    <a:pt x="266573" y="32258"/>
                  </a:lnTo>
                  <a:lnTo>
                    <a:pt x="267715" y="34162"/>
                  </a:lnTo>
                  <a:lnTo>
                    <a:pt x="268986" y="36068"/>
                  </a:lnTo>
                  <a:lnTo>
                    <a:pt x="273126" y="65150"/>
                  </a:lnTo>
                  <a:lnTo>
                    <a:pt x="272923" y="67183"/>
                  </a:lnTo>
                  <a:lnTo>
                    <a:pt x="272138" y="69596"/>
                  </a:lnTo>
                  <a:lnTo>
                    <a:pt x="271652" y="71247"/>
                  </a:lnTo>
                  <a:lnTo>
                    <a:pt x="270637" y="73025"/>
                  </a:lnTo>
                  <a:lnTo>
                    <a:pt x="267462" y="75437"/>
                  </a:lnTo>
                  <a:lnTo>
                    <a:pt x="265430" y="76326"/>
                  </a:lnTo>
                  <a:lnTo>
                    <a:pt x="262889" y="76581"/>
                  </a:lnTo>
                  <a:lnTo>
                    <a:pt x="260223" y="76962"/>
                  </a:lnTo>
                  <a:lnTo>
                    <a:pt x="293677" y="76962"/>
                  </a:lnTo>
                  <a:lnTo>
                    <a:pt x="294997" y="74471"/>
                  </a:lnTo>
                  <a:lnTo>
                    <a:pt x="297022" y="66801"/>
                  </a:lnTo>
                  <a:lnTo>
                    <a:pt x="297547" y="59562"/>
                  </a:lnTo>
                  <a:lnTo>
                    <a:pt x="297640" y="57632"/>
                  </a:lnTo>
                  <a:lnTo>
                    <a:pt x="296969" y="48468"/>
                  </a:lnTo>
                  <a:lnTo>
                    <a:pt x="296901" y="47751"/>
                  </a:lnTo>
                  <a:lnTo>
                    <a:pt x="295092" y="38213"/>
                  </a:lnTo>
                  <a:lnTo>
                    <a:pt x="292258" y="29987"/>
                  </a:lnTo>
                  <a:lnTo>
                    <a:pt x="291818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4918964" y="4305427"/>
            <a:ext cx="463550" cy="269875"/>
            <a:chOff x="4918964" y="4305427"/>
            <a:chExt cx="463550" cy="269875"/>
          </a:xfrm>
        </p:grpSpPr>
        <p:sp>
          <p:nvSpPr>
            <p:cNvPr id="66" name="object 66"/>
            <p:cNvSpPr/>
            <p:nvPr/>
          </p:nvSpPr>
          <p:spPr>
            <a:xfrm>
              <a:off x="4918964" y="4305427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8" y="0"/>
                  </a:moveTo>
                  <a:lnTo>
                    <a:pt x="0" y="56768"/>
                  </a:lnTo>
                  <a:lnTo>
                    <a:pt x="27812" y="269875"/>
                  </a:lnTo>
                  <a:lnTo>
                    <a:pt x="463041" y="213106"/>
                  </a:lnTo>
                  <a:lnTo>
                    <a:pt x="435228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941189" y="4361688"/>
              <a:ext cx="422909" cy="174625"/>
            </a:xfrm>
            <a:custGeom>
              <a:avLst/>
              <a:gdLst/>
              <a:ahLst/>
              <a:cxnLst/>
              <a:rect l="l" t="t" r="r" b="b"/>
              <a:pathLst>
                <a:path w="422910" h="174625">
                  <a:moveTo>
                    <a:pt x="9778" y="142494"/>
                  </a:moveTo>
                  <a:lnTo>
                    <a:pt x="35433" y="174625"/>
                  </a:lnTo>
                  <a:lnTo>
                    <a:pt x="43687" y="174370"/>
                  </a:lnTo>
                  <a:lnTo>
                    <a:pt x="81534" y="163830"/>
                  </a:lnTo>
                  <a:lnTo>
                    <a:pt x="90424" y="155320"/>
                  </a:lnTo>
                  <a:lnTo>
                    <a:pt x="94487" y="150622"/>
                  </a:lnTo>
                  <a:lnTo>
                    <a:pt x="95007" y="149606"/>
                  </a:lnTo>
                  <a:lnTo>
                    <a:pt x="36957" y="149606"/>
                  </a:lnTo>
                  <a:lnTo>
                    <a:pt x="30480" y="148844"/>
                  </a:lnTo>
                  <a:lnTo>
                    <a:pt x="11557" y="143129"/>
                  </a:lnTo>
                  <a:lnTo>
                    <a:pt x="9778" y="142494"/>
                  </a:lnTo>
                  <a:close/>
                </a:path>
                <a:path w="422910" h="174625">
                  <a:moveTo>
                    <a:pt x="98303" y="111125"/>
                  </a:moveTo>
                  <a:lnTo>
                    <a:pt x="52070" y="111125"/>
                  </a:lnTo>
                  <a:lnTo>
                    <a:pt x="55752" y="111887"/>
                  </a:lnTo>
                  <a:lnTo>
                    <a:pt x="59055" y="113537"/>
                  </a:lnTo>
                  <a:lnTo>
                    <a:pt x="61213" y="114554"/>
                  </a:lnTo>
                  <a:lnTo>
                    <a:pt x="62991" y="116078"/>
                  </a:lnTo>
                  <a:lnTo>
                    <a:pt x="64515" y="118110"/>
                  </a:lnTo>
                  <a:lnTo>
                    <a:pt x="66039" y="120014"/>
                  </a:lnTo>
                  <a:lnTo>
                    <a:pt x="67056" y="122555"/>
                  </a:lnTo>
                  <a:lnTo>
                    <a:pt x="67437" y="125603"/>
                  </a:lnTo>
                  <a:lnTo>
                    <a:pt x="67945" y="129159"/>
                  </a:lnTo>
                  <a:lnTo>
                    <a:pt x="67818" y="132080"/>
                  </a:lnTo>
                  <a:lnTo>
                    <a:pt x="67056" y="134238"/>
                  </a:lnTo>
                  <a:lnTo>
                    <a:pt x="66421" y="136525"/>
                  </a:lnTo>
                  <a:lnTo>
                    <a:pt x="65277" y="138684"/>
                  </a:lnTo>
                  <a:lnTo>
                    <a:pt x="61722" y="143129"/>
                  </a:lnTo>
                  <a:lnTo>
                    <a:pt x="58800" y="145034"/>
                  </a:lnTo>
                  <a:lnTo>
                    <a:pt x="54990" y="146304"/>
                  </a:lnTo>
                  <a:lnTo>
                    <a:pt x="51308" y="147700"/>
                  </a:lnTo>
                  <a:lnTo>
                    <a:pt x="47751" y="148589"/>
                  </a:lnTo>
                  <a:lnTo>
                    <a:pt x="44450" y="148970"/>
                  </a:lnTo>
                  <a:lnTo>
                    <a:pt x="40512" y="149479"/>
                  </a:lnTo>
                  <a:lnTo>
                    <a:pt x="36957" y="149606"/>
                  </a:lnTo>
                  <a:lnTo>
                    <a:pt x="95007" y="149606"/>
                  </a:lnTo>
                  <a:lnTo>
                    <a:pt x="97282" y="145161"/>
                  </a:lnTo>
                  <a:lnTo>
                    <a:pt x="100330" y="133223"/>
                  </a:lnTo>
                  <a:lnTo>
                    <a:pt x="100584" y="126873"/>
                  </a:lnTo>
                  <a:lnTo>
                    <a:pt x="99680" y="120014"/>
                  </a:lnTo>
                  <a:lnTo>
                    <a:pt x="98806" y="112522"/>
                  </a:lnTo>
                  <a:lnTo>
                    <a:pt x="98303" y="111125"/>
                  </a:lnTo>
                  <a:close/>
                </a:path>
                <a:path w="422910" h="174625">
                  <a:moveTo>
                    <a:pt x="85089" y="35560"/>
                  </a:moveTo>
                  <a:lnTo>
                    <a:pt x="0" y="46736"/>
                  </a:lnTo>
                  <a:lnTo>
                    <a:pt x="9398" y="118872"/>
                  </a:lnTo>
                  <a:lnTo>
                    <a:pt x="12191" y="118491"/>
                  </a:lnTo>
                  <a:lnTo>
                    <a:pt x="15366" y="117220"/>
                  </a:lnTo>
                  <a:lnTo>
                    <a:pt x="19050" y="115950"/>
                  </a:lnTo>
                  <a:lnTo>
                    <a:pt x="43687" y="111125"/>
                  </a:lnTo>
                  <a:lnTo>
                    <a:pt x="98303" y="111125"/>
                  </a:lnTo>
                  <a:lnTo>
                    <a:pt x="96520" y="106172"/>
                  </a:lnTo>
                  <a:lnTo>
                    <a:pt x="93090" y="101218"/>
                  </a:lnTo>
                  <a:lnTo>
                    <a:pt x="89788" y="96266"/>
                  </a:lnTo>
                  <a:lnTo>
                    <a:pt x="85344" y="92582"/>
                  </a:lnTo>
                  <a:lnTo>
                    <a:pt x="76735" y="88392"/>
                  </a:lnTo>
                  <a:lnTo>
                    <a:pt x="36449" y="88392"/>
                  </a:lnTo>
                  <a:lnTo>
                    <a:pt x="33655" y="67056"/>
                  </a:lnTo>
                  <a:lnTo>
                    <a:pt x="88264" y="59817"/>
                  </a:lnTo>
                  <a:lnTo>
                    <a:pt x="85089" y="35560"/>
                  </a:lnTo>
                  <a:close/>
                </a:path>
                <a:path w="422910" h="174625">
                  <a:moveTo>
                    <a:pt x="60071" y="85470"/>
                  </a:moveTo>
                  <a:lnTo>
                    <a:pt x="54228" y="85598"/>
                  </a:lnTo>
                  <a:lnTo>
                    <a:pt x="48133" y="86487"/>
                  </a:lnTo>
                  <a:lnTo>
                    <a:pt x="46736" y="86613"/>
                  </a:lnTo>
                  <a:lnTo>
                    <a:pt x="44958" y="86868"/>
                  </a:lnTo>
                  <a:lnTo>
                    <a:pt x="42545" y="87249"/>
                  </a:lnTo>
                  <a:lnTo>
                    <a:pt x="40132" y="87756"/>
                  </a:lnTo>
                  <a:lnTo>
                    <a:pt x="38100" y="88011"/>
                  </a:lnTo>
                  <a:lnTo>
                    <a:pt x="36449" y="88392"/>
                  </a:lnTo>
                  <a:lnTo>
                    <a:pt x="76735" y="88392"/>
                  </a:lnTo>
                  <a:lnTo>
                    <a:pt x="75691" y="87884"/>
                  </a:lnTo>
                  <a:lnTo>
                    <a:pt x="70865" y="86613"/>
                  </a:lnTo>
                  <a:lnTo>
                    <a:pt x="65405" y="86106"/>
                  </a:lnTo>
                  <a:lnTo>
                    <a:pt x="60071" y="85470"/>
                  </a:lnTo>
                  <a:close/>
                </a:path>
                <a:path w="422910" h="174625">
                  <a:moveTo>
                    <a:pt x="161162" y="23113"/>
                  </a:moveTo>
                  <a:lnTo>
                    <a:pt x="123825" y="35051"/>
                  </a:lnTo>
                  <a:lnTo>
                    <a:pt x="109641" y="72961"/>
                  </a:lnTo>
                  <a:lnTo>
                    <a:pt x="109598" y="76819"/>
                  </a:lnTo>
                  <a:lnTo>
                    <a:pt x="109703" y="82347"/>
                  </a:lnTo>
                  <a:lnTo>
                    <a:pt x="117475" y="126237"/>
                  </a:lnTo>
                  <a:lnTo>
                    <a:pt x="152400" y="158876"/>
                  </a:lnTo>
                  <a:lnTo>
                    <a:pt x="160274" y="159257"/>
                  </a:lnTo>
                  <a:lnTo>
                    <a:pt x="169290" y="158114"/>
                  </a:lnTo>
                  <a:lnTo>
                    <a:pt x="206015" y="135128"/>
                  </a:lnTo>
                  <a:lnTo>
                    <a:pt x="160020" y="135128"/>
                  </a:lnTo>
                  <a:lnTo>
                    <a:pt x="155194" y="132461"/>
                  </a:lnTo>
                  <a:lnTo>
                    <a:pt x="143383" y="93472"/>
                  </a:lnTo>
                  <a:lnTo>
                    <a:pt x="141843" y="74624"/>
                  </a:lnTo>
                  <a:lnTo>
                    <a:pt x="141930" y="68072"/>
                  </a:lnTo>
                  <a:lnTo>
                    <a:pt x="161162" y="47243"/>
                  </a:lnTo>
                  <a:lnTo>
                    <a:pt x="200276" y="47243"/>
                  </a:lnTo>
                  <a:lnTo>
                    <a:pt x="197231" y="41782"/>
                  </a:lnTo>
                  <a:lnTo>
                    <a:pt x="187833" y="31368"/>
                  </a:lnTo>
                  <a:lnTo>
                    <a:pt x="182245" y="27686"/>
                  </a:lnTo>
                  <a:lnTo>
                    <a:pt x="175640" y="25654"/>
                  </a:lnTo>
                  <a:lnTo>
                    <a:pt x="169037" y="23494"/>
                  </a:lnTo>
                  <a:lnTo>
                    <a:pt x="161162" y="23113"/>
                  </a:lnTo>
                  <a:close/>
                </a:path>
                <a:path w="422910" h="174625">
                  <a:moveTo>
                    <a:pt x="200276" y="47243"/>
                  </a:moveTo>
                  <a:lnTo>
                    <a:pt x="161162" y="47243"/>
                  </a:lnTo>
                  <a:lnTo>
                    <a:pt x="165988" y="49784"/>
                  </a:lnTo>
                  <a:lnTo>
                    <a:pt x="169545" y="55880"/>
                  </a:lnTo>
                  <a:lnTo>
                    <a:pt x="178966" y="99877"/>
                  </a:lnTo>
                  <a:lnTo>
                    <a:pt x="179419" y="109188"/>
                  </a:lnTo>
                  <a:lnTo>
                    <a:pt x="179157" y="116832"/>
                  </a:lnTo>
                  <a:lnTo>
                    <a:pt x="178181" y="122809"/>
                  </a:lnTo>
                  <a:lnTo>
                    <a:pt x="176402" y="129667"/>
                  </a:lnTo>
                  <a:lnTo>
                    <a:pt x="172338" y="133604"/>
                  </a:lnTo>
                  <a:lnTo>
                    <a:pt x="160020" y="135128"/>
                  </a:lnTo>
                  <a:lnTo>
                    <a:pt x="206015" y="135128"/>
                  </a:lnTo>
                  <a:lnTo>
                    <a:pt x="208661" y="130048"/>
                  </a:lnTo>
                  <a:lnTo>
                    <a:pt x="210565" y="122681"/>
                  </a:lnTo>
                  <a:lnTo>
                    <a:pt x="211327" y="114173"/>
                  </a:lnTo>
                  <a:lnTo>
                    <a:pt x="211540" y="109188"/>
                  </a:lnTo>
                  <a:lnTo>
                    <a:pt x="211490" y="99877"/>
                  </a:lnTo>
                  <a:lnTo>
                    <a:pt x="203835" y="56387"/>
                  </a:lnTo>
                  <a:lnTo>
                    <a:pt x="200913" y="48387"/>
                  </a:lnTo>
                  <a:lnTo>
                    <a:pt x="200276" y="47243"/>
                  </a:lnTo>
                  <a:close/>
                </a:path>
                <a:path w="422910" h="174625">
                  <a:moveTo>
                    <a:pt x="358648" y="0"/>
                  </a:moveTo>
                  <a:lnTo>
                    <a:pt x="335914" y="2920"/>
                  </a:lnTo>
                  <a:lnTo>
                    <a:pt x="285241" y="140207"/>
                  </a:lnTo>
                  <a:lnTo>
                    <a:pt x="308101" y="137287"/>
                  </a:lnTo>
                  <a:lnTo>
                    <a:pt x="358648" y="0"/>
                  </a:lnTo>
                  <a:close/>
                </a:path>
                <a:path w="422910" h="174625">
                  <a:moveTo>
                    <a:pt x="388056" y="44963"/>
                  </a:moveTo>
                  <a:lnTo>
                    <a:pt x="352678" y="59562"/>
                  </a:lnTo>
                  <a:lnTo>
                    <a:pt x="346459" y="82825"/>
                  </a:lnTo>
                  <a:lnTo>
                    <a:pt x="347090" y="92329"/>
                  </a:lnTo>
                  <a:lnTo>
                    <a:pt x="366605" y="126410"/>
                  </a:lnTo>
                  <a:lnTo>
                    <a:pt x="381361" y="129788"/>
                  </a:lnTo>
                  <a:lnTo>
                    <a:pt x="390144" y="129286"/>
                  </a:lnTo>
                  <a:lnTo>
                    <a:pt x="418645" y="111379"/>
                  </a:lnTo>
                  <a:lnTo>
                    <a:pt x="385190" y="111379"/>
                  </a:lnTo>
                  <a:lnTo>
                    <a:pt x="382905" y="111125"/>
                  </a:lnTo>
                  <a:lnTo>
                    <a:pt x="381126" y="110236"/>
                  </a:lnTo>
                  <a:lnTo>
                    <a:pt x="379222" y="109347"/>
                  </a:lnTo>
                  <a:lnTo>
                    <a:pt x="377825" y="108076"/>
                  </a:lnTo>
                  <a:lnTo>
                    <a:pt x="376682" y="106172"/>
                  </a:lnTo>
                  <a:lnTo>
                    <a:pt x="375285" y="104012"/>
                  </a:lnTo>
                  <a:lnTo>
                    <a:pt x="374396" y="101600"/>
                  </a:lnTo>
                  <a:lnTo>
                    <a:pt x="371414" y="80772"/>
                  </a:lnTo>
                  <a:lnTo>
                    <a:pt x="371513" y="74168"/>
                  </a:lnTo>
                  <a:lnTo>
                    <a:pt x="371601" y="73279"/>
                  </a:lnTo>
                  <a:lnTo>
                    <a:pt x="372307" y="71119"/>
                  </a:lnTo>
                  <a:lnTo>
                    <a:pt x="372872" y="69087"/>
                  </a:lnTo>
                  <a:lnTo>
                    <a:pt x="384301" y="63500"/>
                  </a:lnTo>
                  <a:lnTo>
                    <a:pt x="416786" y="63500"/>
                  </a:lnTo>
                  <a:lnTo>
                    <a:pt x="413392" y="57505"/>
                  </a:lnTo>
                  <a:lnTo>
                    <a:pt x="408559" y="52197"/>
                  </a:lnTo>
                  <a:lnTo>
                    <a:pt x="402724" y="48341"/>
                  </a:lnTo>
                  <a:lnTo>
                    <a:pt x="395890" y="45926"/>
                  </a:lnTo>
                  <a:lnTo>
                    <a:pt x="388056" y="44963"/>
                  </a:lnTo>
                  <a:close/>
                </a:path>
                <a:path w="422910" h="174625">
                  <a:moveTo>
                    <a:pt x="416786" y="63500"/>
                  </a:moveTo>
                  <a:lnTo>
                    <a:pt x="384301" y="63500"/>
                  </a:lnTo>
                  <a:lnTo>
                    <a:pt x="386461" y="63754"/>
                  </a:lnTo>
                  <a:lnTo>
                    <a:pt x="390016" y="65278"/>
                  </a:lnTo>
                  <a:lnTo>
                    <a:pt x="391540" y="66675"/>
                  </a:lnTo>
                  <a:lnTo>
                    <a:pt x="392684" y="68580"/>
                  </a:lnTo>
                  <a:lnTo>
                    <a:pt x="393953" y="70485"/>
                  </a:lnTo>
                  <a:lnTo>
                    <a:pt x="398131" y="99187"/>
                  </a:lnTo>
                  <a:lnTo>
                    <a:pt x="397917" y="101219"/>
                  </a:lnTo>
                  <a:lnTo>
                    <a:pt x="397848" y="101600"/>
                  </a:lnTo>
                  <a:lnTo>
                    <a:pt x="397256" y="103378"/>
                  </a:lnTo>
                  <a:lnTo>
                    <a:pt x="396621" y="105663"/>
                  </a:lnTo>
                  <a:lnTo>
                    <a:pt x="395477" y="107314"/>
                  </a:lnTo>
                  <a:lnTo>
                    <a:pt x="392430" y="109855"/>
                  </a:lnTo>
                  <a:lnTo>
                    <a:pt x="390398" y="110617"/>
                  </a:lnTo>
                  <a:lnTo>
                    <a:pt x="385190" y="111379"/>
                  </a:lnTo>
                  <a:lnTo>
                    <a:pt x="418645" y="111379"/>
                  </a:lnTo>
                  <a:lnTo>
                    <a:pt x="419965" y="108886"/>
                  </a:lnTo>
                  <a:lnTo>
                    <a:pt x="421989" y="101219"/>
                  </a:lnTo>
                  <a:lnTo>
                    <a:pt x="422577" y="93077"/>
                  </a:lnTo>
                  <a:lnTo>
                    <a:pt x="422608" y="91993"/>
                  </a:lnTo>
                  <a:lnTo>
                    <a:pt x="421941" y="82825"/>
                  </a:lnTo>
                  <a:lnTo>
                    <a:pt x="421869" y="82042"/>
                  </a:lnTo>
                  <a:lnTo>
                    <a:pt x="420060" y="72503"/>
                  </a:lnTo>
                  <a:lnTo>
                    <a:pt x="417217" y="64262"/>
                  </a:lnTo>
                  <a:lnTo>
                    <a:pt x="416786" y="63500"/>
                  </a:lnTo>
                  <a:close/>
                </a:path>
                <a:path w="422910" h="174625">
                  <a:moveTo>
                    <a:pt x="263088" y="10546"/>
                  </a:moveTo>
                  <a:lnTo>
                    <a:pt x="227711" y="25018"/>
                  </a:lnTo>
                  <a:lnTo>
                    <a:pt x="221487" y="48341"/>
                  </a:lnTo>
                  <a:lnTo>
                    <a:pt x="222123" y="57912"/>
                  </a:lnTo>
                  <a:lnTo>
                    <a:pt x="241639" y="91993"/>
                  </a:lnTo>
                  <a:lnTo>
                    <a:pt x="256446" y="95371"/>
                  </a:lnTo>
                  <a:lnTo>
                    <a:pt x="265302" y="94868"/>
                  </a:lnTo>
                  <a:lnTo>
                    <a:pt x="293683" y="76835"/>
                  </a:lnTo>
                  <a:lnTo>
                    <a:pt x="260223" y="76835"/>
                  </a:lnTo>
                  <a:lnTo>
                    <a:pt x="257937" y="76581"/>
                  </a:lnTo>
                  <a:lnTo>
                    <a:pt x="256159" y="75818"/>
                  </a:lnTo>
                  <a:lnTo>
                    <a:pt x="254253" y="74930"/>
                  </a:lnTo>
                  <a:lnTo>
                    <a:pt x="252857" y="73532"/>
                  </a:lnTo>
                  <a:lnTo>
                    <a:pt x="251713" y="71628"/>
                  </a:lnTo>
                  <a:lnTo>
                    <a:pt x="250316" y="69468"/>
                  </a:lnTo>
                  <a:lnTo>
                    <a:pt x="246380" y="41401"/>
                  </a:lnTo>
                  <a:lnTo>
                    <a:pt x="246634" y="38862"/>
                  </a:lnTo>
                  <a:lnTo>
                    <a:pt x="247269" y="36830"/>
                  </a:lnTo>
                  <a:lnTo>
                    <a:pt x="247903" y="34670"/>
                  </a:lnTo>
                  <a:lnTo>
                    <a:pt x="259334" y="29082"/>
                  </a:lnTo>
                  <a:lnTo>
                    <a:pt x="291818" y="29082"/>
                  </a:lnTo>
                  <a:lnTo>
                    <a:pt x="288424" y="23088"/>
                  </a:lnTo>
                  <a:lnTo>
                    <a:pt x="283590" y="17780"/>
                  </a:lnTo>
                  <a:lnTo>
                    <a:pt x="277756" y="13924"/>
                  </a:lnTo>
                  <a:lnTo>
                    <a:pt x="270922" y="11509"/>
                  </a:lnTo>
                  <a:lnTo>
                    <a:pt x="263088" y="10546"/>
                  </a:lnTo>
                  <a:close/>
                </a:path>
                <a:path w="422910" h="174625">
                  <a:moveTo>
                    <a:pt x="291818" y="29082"/>
                  </a:moveTo>
                  <a:lnTo>
                    <a:pt x="259334" y="29082"/>
                  </a:lnTo>
                  <a:lnTo>
                    <a:pt x="261493" y="29337"/>
                  </a:lnTo>
                  <a:lnTo>
                    <a:pt x="265049" y="30861"/>
                  </a:lnTo>
                  <a:lnTo>
                    <a:pt x="266573" y="32257"/>
                  </a:lnTo>
                  <a:lnTo>
                    <a:pt x="267715" y="34036"/>
                  </a:lnTo>
                  <a:lnTo>
                    <a:pt x="268986" y="35941"/>
                  </a:lnTo>
                  <a:lnTo>
                    <a:pt x="273163" y="64769"/>
                  </a:lnTo>
                  <a:lnTo>
                    <a:pt x="272923" y="67056"/>
                  </a:lnTo>
                  <a:lnTo>
                    <a:pt x="272138" y="69468"/>
                  </a:lnTo>
                  <a:lnTo>
                    <a:pt x="271652" y="71119"/>
                  </a:lnTo>
                  <a:lnTo>
                    <a:pt x="270637" y="72898"/>
                  </a:lnTo>
                  <a:lnTo>
                    <a:pt x="268986" y="74168"/>
                  </a:lnTo>
                  <a:lnTo>
                    <a:pt x="267462" y="75437"/>
                  </a:lnTo>
                  <a:lnTo>
                    <a:pt x="265430" y="76200"/>
                  </a:lnTo>
                  <a:lnTo>
                    <a:pt x="262889" y="76581"/>
                  </a:lnTo>
                  <a:lnTo>
                    <a:pt x="260223" y="76835"/>
                  </a:lnTo>
                  <a:lnTo>
                    <a:pt x="293683" y="76835"/>
                  </a:lnTo>
                  <a:lnTo>
                    <a:pt x="297637" y="57505"/>
                  </a:lnTo>
                  <a:lnTo>
                    <a:pt x="296968" y="48341"/>
                  </a:lnTo>
                  <a:lnTo>
                    <a:pt x="296901" y="47625"/>
                  </a:lnTo>
                  <a:lnTo>
                    <a:pt x="295092" y="38086"/>
                  </a:lnTo>
                  <a:lnTo>
                    <a:pt x="292258" y="29860"/>
                  </a:lnTo>
                  <a:lnTo>
                    <a:pt x="291818" y="290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4918964" y="5287136"/>
            <a:ext cx="463041" cy="2698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69" name="object 69"/>
          <p:cNvGrpSpPr/>
          <p:nvPr/>
        </p:nvGrpSpPr>
        <p:grpSpPr>
          <a:xfrm>
            <a:off x="4918964" y="6372758"/>
            <a:ext cx="463550" cy="269875"/>
            <a:chOff x="4918964" y="6372758"/>
            <a:chExt cx="463550" cy="269875"/>
          </a:xfrm>
        </p:grpSpPr>
        <p:sp>
          <p:nvSpPr>
            <p:cNvPr id="70" name="object 70"/>
            <p:cNvSpPr/>
            <p:nvPr/>
          </p:nvSpPr>
          <p:spPr>
            <a:xfrm>
              <a:off x="4918964" y="6372758"/>
              <a:ext cx="463550" cy="269875"/>
            </a:xfrm>
            <a:custGeom>
              <a:avLst/>
              <a:gdLst/>
              <a:ahLst/>
              <a:cxnLst/>
              <a:rect l="l" t="t" r="r" b="b"/>
              <a:pathLst>
                <a:path w="463550" h="269875">
                  <a:moveTo>
                    <a:pt x="435228" y="0"/>
                  </a:moveTo>
                  <a:lnTo>
                    <a:pt x="0" y="56756"/>
                  </a:lnTo>
                  <a:lnTo>
                    <a:pt x="27812" y="269836"/>
                  </a:lnTo>
                  <a:lnTo>
                    <a:pt x="463041" y="213080"/>
                  </a:lnTo>
                  <a:lnTo>
                    <a:pt x="435228" y="0"/>
                  </a:lnTo>
                  <a:close/>
                </a:path>
              </a:pathLst>
            </a:custGeom>
            <a:solidFill>
              <a:srgbClr val="FDF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941189" y="6428930"/>
              <a:ext cx="422909" cy="175260"/>
            </a:xfrm>
            <a:custGeom>
              <a:avLst/>
              <a:gdLst/>
              <a:ahLst/>
              <a:cxnLst/>
              <a:rect l="l" t="t" r="r" b="b"/>
              <a:pathLst>
                <a:path w="422910" h="175259">
                  <a:moveTo>
                    <a:pt x="9778" y="142506"/>
                  </a:moveTo>
                  <a:lnTo>
                    <a:pt x="35433" y="174726"/>
                  </a:lnTo>
                  <a:lnTo>
                    <a:pt x="43687" y="174472"/>
                  </a:lnTo>
                  <a:lnTo>
                    <a:pt x="81534" y="163893"/>
                  </a:lnTo>
                  <a:lnTo>
                    <a:pt x="90424" y="155359"/>
                  </a:lnTo>
                  <a:lnTo>
                    <a:pt x="94487" y="150621"/>
                  </a:lnTo>
                  <a:lnTo>
                    <a:pt x="95003" y="149631"/>
                  </a:lnTo>
                  <a:lnTo>
                    <a:pt x="36957" y="149631"/>
                  </a:lnTo>
                  <a:lnTo>
                    <a:pt x="30480" y="148894"/>
                  </a:lnTo>
                  <a:lnTo>
                    <a:pt x="27305" y="148310"/>
                  </a:lnTo>
                  <a:lnTo>
                    <a:pt x="24130" y="147497"/>
                  </a:lnTo>
                  <a:lnTo>
                    <a:pt x="20700" y="146659"/>
                  </a:lnTo>
                  <a:lnTo>
                    <a:pt x="17907" y="145795"/>
                  </a:lnTo>
                  <a:lnTo>
                    <a:pt x="15621" y="144906"/>
                  </a:lnTo>
                  <a:lnTo>
                    <a:pt x="11557" y="143217"/>
                  </a:lnTo>
                  <a:lnTo>
                    <a:pt x="9778" y="142506"/>
                  </a:lnTo>
                  <a:close/>
                </a:path>
                <a:path w="422910" h="175259">
                  <a:moveTo>
                    <a:pt x="98286" y="111163"/>
                  </a:moveTo>
                  <a:lnTo>
                    <a:pt x="47878" y="111163"/>
                  </a:lnTo>
                  <a:lnTo>
                    <a:pt x="52070" y="111175"/>
                  </a:lnTo>
                  <a:lnTo>
                    <a:pt x="55752" y="111963"/>
                  </a:lnTo>
                  <a:lnTo>
                    <a:pt x="67437" y="125602"/>
                  </a:lnTo>
                  <a:lnTo>
                    <a:pt x="67945" y="129171"/>
                  </a:lnTo>
                  <a:lnTo>
                    <a:pt x="67818" y="132092"/>
                  </a:lnTo>
                  <a:lnTo>
                    <a:pt x="67056" y="134340"/>
                  </a:lnTo>
                  <a:lnTo>
                    <a:pt x="66421" y="136601"/>
                  </a:lnTo>
                  <a:lnTo>
                    <a:pt x="54990" y="146405"/>
                  </a:lnTo>
                  <a:lnTo>
                    <a:pt x="51308" y="147739"/>
                  </a:lnTo>
                  <a:lnTo>
                    <a:pt x="47751" y="148628"/>
                  </a:lnTo>
                  <a:lnTo>
                    <a:pt x="40512" y="149567"/>
                  </a:lnTo>
                  <a:lnTo>
                    <a:pt x="36957" y="149631"/>
                  </a:lnTo>
                  <a:lnTo>
                    <a:pt x="95003" y="149631"/>
                  </a:lnTo>
                  <a:lnTo>
                    <a:pt x="97282" y="145249"/>
                  </a:lnTo>
                  <a:lnTo>
                    <a:pt x="100330" y="133261"/>
                  </a:lnTo>
                  <a:lnTo>
                    <a:pt x="100584" y="126923"/>
                  </a:lnTo>
                  <a:lnTo>
                    <a:pt x="99678" y="120116"/>
                  </a:lnTo>
                  <a:lnTo>
                    <a:pt x="98806" y="112598"/>
                  </a:lnTo>
                  <a:lnTo>
                    <a:pt x="98286" y="111163"/>
                  </a:lnTo>
                  <a:close/>
                </a:path>
                <a:path w="422910" h="175259">
                  <a:moveTo>
                    <a:pt x="85089" y="35674"/>
                  </a:moveTo>
                  <a:lnTo>
                    <a:pt x="0" y="46774"/>
                  </a:lnTo>
                  <a:lnTo>
                    <a:pt x="9398" y="118948"/>
                  </a:lnTo>
                  <a:lnTo>
                    <a:pt x="12191" y="118592"/>
                  </a:lnTo>
                  <a:lnTo>
                    <a:pt x="15366" y="117297"/>
                  </a:lnTo>
                  <a:lnTo>
                    <a:pt x="19050" y="115989"/>
                  </a:lnTo>
                  <a:lnTo>
                    <a:pt x="27812" y="113322"/>
                  </a:lnTo>
                  <a:lnTo>
                    <a:pt x="32385" y="112356"/>
                  </a:lnTo>
                  <a:lnTo>
                    <a:pt x="40132" y="111353"/>
                  </a:lnTo>
                  <a:lnTo>
                    <a:pt x="43687" y="111163"/>
                  </a:lnTo>
                  <a:lnTo>
                    <a:pt x="98286" y="111163"/>
                  </a:lnTo>
                  <a:lnTo>
                    <a:pt x="96520" y="106286"/>
                  </a:lnTo>
                  <a:lnTo>
                    <a:pt x="93090" y="101307"/>
                  </a:lnTo>
                  <a:lnTo>
                    <a:pt x="89788" y="96342"/>
                  </a:lnTo>
                  <a:lnTo>
                    <a:pt x="85344" y="92595"/>
                  </a:lnTo>
                  <a:lnTo>
                    <a:pt x="80137" y="90068"/>
                  </a:lnTo>
                  <a:lnTo>
                    <a:pt x="76700" y="88468"/>
                  </a:lnTo>
                  <a:lnTo>
                    <a:pt x="36449" y="88468"/>
                  </a:lnTo>
                  <a:lnTo>
                    <a:pt x="33655" y="67055"/>
                  </a:lnTo>
                  <a:lnTo>
                    <a:pt x="88264" y="59931"/>
                  </a:lnTo>
                  <a:lnTo>
                    <a:pt x="85089" y="35674"/>
                  </a:lnTo>
                  <a:close/>
                </a:path>
                <a:path w="422910" h="175259">
                  <a:moveTo>
                    <a:pt x="60071" y="85585"/>
                  </a:moveTo>
                  <a:lnTo>
                    <a:pt x="54228" y="85699"/>
                  </a:lnTo>
                  <a:lnTo>
                    <a:pt x="48133" y="86512"/>
                  </a:lnTo>
                  <a:lnTo>
                    <a:pt x="46658" y="86690"/>
                  </a:lnTo>
                  <a:lnTo>
                    <a:pt x="40132" y="87756"/>
                  </a:lnTo>
                  <a:lnTo>
                    <a:pt x="38100" y="88125"/>
                  </a:lnTo>
                  <a:lnTo>
                    <a:pt x="36449" y="88468"/>
                  </a:lnTo>
                  <a:lnTo>
                    <a:pt x="76700" y="88468"/>
                  </a:lnTo>
                  <a:lnTo>
                    <a:pt x="75691" y="87998"/>
                  </a:lnTo>
                  <a:lnTo>
                    <a:pt x="70865" y="86690"/>
                  </a:lnTo>
                  <a:lnTo>
                    <a:pt x="60071" y="85585"/>
                  </a:lnTo>
                  <a:close/>
                </a:path>
                <a:path w="422910" h="175259">
                  <a:moveTo>
                    <a:pt x="161162" y="23126"/>
                  </a:moveTo>
                  <a:lnTo>
                    <a:pt x="123825" y="35090"/>
                  </a:lnTo>
                  <a:lnTo>
                    <a:pt x="109641" y="73036"/>
                  </a:lnTo>
                  <a:lnTo>
                    <a:pt x="109598" y="76873"/>
                  </a:lnTo>
                  <a:lnTo>
                    <a:pt x="109705" y="82438"/>
                  </a:lnTo>
                  <a:lnTo>
                    <a:pt x="117479" y="126326"/>
                  </a:lnTo>
                  <a:lnTo>
                    <a:pt x="128777" y="146049"/>
                  </a:lnTo>
                  <a:lnTo>
                    <a:pt x="133476" y="151231"/>
                  </a:lnTo>
                  <a:lnTo>
                    <a:pt x="139191" y="154838"/>
                  </a:lnTo>
                  <a:lnTo>
                    <a:pt x="152400" y="158902"/>
                  </a:lnTo>
                  <a:lnTo>
                    <a:pt x="160274" y="159334"/>
                  </a:lnTo>
                  <a:lnTo>
                    <a:pt x="178435" y="156959"/>
                  </a:lnTo>
                  <a:lnTo>
                    <a:pt x="185927" y="154533"/>
                  </a:lnTo>
                  <a:lnTo>
                    <a:pt x="191770" y="150875"/>
                  </a:lnTo>
                  <a:lnTo>
                    <a:pt x="197738" y="147205"/>
                  </a:lnTo>
                  <a:lnTo>
                    <a:pt x="202311" y="142328"/>
                  </a:lnTo>
                  <a:lnTo>
                    <a:pt x="206015" y="135216"/>
                  </a:lnTo>
                  <a:lnTo>
                    <a:pt x="160020" y="135216"/>
                  </a:lnTo>
                  <a:lnTo>
                    <a:pt x="155194" y="132524"/>
                  </a:lnTo>
                  <a:lnTo>
                    <a:pt x="143383" y="93573"/>
                  </a:lnTo>
                  <a:lnTo>
                    <a:pt x="141843" y="74683"/>
                  </a:lnTo>
                  <a:lnTo>
                    <a:pt x="141929" y="68173"/>
                  </a:lnTo>
                  <a:lnTo>
                    <a:pt x="161162" y="47269"/>
                  </a:lnTo>
                  <a:lnTo>
                    <a:pt x="200282" y="47269"/>
                  </a:lnTo>
                  <a:lnTo>
                    <a:pt x="197231" y="41808"/>
                  </a:lnTo>
                  <a:lnTo>
                    <a:pt x="192532" y="36677"/>
                  </a:lnTo>
                  <a:lnTo>
                    <a:pt x="187833" y="31432"/>
                  </a:lnTo>
                  <a:lnTo>
                    <a:pt x="182245" y="27774"/>
                  </a:lnTo>
                  <a:lnTo>
                    <a:pt x="169037" y="23571"/>
                  </a:lnTo>
                  <a:lnTo>
                    <a:pt x="161162" y="23126"/>
                  </a:lnTo>
                  <a:close/>
                </a:path>
                <a:path w="422910" h="175259">
                  <a:moveTo>
                    <a:pt x="200282" y="47269"/>
                  </a:moveTo>
                  <a:lnTo>
                    <a:pt x="161162" y="47269"/>
                  </a:lnTo>
                  <a:lnTo>
                    <a:pt x="165988" y="49898"/>
                  </a:lnTo>
                  <a:lnTo>
                    <a:pt x="169545" y="55968"/>
                  </a:lnTo>
                  <a:lnTo>
                    <a:pt x="178966" y="99909"/>
                  </a:lnTo>
                  <a:lnTo>
                    <a:pt x="179419" y="109237"/>
                  </a:lnTo>
                  <a:lnTo>
                    <a:pt x="179157" y="116896"/>
                  </a:lnTo>
                  <a:lnTo>
                    <a:pt x="178181" y="122885"/>
                  </a:lnTo>
                  <a:lnTo>
                    <a:pt x="176402" y="129768"/>
                  </a:lnTo>
                  <a:lnTo>
                    <a:pt x="172338" y="133603"/>
                  </a:lnTo>
                  <a:lnTo>
                    <a:pt x="160020" y="135216"/>
                  </a:lnTo>
                  <a:lnTo>
                    <a:pt x="206015" y="135216"/>
                  </a:lnTo>
                  <a:lnTo>
                    <a:pt x="208661" y="130136"/>
                  </a:lnTo>
                  <a:lnTo>
                    <a:pt x="210565" y="122796"/>
                  </a:lnTo>
                  <a:lnTo>
                    <a:pt x="211327" y="114223"/>
                  </a:lnTo>
                  <a:lnTo>
                    <a:pt x="211541" y="109237"/>
                  </a:lnTo>
                  <a:lnTo>
                    <a:pt x="211487" y="99909"/>
                  </a:lnTo>
                  <a:lnTo>
                    <a:pt x="203835" y="56464"/>
                  </a:lnTo>
                  <a:lnTo>
                    <a:pt x="200913" y="48399"/>
                  </a:lnTo>
                  <a:lnTo>
                    <a:pt x="200282" y="47269"/>
                  </a:lnTo>
                  <a:close/>
                </a:path>
                <a:path w="422910" h="175259">
                  <a:moveTo>
                    <a:pt x="358648" y="0"/>
                  </a:moveTo>
                  <a:lnTo>
                    <a:pt x="335914" y="2971"/>
                  </a:lnTo>
                  <a:lnTo>
                    <a:pt x="285241" y="140309"/>
                  </a:lnTo>
                  <a:lnTo>
                    <a:pt x="308101" y="137337"/>
                  </a:lnTo>
                  <a:lnTo>
                    <a:pt x="358648" y="0"/>
                  </a:lnTo>
                  <a:close/>
                </a:path>
                <a:path w="422910" h="175259">
                  <a:moveTo>
                    <a:pt x="388056" y="45025"/>
                  </a:moveTo>
                  <a:lnTo>
                    <a:pt x="352678" y="59562"/>
                  </a:lnTo>
                  <a:lnTo>
                    <a:pt x="346460" y="82888"/>
                  </a:lnTo>
                  <a:lnTo>
                    <a:pt x="347090" y="92379"/>
                  </a:lnTo>
                  <a:lnTo>
                    <a:pt x="366605" y="126497"/>
                  </a:lnTo>
                  <a:lnTo>
                    <a:pt x="381361" y="129844"/>
                  </a:lnTo>
                  <a:lnTo>
                    <a:pt x="390144" y="129349"/>
                  </a:lnTo>
                  <a:lnTo>
                    <a:pt x="418649" y="111391"/>
                  </a:lnTo>
                  <a:lnTo>
                    <a:pt x="385190" y="111391"/>
                  </a:lnTo>
                  <a:lnTo>
                    <a:pt x="382905" y="111137"/>
                  </a:lnTo>
                  <a:lnTo>
                    <a:pt x="381126" y="110299"/>
                  </a:lnTo>
                  <a:lnTo>
                    <a:pt x="379222" y="109448"/>
                  </a:lnTo>
                  <a:lnTo>
                    <a:pt x="377825" y="108076"/>
                  </a:lnTo>
                  <a:lnTo>
                    <a:pt x="376682" y="106184"/>
                  </a:lnTo>
                  <a:lnTo>
                    <a:pt x="375285" y="104012"/>
                  </a:lnTo>
                  <a:lnTo>
                    <a:pt x="374396" y="101688"/>
                  </a:lnTo>
                  <a:lnTo>
                    <a:pt x="371417" y="80886"/>
                  </a:lnTo>
                  <a:lnTo>
                    <a:pt x="371515" y="74206"/>
                  </a:lnTo>
                  <a:lnTo>
                    <a:pt x="371601" y="73329"/>
                  </a:lnTo>
                  <a:lnTo>
                    <a:pt x="372281" y="71221"/>
                  </a:lnTo>
                  <a:lnTo>
                    <a:pt x="372872" y="69176"/>
                  </a:lnTo>
                  <a:lnTo>
                    <a:pt x="374014" y="67475"/>
                  </a:lnTo>
                  <a:lnTo>
                    <a:pt x="376809" y="65049"/>
                  </a:lnTo>
                  <a:lnTo>
                    <a:pt x="378968" y="64261"/>
                  </a:lnTo>
                  <a:lnTo>
                    <a:pt x="384301" y="63563"/>
                  </a:lnTo>
                  <a:lnTo>
                    <a:pt x="416768" y="63563"/>
                  </a:lnTo>
                  <a:lnTo>
                    <a:pt x="413392" y="57598"/>
                  </a:lnTo>
                  <a:lnTo>
                    <a:pt x="408559" y="52273"/>
                  </a:lnTo>
                  <a:lnTo>
                    <a:pt x="402724" y="48406"/>
                  </a:lnTo>
                  <a:lnTo>
                    <a:pt x="395890" y="45989"/>
                  </a:lnTo>
                  <a:lnTo>
                    <a:pt x="388056" y="45025"/>
                  </a:lnTo>
                  <a:close/>
                </a:path>
                <a:path w="422910" h="175259">
                  <a:moveTo>
                    <a:pt x="416768" y="63563"/>
                  </a:moveTo>
                  <a:lnTo>
                    <a:pt x="384301" y="63563"/>
                  </a:lnTo>
                  <a:lnTo>
                    <a:pt x="386461" y="63792"/>
                  </a:lnTo>
                  <a:lnTo>
                    <a:pt x="390016" y="65379"/>
                  </a:lnTo>
                  <a:lnTo>
                    <a:pt x="391540" y="66713"/>
                  </a:lnTo>
                  <a:lnTo>
                    <a:pt x="392684" y="68605"/>
                  </a:lnTo>
                  <a:lnTo>
                    <a:pt x="393953" y="70510"/>
                  </a:lnTo>
                  <a:lnTo>
                    <a:pt x="398134" y="99212"/>
                  </a:lnTo>
                  <a:lnTo>
                    <a:pt x="397920" y="101250"/>
                  </a:lnTo>
                  <a:lnTo>
                    <a:pt x="397841" y="101688"/>
                  </a:lnTo>
                  <a:lnTo>
                    <a:pt x="397256" y="103492"/>
                  </a:lnTo>
                  <a:lnTo>
                    <a:pt x="396621" y="105676"/>
                  </a:lnTo>
                  <a:lnTo>
                    <a:pt x="395477" y="107403"/>
                  </a:lnTo>
                  <a:lnTo>
                    <a:pt x="392430" y="109905"/>
                  </a:lnTo>
                  <a:lnTo>
                    <a:pt x="390398" y="110705"/>
                  </a:lnTo>
                  <a:lnTo>
                    <a:pt x="385190" y="111391"/>
                  </a:lnTo>
                  <a:lnTo>
                    <a:pt x="418649" y="111391"/>
                  </a:lnTo>
                  <a:lnTo>
                    <a:pt x="419965" y="108904"/>
                  </a:lnTo>
                  <a:lnTo>
                    <a:pt x="421989" y="101250"/>
                  </a:lnTo>
                  <a:lnTo>
                    <a:pt x="422577" y="93132"/>
                  </a:lnTo>
                  <a:lnTo>
                    <a:pt x="422607" y="92042"/>
                  </a:lnTo>
                  <a:lnTo>
                    <a:pt x="421938" y="82888"/>
                  </a:lnTo>
                  <a:lnTo>
                    <a:pt x="421862" y="82118"/>
                  </a:lnTo>
                  <a:lnTo>
                    <a:pt x="420060" y="72600"/>
                  </a:lnTo>
                  <a:lnTo>
                    <a:pt x="417226" y="64373"/>
                  </a:lnTo>
                  <a:lnTo>
                    <a:pt x="416768" y="63563"/>
                  </a:lnTo>
                  <a:close/>
                </a:path>
                <a:path w="422910" h="175259">
                  <a:moveTo>
                    <a:pt x="263088" y="10570"/>
                  </a:moveTo>
                  <a:lnTo>
                    <a:pt x="227711" y="25120"/>
                  </a:lnTo>
                  <a:lnTo>
                    <a:pt x="221490" y="48406"/>
                  </a:lnTo>
                  <a:lnTo>
                    <a:pt x="222123" y="57924"/>
                  </a:lnTo>
                  <a:lnTo>
                    <a:pt x="241639" y="92042"/>
                  </a:lnTo>
                  <a:lnTo>
                    <a:pt x="256446" y="95389"/>
                  </a:lnTo>
                  <a:lnTo>
                    <a:pt x="265302" y="94894"/>
                  </a:lnTo>
                  <a:lnTo>
                    <a:pt x="293681" y="76936"/>
                  </a:lnTo>
                  <a:lnTo>
                    <a:pt x="260223" y="76936"/>
                  </a:lnTo>
                  <a:lnTo>
                    <a:pt x="257937" y="76682"/>
                  </a:lnTo>
                  <a:lnTo>
                    <a:pt x="256159" y="75844"/>
                  </a:lnTo>
                  <a:lnTo>
                    <a:pt x="254253" y="75006"/>
                  </a:lnTo>
                  <a:lnTo>
                    <a:pt x="252846" y="73604"/>
                  </a:lnTo>
                  <a:lnTo>
                    <a:pt x="251387" y="71221"/>
                  </a:lnTo>
                  <a:lnTo>
                    <a:pt x="250316" y="69557"/>
                  </a:lnTo>
                  <a:lnTo>
                    <a:pt x="249427" y="67233"/>
                  </a:lnTo>
                  <a:lnTo>
                    <a:pt x="246382" y="41427"/>
                  </a:lnTo>
                  <a:lnTo>
                    <a:pt x="246634" y="38874"/>
                  </a:lnTo>
                  <a:lnTo>
                    <a:pt x="247269" y="36918"/>
                  </a:lnTo>
                  <a:lnTo>
                    <a:pt x="247903" y="34721"/>
                  </a:lnTo>
                  <a:lnTo>
                    <a:pt x="249047" y="33019"/>
                  </a:lnTo>
                  <a:lnTo>
                    <a:pt x="251840" y="30594"/>
                  </a:lnTo>
                  <a:lnTo>
                    <a:pt x="254000" y="29806"/>
                  </a:lnTo>
                  <a:lnTo>
                    <a:pt x="259334" y="29121"/>
                  </a:lnTo>
                  <a:lnTo>
                    <a:pt x="291806" y="29121"/>
                  </a:lnTo>
                  <a:lnTo>
                    <a:pt x="288424" y="23148"/>
                  </a:lnTo>
                  <a:lnTo>
                    <a:pt x="283590" y="17830"/>
                  </a:lnTo>
                  <a:lnTo>
                    <a:pt x="277756" y="13956"/>
                  </a:lnTo>
                  <a:lnTo>
                    <a:pt x="270922" y="11536"/>
                  </a:lnTo>
                  <a:lnTo>
                    <a:pt x="263088" y="10570"/>
                  </a:lnTo>
                  <a:close/>
                </a:path>
                <a:path w="422910" h="175259">
                  <a:moveTo>
                    <a:pt x="291806" y="29121"/>
                  </a:moveTo>
                  <a:lnTo>
                    <a:pt x="259334" y="29121"/>
                  </a:lnTo>
                  <a:lnTo>
                    <a:pt x="261493" y="29336"/>
                  </a:lnTo>
                  <a:lnTo>
                    <a:pt x="265049" y="30924"/>
                  </a:lnTo>
                  <a:lnTo>
                    <a:pt x="266573" y="32257"/>
                  </a:lnTo>
                  <a:lnTo>
                    <a:pt x="267715" y="34150"/>
                  </a:lnTo>
                  <a:lnTo>
                    <a:pt x="268986" y="36055"/>
                  </a:lnTo>
                  <a:lnTo>
                    <a:pt x="273135" y="65049"/>
                  </a:lnTo>
                  <a:lnTo>
                    <a:pt x="272923" y="67094"/>
                  </a:lnTo>
                  <a:lnTo>
                    <a:pt x="272136" y="69557"/>
                  </a:lnTo>
                  <a:lnTo>
                    <a:pt x="271652" y="71221"/>
                  </a:lnTo>
                  <a:lnTo>
                    <a:pt x="270637" y="72948"/>
                  </a:lnTo>
                  <a:lnTo>
                    <a:pt x="268986" y="74206"/>
                  </a:lnTo>
                  <a:lnTo>
                    <a:pt x="267462" y="75450"/>
                  </a:lnTo>
                  <a:lnTo>
                    <a:pt x="265430" y="76250"/>
                  </a:lnTo>
                  <a:lnTo>
                    <a:pt x="260223" y="76936"/>
                  </a:lnTo>
                  <a:lnTo>
                    <a:pt x="293681" y="76936"/>
                  </a:lnTo>
                  <a:lnTo>
                    <a:pt x="297640" y="57598"/>
                  </a:lnTo>
                  <a:lnTo>
                    <a:pt x="296968" y="48406"/>
                  </a:lnTo>
                  <a:lnTo>
                    <a:pt x="296894" y="47663"/>
                  </a:lnTo>
                  <a:lnTo>
                    <a:pt x="295092" y="38145"/>
                  </a:lnTo>
                  <a:lnTo>
                    <a:pt x="292258" y="29919"/>
                  </a:lnTo>
                  <a:lnTo>
                    <a:pt x="291806" y="291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/>
          <p:nvPr/>
        </p:nvSpPr>
        <p:spPr>
          <a:xfrm>
            <a:off x="4645152" y="3389376"/>
            <a:ext cx="204215" cy="1783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645152" y="4357115"/>
            <a:ext cx="204215" cy="17830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645152" y="5355335"/>
            <a:ext cx="204215" cy="17830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645152" y="6431279"/>
            <a:ext cx="204215" cy="17830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6004814" y="6229915"/>
            <a:ext cx="15144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006FC0"/>
                </a:solidFill>
                <a:latin typeface="Carlito"/>
                <a:cs typeface="Carlito"/>
              </a:rPr>
              <a:t>GFS</a:t>
            </a:r>
            <a:r>
              <a:rPr dirty="0" sz="1800" spc="-95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90" b="1" i="1">
                <a:solidFill>
                  <a:srgbClr val="006FC0"/>
                </a:solidFill>
                <a:latin typeface="Carlito"/>
                <a:cs typeface="Carlito"/>
              </a:rPr>
              <a:t>Chunkserv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718428" y="6158626"/>
            <a:ext cx="162433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55" b="1" i="1">
                <a:solidFill>
                  <a:srgbClr val="FFFFFF"/>
                </a:solidFill>
                <a:latin typeface="Carlito"/>
                <a:cs typeface="Carlito"/>
              </a:rPr>
              <a:t>Secondary Replica</a:t>
            </a:r>
            <a:r>
              <a:rPr dirty="0" sz="1400" spc="-125" b="1" i="1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dirty="0" sz="1400" spc="45" b="1" i="1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04990" y="6217215"/>
            <a:ext cx="432434" cy="29400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 spc="100" b="1" i="1">
                <a:solidFill>
                  <a:srgbClr val="006FC0"/>
                </a:solidFill>
                <a:latin typeface="Carlito"/>
                <a:cs typeface="Carlito"/>
              </a:rPr>
              <a:t>er</a:t>
            </a:r>
            <a:r>
              <a:rPr dirty="0" sz="1800" spc="-90" b="1" i="1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dirty="0" sz="1800" spc="5">
                <a:solidFill>
                  <a:srgbClr val="006FC0"/>
                </a:solidFill>
                <a:latin typeface="DejaVu Sans"/>
                <a:cs typeface="DejaVu Sans"/>
              </a:rPr>
              <a:t>𝜸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020826"/>
            <a:ext cx="7966709" cy="3320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5740" marR="5080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14">
                <a:latin typeface="FreeSerif"/>
                <a:cs typeface="FreeSerif"/>
              </a:rPr>
              <a:t>GFS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reclaims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storage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for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deleted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5">
                <a:latin typeface="FreeSerif"/>
                <a:cs typeface="FreeSerif"/>
              </a:rPr>
              <a:t>files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40">
                <a:latin typeface="FreeSerif"/>
                <a:cs typeface="FreeSerif"/>
              </a:rPr>
              <a:t>lazily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via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garbage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collection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at 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-10">
                <a:latin typeface="FreeSerif"/>
                <a:cs typeface="FreeSerif"/>
              </a:rPr>
              <a:t>file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chunk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levels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File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Level</a:t>
            </a:r>
            <a:endParaRPr sz="18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Master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logs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deletion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90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renames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10">
                <a:solidFill>
                  <a:srgbClr val="585858"/>
                </a:solidFill>
                <a:latin typeface="FreeSerif"/>
                <a:cs typeface="FreeSerif"/>
              </a:rPr>
              <a:t>file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to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a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hidden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name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that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includes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endParaRPr sz="1600">
              <a:latin typeface="FreeSerif"/>
              <a:cs typeface="FreeSerif"/>
            </a:endParaRPr>
          </a:p>
          <a:p>
            <a:pPr marL="655320">
              <a:lnSpc>
                <a:spcPct val="100000"/>
              </a:lnSpc>
            </a:pP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deletion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timestamp</a:t>
            </a:r>
            <a:endParaRPr sz="16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8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Hidden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10">
                <a:solidFill>
                  <a:srgbClr val="585858"/>
                </a:solidFill>
                <a:latin typeface="FreeSerif"/>
                <a:cs typeface="FreeSerif"/>
              </a:rPr>
              <a:t>files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are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removed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if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they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0">
                <a:solidFill>
                  <a:srgbClr val="585858"/>
                </a:solidFill>
                <a:latin typeface="FreeSerif"/>
                <a:cs typeface="FreeSerif"/>
              </a:rPr>
              <a:t>have</a:t>
            </a:r>
            <a:r>
              <a:rPr dirty="0" sz="1600" spc="-1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5">
                <a:solidFill>
                  <a:srgbClr val="585858"/>
                </a:solidFill>
                <a:latin typeface="FreeSerif"/>
                <a:cs typeface="FreeSerif"/>
              </a:rPr>
              <a:t>existed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">
                <a:solidFill>
                  <a:srgbClr val="585858"/>
                </a:solidFill>
                <a:latin typeface="FreeSerif"/>
                <a:cs typeface="FreeSerif"/>
              </a:rPr>
              <a:t>for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more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than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3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days</a:t>
            </a:r>
            <a:endParaRPr sz="1600">
              <a:latin typeface="FreeSerif"/>
              <a:cs typeface="FreeSerif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Clr>
                <a:srgbClr val="002C85"/>
              </a:buClr>
              <a:buFont typeface="Tahoma"/>
              <a:buChar char="‣"/>
            </a:pPr>
            <a:endParaRPr sz="275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Level</a:t>
            </a:r>
            <a:endParaRPr sz="1800">
              <a:latin typeface="FreeSerif"/>
              <a:cs typeface="FreeSerif"/>
            </a:endParaRPr>
          </a:p>
          <a:p>
            <a:pPr lvl="2" marL="655320" marR="5080" indent="-12827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655955" algn="l"/>
              </a:tabLst>
            </a:pPr>
            <a:r>
              <a:rPr dirty="0" sz="1600" spc="20">
                <a:solidFill>
                  <a:srgbClr val="585858"/>
                </a:solidFill>
                <a:latin typeface="FreeSerif"/>
                <a:cs typeface="FreeSerif"/>
              </a:rPr>
              <a:t>Each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chunkserver</a:t>
            </a:r>
            <a:r>
              <a:rPr dirty="0" sz="1600" spc="-2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reports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a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subset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of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chunks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it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has,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master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identifies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replies 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with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orphaned</a:t>
            </a:r>
            <a:r>
              <a:rPr dirty="0" sz="1600" spc="-1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chunks</a:t>
            </a:r>
            <a:endParaRPr sz="1600">
              <a:latin typeface="FreeSerif"/>
              <a:cs typeface="FreeSerif"/>
            </a:endParaRPr>
          </a:p>
          <a:p>
            <a:pPr lvl="2" marL="655320" indent="-128270">
              <a:lnSpc>
                <a:spcPct val="100000"/>
              </a:lnSpc>
              <a:spcBef>
                <a:spcPts val="384"/>
              </a:spcBef>
              <a:buClr>
                <a:srgbClr val="002C85"/>
              </a:buClr>
              <a:buFont typeface="Tahoma"/>
              <a:buChar char="‣"/>
              <a:tabLst>
                <a:tab pos="655955" algn="l"/>
              </a:tabLst>
            </a:pPr>
            <a:r>
              <a:rPr dirty="0" sz="1600" spc="20">
                <a:solidFill>
                  <a:srgbClr val="585858"/>
                </a:solidFill>
                <a:latin typeface="FreeSerif"/>
                <a:cs typeface="FreeSerif"/>
              </a:rPr>
              <a:t>Each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chunkserver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deletes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orphaned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chunks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0892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40">
                <a:solidFill>
                  <a:srgbClr val="0E1745"/>
                </a:solidFill>
              </a:rPr>
              <a:t>Garbage</a:t>
            </a:r>
            <a:r>
              <a:rPr dirty="0" sz="2800" spc="-16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Collection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45325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b="1">
                <a:solidFill>
                  <a:srgbClr val="404040"/>
                </a:solidFill>
                <a:latin typeface="FreeSerif"/>
                <a:cs typeface="FreeSerif"/>
              </a:rPr>
              <a:t>Fault </a:t>
            </a:r>
            <a:r>
              <a:rPr dirty="0" sz="2400" spc="80" b="1">
                <a:solidFill>
                  <a:srgbClr val="404040"/>
                </a:solidFill>
                <a:latin typeface="FreeSerif"/>
                <a:cs typeface="FreeSerif"/>
              </a:rPr>
              <a:t>Tolerance </a:t>
            </a:r>
            <a:r>
              <a:rPr dirty="0" sz="2400" spc="100" b="1">
                <a:solidFill>
                  <a:srgbClr val="404040"/>
                </a:solidFill>
                <a:latin typeface="FreeSerif"/>
                <a:cs typeface="FreeSerif"/>
              </a:rPr>
              <a:t>and</a:t>
            </a:r>
            <a:r>
              <a:rPr dirty="0" sz="2400" spc="-360" b="1">
                <a:solidFill>
                  <a:srgbClr val="404040"/>
                </a:solidFill>
                <a:latin typeface="FreeSerif"/>
                <a:cs typeface="FreeSerif"/>
              </a:rPr>
              <a:t> </a:t>
            </a:r>
            <a:r>
              <a:rPr dirty="0" sz="2400" spc="75" b="1">
                <a:solidFill>
                  <a:srgbClr val="404040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7810500" cy="465645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b="1">
                <a:latin typeface="FreeSerif"/>
                <a:cs typeface="FreeSerif"/>
              </a:rPr>
              <a:t>Fast</a:t>
            </a:r>
            <a:r>
              <a:rPr dirty="0" sz="2000" spc="-85" b="1">
                <a:latin typeface="FreeSerif"/>
                <a:cs typeface="FreeSerif"/>
              </a:rPr>
              <a:t> </a:t>
            </a:r>
            <a:r>
              <a:rPr dirty="0" sz="2000" spc="65" b="1">
                <a:latin typeface="FreeSerif"/>
                <a:cs typeface="FreeSerif"/>
              </a:rPr>
              <a:t>Recovery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Both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chunkserver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are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designed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endParaRPr sz="1800">
              <a:latin typeface="FreeSerif"/>
              <a:cs typeface="FreeSerif"/>
            </a:endParaRPr>
          </a:p>
          <a:p>
            <a:pPr marL="429895">
              <a:lnSpc>
                <a:spcPct val="100000"/>
              </a:lnSpc>
            </a:pPr>
            <a:r>
              <a:rPr dirty="0" sz="1800" spc="-10" i="1">
                <a:solidFill>
                  <a:srgbClr val="548AB8"/>
                </a:solidFill>
                <a:latin typeface="Caladea"/>
                <a:cs typeface="Caladea"/>
              </a:rPr>
              <a:t>restore </a:t>
            </a:r>
            <a:r>
              <a:rPr dirty="0" sz="1800" spc="-5" i="1">
                <a:solidFill>
                  <a:srgbClr val="548AB8"/>
                </a:solidFill>
                <a:latin typeface="Caladea"/>
                <a:cs typeface="Caladea"/>
              </a:rPr>
              <a:t>their state </a:t>
            </a:r>
            <a:r>
              <a:rPr dirty="0" sz="1800" i="1">
                <a:solidFill>
                  <a:srgbClr val="548AB8"/>
                </a:solidFill>
                <a:latin typeface="Caladea"/>
                <a:cs typeface="Caladea"/>
              </a:rPr>
              <a:t>and </a:t>
            </a:r>
            <a:r>
              <a:rPr dirty="0" sz="1800" spc="-5" i="1">
                <a:solidFill>
                  <a:srgbClr val="548AB8"/>
                </a:solidFill>
                <a:latin typeface="Caladea"/>
                <a:cs typeface="Caladea"/>
              </a:rPr>
              <a:t>start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in</a:t>
            </a:r>
            <a:r>
              <a:rPr dirty="0" sz="1800" spc="-1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seconds</a:t>
            </a:r>
            <a:endParaRPr sz="18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10" b="1">
                <a:latin typeface="FreeSerif"/>
                <a:cs typeface="FreeSerif"/>
              </a:rPr>
              <a:t>Chunk</a:t>
            </a:r>
            <a:r>
              <a:rPr dirty="0" sz="2000" spc="-70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Replication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chunk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replicated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on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multiple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chunkservers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on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different</a:t>
            </a:r>
            <a:r>
              <a:rPr dirty="0" sz="1800" spc="-2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racks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Users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can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specify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different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replication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levels</a:t>
            </a:r>
            <a:endParaRPr sz="1800">
              <a:latin typeface="FreeSerif"/>
              <a:cs typeface="FreeSerif"/>
            </a:endParaRPr>
          </a:p>
          <a:p>
            <a:pPr lvl="2" marL="696595" indent="-169545">
              <a:lnSpc>
                <a:spcPct val="100000"/>
              </a:lnSpc>
              <a:spcBef>
                <a:spcPts val="370"/>
              </a:spcBef>
              <a:buClr>
                <a:srgbClr val="002C85"/>
              </a:buClr>
              <a:buFont typeface="Tahoma"/>
              <a:buChar char="‣"/>
              <a:tabLst>
                <a:tab pos="697230" algn="l"/>
              </a:tabLst>
            </a:pPr>
            <a:r>
              <a:rPr dirty="0" sz="1500" spc="40">
                <a:solidFill>
                  <a:srgbClr val="585858"/>
                </a:solidFill>
                <a:latin typeface="FreeSerif"/>
                <a:cs typeface="FreeSerif"/>
              </a:rPr>
              <a:t>default </a:t>
            </a:r>
            <a:r>
              <a:rPr dirty="0" sz="1500" spc="45">
                <a:solidFill>
                  <a:srgbClr val="585858"/>
                </a:solidFill>
                <a:latin typeface="FreeSerif"/>
                <a:cs typeface="FreeSerif"/>
              </a:rPr>
              <a:t>is</a:t>
            </a:r>
            <a:r>
              <a:rPr dirty="0" sz="1500" spc="-1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500" spc="80">
                <a:solidFill>
                  <a:srgbClr val="585858"/>
                </a:solidFill>
                <a:latin typeface="FreeSerif"/>
                <a:cs typeface="FreeSerif"/>
              </a:rPr>
              <a:t>3</a:t>
            </a:r>
            <a:endParaRPr sz="1500">
              <a:latin typeface="FreeSerif"/>
              <a:cs typeface="FreeSerif"/>
            </a:endParaRPr>
          </a:p>
          <a:p>
            <a:pPr lvl="2">
              <a:lnSpc>
                <a:spcPct val="100000"/>
              </a:lnSpc>
              <a:buClr>
                <a:srgbClr val="002C85"/>
              </a:buClr>
              <a:buFont typeface="Tahoma"/>
              <a:buChar char="‣"/>
            </a:pPr>
            <a:endParaRPr sz="1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118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40" b="1">
                <a:latin typeface="FreeSerif"/>
                <a:cs typeface="FreeSerif"/>
              </a:rPr>
              <a:t>Master</a:t>
            </a:r>
            <a:r>
              <a:rPr dirty="0" sz="2000" spc="-80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Replication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state</a:t>
            </a:r>
            <a:r>
              <a:rPr dirty="0" sz="1600" spc="25" i="1">
                <a:solidFill>
                  <a:srgbClr val="252525"/>
                </a:solidFill>
                <a:latin typeface="Caladea"/>
                <a:cs typeface="Caladea"/>
              </a:rPr>
              <a:t>(operation</a:t>
            </a:r>
            <a:r>
              <a:rPr dirty="0" sz="1600" spc="45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600" spc="-10" i="1">
                <a:solidFill>
                  <a:srgbClr val="252525"/>
                </a:solidFill>
                <a:latin typeface="Caladea"/>
                <a:cs typeface="Caladea"/>
              </a:rPr>
              <a:t>log,</a:t>
            </a:r>
            <a:r>
              <a:rPr dirty="0" sz="1600" spc="30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600" spc="-10" i="1">
                <a:solidFill>
                  <a:srgbClr val="252525"/>
                </a:solidFill>
                <a:latin typeface="Caladea"/>
                <a:cs typeface="Caladea"/>
              </a:rPr>
              <a:t>checkpoint)</a:t>
            </a:r>
            <a:r>
              <a:rPr dirty="0" sz="1600" spc="100" i="1">
                <a:solidFill>
                  <a:srgbClr val="252525"/>
                </a:solidFill>
                <a:latin typeface="Caladea"/>
                <a:cs typeface="Caladea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replicated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on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multiple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machines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0">
                <a:solidFill>
                  <a:srgbClr val="252525"/>
                </a:solidFill>
                <a:latin typeface="FreeSerif"/>
                <a:cs typeface="FreeSerif"/>
              </a:rPr>
              <a:t>One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process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in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charge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all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mutations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background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activities</a:t>
            </a:r>
            <a:endParaRPr sz="1800">
              <a:latin typeface="FreeSerif"/>
              <a:cs typeface="FreeSerif"/>
            </a:endParaRPr>
          </a:p>
          <a:p>
            <a:pPr lvl="1" marL="429895" marR="589915" indent="-1600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/>
              <a:t>	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Shadow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masters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provide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read-only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access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FreeSerif"/>
                <a:cs typeface="FreeSerif"/>
              </a:rPr>
              <a:t>file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system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10">
                <a:solidFill>
                  <a:srgbClr val="252525"/>
                </a:solidFill>
                <a:latin typeface="FreeSerif"/>
                <a:cs typeface="FreeSerif"/>
              </a:rPr>
              <a:t>when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 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primary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800" spc="-32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5">
                <a:solidFill>
                  <a:srgbClr val="252525"/>
                </a:solidFill>
                <a:latin typeface="FreeSerif"/>
                <a:cs typeface="FreeSerif"/>
              </a:rPr>
              <a:t>down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6898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">
                <a:solidFill>
                  <a:srgbClr val="0E1745"/>
                </a:solidFill>
              </a:rPr>
              <a:t>High</a:t>
            </a:r>
            <a:r>
              <a:rPr dirty="0" sz="2800" spc="-120">
                <a:solidFill>
                  <a:srgbClr val="0E1745"/>
                </a:solidFill>
              </a:rPr>
              <a:t> </a:t>
            </a:r>
            <a:r>
              <a:rPr dirty="0" sz="2800" spc="70">
                <a:solidFill>
                  <a:srgbClr val="0E1745"/>
                </a:solidFill>
              </a:rPr>
              <a:t>availability</a:t>
            </a:r>
            <a:endParaRPr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7668259" cy="279019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35">
                <a:latin typeface="FreeSerif"/>
                <a:cs typeface="FreeSerif"/>
              </a:rPr>
              <a:t>Each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chunkserver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uses</a:t>
            </a:r>
            <a:r>
              <a:rPr dirty="0" sz="2000" spc="-5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checksumming</a:t>
            </a:r>
            <a:r>
              <a:rPr dirty="0" sz="2000" spc="-10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80">
                <a:latin typeface="FreeSerif"/>
                <a:cs typeface="FreeSerif"/>
              </a:rPr>
              <a:t>detect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data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corruption</a:t>
            </a:r>
            <a:endParaRPr sz="2000">
              <a:latin typeface="FreeSerif"/>
              <a:cs typeface="FreeSerif"/>
            </a:endParaRPr>
          </a:p>
          <a:p>
            <a:pPr lvl="1" marL="429895" indent="-160655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30530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5">
                <a:solidFill>
                  <a:srgbClr val="252525"/>
                </a:solidFill>
                <a:latin typeface="FreeSerif"/>
                <a:cs typeface="FreeSerif"/>
              </a:rPr>
              <a:t>block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has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corresponding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32bit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checksum</a:t>
            </a:r>
            <a:endParaRPr sz="1800">
              <a:latin typeface="FreeSerif"/>
              <a:cs typeface="FreeSerif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000079"/>
              </a:buClr>
              <a:buFont typeface="Tahoma"/>
              <a:buChar char="‣"/>
            </a:pPr>
            <a:endParaRPr sz="275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70">
                <a:latin typeface="FreeSerif"/>
                <a:cs typeface="FreeSerif"/>
              </a:rPr>
              <a:t>Chunkserver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35">
                <a:latin typeface="FreeSerif"/>
                <a:cs typeface="FreeSerif"/>
              </a:rPr>
              <a:t>verifies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checksum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-30">
                <a:latin typeface="FreeSerif"/>
                <a:cs typeface="FreeSerif"/>
              </a:rPr>
              <a:t>of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data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blocks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for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reads</a:t>
            </a:r>
            <a:endParaRPr sz="20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buClr>
                <a:srgbClr val="000066"/>
              </a:buClr>
              <a:buFont typeface="Wingdings"/>
              <a:buChar char=""/>
            </a:pPr>
            <a:endParaRPr sz="2800">
              <a:latin typeface="FreeSerif"/>
              <a:cs typeface="FreeSerif"/>
            </a:endParaRPr>
          </a:p>
          <a:p>
            <a:pPr algn="r" marL="268605" marR="13335" indent="-26924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0">
                <a:latin typeface="FreeSerif"/>
                <a:cs typeface="FreeSerif"/>
              </a:rPr>
              <a:t>During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idle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period,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chunkservers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scan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30">
                <a:latin typeface="FreeSerif"/>
                <a:cs typeface="FreeSerif"/>
              </a:rPr>
              <a:t>verify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50">
                <a:latin typeface="FreeSerif"/>
                <a:cs typeface="FreeSerif"/>
              </a:rPr>
              <a:t>inactive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chunks</a:t>
            </a:r>
            <a:endParaRPr sz="2000">
              <a:latin typeface="FreeSerif"/>
              <a:cs typeface="FreeSerif"/>
            </a:endParaRPr>
          </a:p>
          <a:p>
            <a:pPr algn="r" lvl="1" marL="210820" marR="5080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210820" algn="l"/>
              </a:tabLst>
            </a:pPr>
            <a:r>
              <a:rPr dirty="0" sz="1800" spc="110">
                <a:solidFill>
                  <a:srgbClr val="252525"/>
                </a:solidFill>
                <a:latin typeface="FreeSerif"/>
                <a:cs typeface="FreeSerif"/>
              </a:rPr>
              <a:t>when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corruption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is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5">
                <a:solidFill>
                  <a:srgbClr val="252525"/>
                </a:solidFill>
                <a:latin typeface="FreeSerif"/>
                <a:cs typeface="FreeSerif"/>
              </a:rPr>
              <a:t>detected,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create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20">
                <a:solidFill>
                  <a:srgbClr val="252525"/>
                </a:solidFill>
                <a:latin typeface="FreeSerif"/>
                <a:cs typeface="FreeSerif"/>
              </a:rPr>
              <a:t>new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uncorrupted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replica</a:t>
            </a:r>
            <a:endParaRPr sz="1800">
              <a:latin typeface="FreeSerif"/>
              <a:cs typeface="FreeSerif"/>
            </a:endParaRPr>
          </a:p>
          <a:p>
            <a:pPr marL="429895">
              <a:lnSpc>
                <a:spcPct val="100000"/>
              </a:lnSpc>
              <a:spcBef>
                <a:spcPts val="5"/>
              </a:spcBef>
            </a:pP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and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delete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corrupted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replica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22840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45">
                <a:solidFill>
                  <a:srgbClr val="0E1745"/>
                </a:solidFill>
              </a:rPr>
              <a:t>Data</a:t>
            </a:r>
            <a:r>
              <a:rPr dirty="0" sz="2800" spc="-110">
                <a:solidFill>
                  <a:srgbClr val="0E1745"/>
                </a:solidFill>
              </a:rPr>
              <a:t> </a:t>
            </a:r>
            <a:r>
              <a:rPr dirty="0" sz="2800" spc="90">
                <a:solidFill>
                  <a:srgbClr val="0E1745"/>
                </a:solidFill>
              </a:rPr>
              <a:t>integrity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 b="1">
                <a:solidFill>
                  <a:srgbClr val="404040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812"/>
            <a:ext cx="7746365" cy="96456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5" b="1">
                <a:latin typeface="FreeSerif"/>
                <a:cs typeface="FreeSerif"/>
              </a:rPr>
              <a:t>Experiment</a:t>
            </a:r>
            <a:r>
              <a:rPr dirty="0" sz="2000" spc="-110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Environment</a:t>
            </a:r>
            <a:endParaRPr sz="2000">
              <a:latin typeface="FreeSerif"/>
              <a:cs typeface="FreeSerif"/>
            </a:endParaRPr>
          </a:p>
          <a:p>
            <a:pPr lvl="1" marL="429895" marR="5080" indent="-160020">
              <a:lnSpc>
                <a:spcPct val="100000"/>
              </a:lnSpc>
              <a:spcBef>
                <a:spcPts val="420"/>
              </a:spcBef>
              <a:buClr>
                <a:srgbClr val="000079"/>
              </a:buClr>
              <a:buFont typeface="Tahoma"/>
              <a:buChar char="‣"/>
              <a:tabLst>
                <a:tab pos="477520" algn="l"/>
              </a:tabLst>
            </a:pPr>
            <a:r>
              <a:rPr dirty="0"/>
              <a:t>	</a:t>
            </a:r>
            <a:r>
              <a:rPr dirty="0" sz="1700" spc="25">
                <a:solidFill>
                  <a:srgbClr val="252525"/>
                </a:solidFill>
                <a:latin typeface="FreeSerif"/>
                <a:cs typeface="FreeSerif"/>
              </a:rPr>
              <a:t>Dual</a:t>
            </a:r>
            <a:r>
              <a:rPr dirty="0" sz="17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35">
                <a:solidFill>
                  <a:srgbClr val="252525"/>
                </a:solidFill>
                <a:latin typeface="FreeSerif"/>
                <a:cs typeface="FreeSerif"/>
              </a:rPr>
              <a:t>1.4</a:t>
            </a:r>
            <a:r>
              <a:rPr dirty="0" sz="17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-55">
                <a:solidFill>
                  <a:srgbClr val="252525"/>
                </a:solidFill>
                <a:latin typeface="FreeSerif"/>
                <a:cs typeface="FreeSerif"/>
              </a:rPr>
              <a:t>GHz</a:t>
            </a:r>
            <a:r>
              <a:rPr dirty="0" sz="17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-10">
                <a:solidFill>
                  <a:srgbClr val="252525"/>
                </a:solidFill>
                <a:latin typeface="FreeSerif"/>
                <a:cs typeface="FreeSerif"/>
              </a:rPr>
              <a:t>PIII</a:t>
            </a:r>
            <a:r>
              <a:rPr dirty="0" sz="17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65">
                <a:solidFill>
                  <a:srgbClr val="252525"/>
                </a:solidFill>
                <a:latin typeface="FreeSerif"/>
                <a:cs typeface="FreeSerif"/>
              </a:rPr>
              <a:t>processors,</a:t>
            </a:r>
            <a:r>
              <a:rPr dirty="0" sz="1700" spc="-9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-40">
                <a:solidFill>
                  <a:srgbClr val="252525"/>
                </a:solidFill>
                <a:latin typeface="FreeSerif"/>
                <a:cs typeface="FreeSerif"/>
              </a:rPr>
              <a:t>2GB</a:t>
            </a:r>
            <a:r>
              <a:rPr dirty="0" sz="17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-114">
                <a:solidFill>
                  <a:srgbClr val="252525"/>
                </a:solidFill>
                <a:latin typeface="FreeSerif"/>
                <a:cs typeface="FreeSerif"/>
              </a:rPr>
              <a:t>RAM,</a:t>
            </a:r>
            <a:r>
              <a:rPr dirty="0" sz="17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10">
                <a:solidFill>
                  <a:srgbClr val="252525"/>
                </a:solidFill>
                <a:latin typeface="FreeSerif"/>
                <a:cs typeface="FreeSerif"/>
              </a:rPr>
              <a:t>2x80GB</a:t>
            </a:r>
            <a:r>
              <a:rPr dirty="0" sz="1700" spc="-8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90">
                <a:solidFill>
                  <a:srgbClr val="252525"/>
                </a:solidFill>
                <a:latin typeface="FreeSerif"/>
                <a:cs typeface="FreeSerif"/>
              </a:rPr>
              <a:t>5400</a:t>
            </a:r>
            <a:r>
              <a:rPr dirty="0" sz="17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100">
                <a:solidFill>
                  <a:srgbClr val="252525"/>
                </a:solidFill>
                <a:latin typeface="FreeSerif"/>
                <a:cs typeface="FreeSerif"/>
              </a:rPr>
              <a:t>rpm</a:t>
            </a:r>
            <a:r>
              <a:rPr dirty="0" sz="1700" spc="-8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40">
                <a:solidFill>
                  <a:srgbClr val="252525"/>
                </a:solidFill>
                <a:latin typeface="FreeSerif"/>
                <a:cs typeface="FreeSerif"/>
              </a:rPr>
              <a:t>disks,</a:t>
            </a:r>
            <a:r>
              <a:rPr dirty="0" sz="17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65">
                <a:solidFill>
                  <a:srgbClr val="252525"/>
                </a:solidFill>
                <a:latin typeface="FreeSerif"/>
                <a:cs typeface="FreeSerif"/>
              </a:rPr>
              <a:t>100Mbps</a:t>
            </a:r>
            <a:r>
              <a:rPr dirty="0" sz="1700" spc="-8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5">
                <a:solidFill>
                  <a:srgbClr val="252525"/>
                </a:solidFill>
                <a:latin typeface="FreeSerif"/>
                <a:cs typeface="FreeSerif"/>
              </a:rPr>
              <a:t>full-  </a:t>
            </a:r>
            <a:r>
              <a:rPr dirty="0" sz="1700" spc="60">
                <a:solidFill>
                  <a:srgbClr val="252525"/>
                </a:solidFill>
                <a:latin typeface="FreeSerif"/>
                <a:cs typeface="FreeSerif"/>
              </a:rPr>
              <a:t>duplex</a:t>
            </a:r>
            <a:r>
              <a:rPr dirty="0" sz="17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700" spc="70">
                <a:solidFill>
                  <a:srgbClr val="252525"/>
                </a:solidFill>
                <a:latin typeface="FreeSerif"/>
                <a:cs typeface="FreeSerif"/>
              </a:rPr>
              <a:t>Ethernet</a:t>
            </a:r>
            <a:endParaRPr sz="1700">
              <a:latin typeface="FreeSerif"/>
              <a:cs typeface="Free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2640" y="1896428"/>
            <a:ext cx="3067050" cy="1014094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222885" indent="-210820">
              <a:lnSpc>
                <a:spcPct val="100000"/>
              </a:lnSpc>
              <a:spcBef>
                <a:spcPts val="535"/>
              </a:spcBef>
              <a:buClr>
                <a:srgbClr val="000079"/>
              </a:buClr>
              <a:buFont typeface="Tahoma"/>
              <a:buChar char="‣"/>
              <a:tabLst>
                <a:tab pos="223520" algn="l"/>
              </a:tabLst>
            </a:pP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1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65">
                <a:solidFill>
                  <a:srgbClr val="252525"/>
                </a:solidFill>
                <a:latin typeface="FreeSerif"/>
                <a:cs typeface="FreeSerif"/>
              </a:rPr>
              <a:t>&amp;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2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Master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Replicas</a:t>
            </a:r>
            <a:endParaRPr sz="1800">
              <a:latin typeface="FreeSerif"/>
              <a:cs typeface="FreeSerif"/>
            </a:endParaRPr>
          </a:p>
          <a:p>
            <a:pPr marL="222885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223520" algn="l"/>
              </a:tabLst>
            </a:pP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16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Chunkservers</a:t>
            </a:r>
            <a:endParaRPr sz="1800">
              <a:latin typeface="FreeSerif"/>
              <a:cs typeface="FreeSerif"/>
            </a:endParaRPr>
          </a:p>
          <a:p>
            <a:pPr marL="222885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223520" algn="l"/>
              </a:tabLst>
            </a:pP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16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Clients</a:t>
            </a:r>
            <a:endParaRPr sz="1800">
              <a:latin typeface="FreeSerif"/>
              <a:cs typeface="Free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6484" y="2095500"/>
            <a:ext cx="3138170" cy="2001520"/>
            <a:chOff x="5396484" y="2095500"/>
            <a:chExt cx="3138170" cy="2001520"/>
          </a:xfrm>
        </p:grpSpPr>
        <p:sp>
          <p:nvSpPr>
            <p:cNvPr id="5" name="object 5"/>
            <p:cNvSpPr/>
            <p:nvPr/>
          </p:nvSpPr>
          <p:spPr>
            <a:xfrm>
              <a:off x="5396484" y="2095500"/>
              <a:ext cx="3138170" cy="2001520"/>
            </a:xfrm>
            <a:custGeom>
              <a:avLst/>
              <a:gdLst/>
              <a:ahLst/>
              <a:cxnLst/>
              <a:rect l="l" t="t" r="r" b="b"/>
              <a:pathLst>
                <a:path w="3138170" h="2001520">
                  <a:moveTo>
                    <a:pt x="3137916" y="0"/>
                  </a:moveTo>
                  <a:lnTo>
                    <a:pt x="0" y="0"/>
                  </a:lnTo>
                  <a:lnTo>
                    <a:pt x="0" y="2001012"/>
                  </a:lnTo>
                  <a:lnTo>
                    <a:pt x="3137916" y="2001012"/>
                  </a:lnTo>
                  <a:lnTo>
                    <a:pt x="31379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81116" y="2538983"/>
              <a:ext cx="2402205" cy="1126490"/>
            </a:xfrm>
            <a:custGeom>
              <a:avLst/>
              <a:gdLst/>
              <a:ahLst/>
              <a:cxnLst/>
              <a:rect l="l" t="t" r="r" b="b"/>
              <a:pathLst>
                <a:path w="2402204" h="1126489">
                  <a:moveTo>
                    <a:pt x="2401824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0" y="1126236"/>
                  </a:lnTo>
                  <a:lnTo>
                    <a:pt x="2401824" y="1126236"/>
                  </a:lnTo>
                  <a:lnTo>
                    <a:pt x="2401824" y="257556"/>
                  </a:lnTo>
                  <a:lnTo>
                    <a:pt x="2401824" y="0"/>
                  </a:lnTo>
                  <a:close/>
                </a:path>
              </a:pathLst>
            </a:custGeom>
            <a:solidFill>
              <a:srgbClr val="F8E6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81116" y="2538983"/>
              <a:ext cx="2402205" cy="1126490"/>
            </a:xfrm>
            <a:custGeom>
              <a:avLst/>
              <a:gdLst/>
              <a:ahLst/>
              <a:cxnLst/>
              <a:rect l="l" t="t" r="r" b="b"/>
              <a:pathLst>
                <a:path w="2402204" h="1126489">
                  <a:moveTo>
                    <a:pt x="0" y="1126236"/>
                  </a:moveTo>
                  <a:lnTo>
                    <a:pt x="2401824" y="1126236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12623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57316" y="2862072"/>
              <a:ext cx="2285999" cy="6918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396484" y="4148328"/>
            <a:ext cx="3138170" cy="2710180"/>
            <a:chOff x="5396484" y="4148328"/>
            <a:chExt cx="3138170" cy="2710180"/>
          </a:xfrm>
        </p:grpSpPr>
        <p:sp>
          <p:nvSpPr>
            <p:cNvPr id="10" name="object 10"/>
            <p:cNvSpPr/>
            <p:nvPr/>
          </p:nvSpPr>
          <p:spPr>
            <a:xfrm>
              <a:off x="5396484" y="4148328"/>
              <a:ext cx="3138170" cy="2710180"/>
            </a:xfrm>
            <a:custGeom>
              <a:avLst/>
              <a:gdLst/>
              <a:ahLst/>
              <a:cxnLst/>
              <a:rect l="l" t="t" r="r" b="b"/>
              <a:pathLst>
                <a:path w="3138170" h="2710179">
                  <a:moveTo>
                    <a:pt x="3137916" y="0"/>
                  </a:moveTo>
                  <a:lnTo>
                    <a:pt x="0" y="0"/>
                  </a:lnTo>
                  <a:lnTo>
                    <a:pt x="0" y="2709670"/>
                  </a:lnTo>
                  <a:lnTo>
                    <a:pt x="3137916" y="2709670"/>
                  </a:lnTo>
                  <a:lnTo>
                    <a:pt x="3137916" y="0"/>
                  </a:lnTo>
                  <a:close/>
                </a:path>
              </a:pathLst>
            </a:custGeom>
            <a:solidFill>
              <a:srgbClr val="355D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4624" y="459790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54624" y="459790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54624" y="558088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2400300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2400300" y="873252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3E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54624" y="5580888"/>
              <a:ext cx="2400300" cy="873760"/>
            </a:xfrm>
            <a:custGeom>
              <a:avLst/>
              <a:gdLst/>
              <a:ahLst/>
              <a:cxnLst/>
              <a:rect l="l" t="t" r="r" b="b"/>
              <a:pathLst>
                <a:path w="2400300" h="873760">
                  <a:moveTo>
                    <a:pt x="0" y="873252"/>
                  </a:moveTo>
                  <a:lnTo>
                    <a:pt x="2400300" y="873252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830824" y="5913120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30824" y="4930140"/>
              <a:ext cx="2286000" cy="499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51687" y="3270503"/>
            <a:ext cx="2673350" cy="2123440"/>
            <a:chOff x="551687" y="3270503"/>
            <a:chExt cx="2673350" cy="2123440"/>
          </a:xfrm>
        </p:grpSpPr>
        <p:sp>
          <p:nvSpPr>
            <p:cNvPr id="18" name="object 18"/>
            <p:cNvSpPr/>
            <p:nvPr/>
          </p:nvSpPr>
          <p:spPr>
            <a:xfrm>
              <a:off x="551687" y="3270503"/>
              <a:ext cx="2673350" cy="2123440"/>
            </a:xfrm>
            <a:custGeom>
              <a:avLst/>
              <a:gdLst/>
              <a:ahLst/>
              <a:cxnLst/>
              <a:rect l="l" t="t" r="r" b="b"/>
              <a:pathLst>
                <a:path w="2673350" h="2123440">
                  <a:moveTo>
                    <a:pt x="2673096" y="0"/>
                  </a:moveTo>
                  <a:lnTo>
                    <a:pt x="0" y="0"/>
                  </a:lnTo>
                  <a:lnTo>
                    <a:pt x="0" y="2122932"/>
                  </a:lnTo>
                  <a:lnTo>
                    <a:pt x="2673096" y="2122932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555A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45691" y="373379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2"/>
                  </a:lnTo>
                  <a:lnTo>
                    <a:pt x="1441704" y="67513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45691" y="3733799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2"/>
                  </a:moveTo>
                  <a:lnTo>
                    <a:pt x="1441704" y="67513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1153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80">
                <a:solidFill>
                  <a:srgbClr val="0E1745"/>
                </a:solidFill>
              </a:rPr>
              <a:t>Micro-benchmarks</a:t>
            </a:r>
            <a:endParaRPr sz="2800"/>
          </a:p>
        </p:txBody>
      </p:sp>
      <p:sp>
        <p:nvSpPr>
          <p:cNvPr id="22" name="object 22"/>
          <p:cNvSpPr txBox="1"/>
          <p:nvPr/>
        </p:nvSpPr>
        <p:spPr>
          <a:xfrm>
            <a:off x="6530085" y="2591517"/>
            <a:ext cx="11461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8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396484" y="4148328"/>
          <a:ext cx="3138170" cy="271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"/>
                <a:gridCol w="2400300"/>
                <a:gridCol w="379730"/>
              </a:tblGrid>
              <a:tr h="2415540">
                <a:tc gridSpan="3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400" spc="215" b="1">
                          <a:solidFill>
                            <a:srgbClr val="FFFFFF"/>
                          </a:solidFill>
                          <a:latin typeface="FreeSerif"/>
                          <a:cs typeface="FreeSerif"/>
                        </a:rPr>
                        <a:t>16</a:t>
                      </a:r>
                      <a:r>
                        <a:rPr dirty="0" sz="2400" spc="-80" b="1">
                          <a:solidFill>
                            <a:srgbClr val="FFFFFF"/>
                          </a:solidFill>
                          <a:latin typeface="FreeSerif"/>
                          <a:cs typeface="FreeSerif"/>
                        </a:rPr>
                        <a:t> </a:t>
                      </a:r>
                      <a:r>
                        <a:rPr dirty="0" sz="2400" spc="75" b="1">
                          <a:solidFill>
                            <a:srgbClr val="FFFFFF"/>
                          </a:solidFill>
                          <a:latin typeface="FreeSerif"/>
                          <a:cs typeface="FreeSerif"/>
                        </a:rPr>
                        <a:t>Chunkservers</a:t>
                      </a:r>
                      <a:endParaRPr sz="2400">
                        <a:latin typeface="FreeSerif"/>
                        <a:cs typeface="FreeSerif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 spc="5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GFS </a:t>
                      </a:r>
                      <a:r>
                        <a:rPr dirty="0" sz="1800" spc="9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Chunkserver</a:t>
                      </a:r>
                      <a:r>
                        <a:rPr dirty="0" sz="1800" spc="-155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125">
                          <a:solidFill>
                            <a:srgbClr val="006FC0"/>
                          </a:solidFill>
                          <a:latin typeface="DejaVu Sans"/>
                          <a:cs typeface="DejaVu Sans"/>
                        </a:rPr>
                        <a:t>𝜶</a:t>
                      </a:r>
                      <a:endParaRPr sz="1800">
                        <a:latin typeface="DejaVu Sans"/>
                        <a:cs typeface="DejaVu San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5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GFS </a:t>
                      </a:r>
                      <a:r>
                        <a:rPr dirty="0" sz="1800" spc="9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Chunkserver</a:t>
                      </a:r>
                      <a:r>
                        <a:rPr dirty="0" sz="1800" spc="-155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135">
                          <a:solidFill>
                            <a:srgbClr val="006FC0"/>
                          </a:solidFill>
                          <a:latin typeface="DejaVu Sans"/>
                          <a:cs typeface="DejaVu Sans"/>
                        </a:rPr>
                        <a:t>𝜷</a:t>
                      </a:r>
                      <a:endParaRPr sz="1800">
                        <a:latin typeface="DejaVu Sans"/>
                        <a:cs typeface="DejaVu Sans"/>
                      </a:endParaRPr>
                    </a:p>
                  </a:txBody>
                  <a:tcPr marL="0" marR="0" marB="0" marT="393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355D7D"/>
                    </a:solidFill>
                  </a:tcPr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ts val="1895"/>
                        </a:lnSpc>
                        <a:spcBef>
                          <a:spcPts val="320"/>
                        </a:spcBef>
                      </a:pPr>
                      <a:r>
                        <a:rPr dirty="0" sz="1800" spc="5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GFS </a:t>
                      </a:r>
                      <a:r>
                        <a:rPr dirty="0" sz="1800" spc="9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Chunkserver</a:t>
                      </a:r>
                      <a:r>
                        <a:rPr dirty="0" sz="1800" spc="-100" b="1" i="1">
                          <a:solidFill>
                            <a:srgbClr val="006FC0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dirty="0" sz="1800" spc="5">
                          <a:solidFill>
                            <a:srgbClr val="006FC0"/>
                          </a:solidFill>
                          <a:latin typeface="DejaVu Sans"/>
                          <a:cs typeface="DejaVu Sans"/>
                        </a:rPr>
                        <a:t>𝜸</a:t>
                      </a:r>
                      <a:endParaRPr sz="1800">
                        <a:latin typeface="DejaVu Sans"/>
                        <a:cs typeface="DejaVu San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3E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355D7D"/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1476755" y="3940511"/>
            <a:ext cx="117919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16482" y="4379721"/>
            <a:ext cx="1500505" cy="476250"/>
            <a:chOff x="1316482" y="4379721"/>
            <a:chExt cx="1500505" cy="476250"/>
          </a:xfrm>
        </p:grpSpPr>
        <p:sp>
          <p:nvSpPr>
            <p:cNvPr id="26" name="object 26"/>
            <p:cNvSpPr/>
            <p:nvPr/>
          </p:nvSpPr>
          <p:spPr>
            <a:xfrm>
              <a:off x="1345692" y="440893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6492"/>
                  </a:lnTo>
                  <a:lnTo>
                    <a:pt x="1094232" y="126492"/>
                  </a:lnTo>
                  <a:lnTo>
                    <a:pt x="1094232" y="254508"/>
                  </a:lnTo>
                  <a:lnTo>
                    <a:pt x="0" y="254508"/>
                  </a:lnTo>
                  <a:lnTo>
                    <a:pt x="0" y="381000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381000"/>
                  </a:lnTo>
                  <a:lnTo>
                    <a:pt x="1441704" y="254508"/>
                  </a:lnTo>
                  <a:lnTo>
                    <a:pt x="1441704" y="12649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45692" y="4408931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6"/>
                  </a:moveTo>
                  <a:lnTo>
                    <a:pt x="1441704" y="41757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6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61002" y="4486448"/>
            <a:ext cx="217804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spc="65" b="1" i="1">
                <a:latin typeface="Carlito"/>
                <a:cs typeface="Carlito"/>
              </a:rPr>
              <a:t>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60932" y="4067384"/>
            <a:ext cx="1179195" cy="687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  <a:p>
            <a:pPr algn="ctr" marL="13970">
              <a:lnSpc>
                <a:spcPct val="100000"/>
              </a:lnSpc>
              <a:spcBef>
                <a:spcPts val="1140"/>
              </a:spcBef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3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23517" y="3853941"/>
            <a:ext cx="1454785" cy="688340"/>
            <a:chOff x="1223517" y="3853941"/>
            <a:chExt cx="1454785" cy="688340"/>
          </a:xfrm>
        </p:grpSpPr>
        <p:sp>
          <p:nvSpPr>
            <p:cNvPr id="31" name="object 31"/>
            <p:cNvSpPr/>
            <p:nvPr/>
          </p:nvSpPr>
          <p:spPr>
            <a:xfrm>
              <a:off x="1229867" y="3860291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1441704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1441704" y="675131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229867" y="3860291"/>
              <a:ext cx="1442085" cy="675640"/>
            </a:xfrm>
            <a:custGeom>
              <a:avLst/>
              <a:gdLst/>
              <a:ahLst/>
              <a:cxnLst/>
              <a:rect l="l" t="t" r="r" b="b"/>
              <a:pathLst>
                <a:path w="1442085" h="675639">
                  <a:moveTo>
                    <a:pt x="0" y="675131"/>
                  </a:moveTo>
                  <a:lnTo>
                    <a:pt x="1441704" y="67513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1200658" y="4506214"/>
            <a:ext cx="1500505" cy="476250"/>
            <a:chOff x="1200658" y="4506214"/>
            <a:chExt cx="1500505" cy="476250"/>
          </a:xfrm>
        </p:grpSpPr>
        <p:sp>
          <p:nvSpPr>
            <p:cNvPr id="34" name="object 34"/>
            <p:cNvSpPr/>
            <p:nvPr/>
          </p:nvSpPr>
          <p:spPr>
            <a:xfrm>
              <a:off x="1229868" y="4535423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1441704" y="0"/>
                  </a:moveTo>
                  <a:lnTo>
                    <a:pt x="1210056" y="0"/>
                  </a:lnTo>
                  <a:lnTo>
                    <a:pt x="1210056" y="128016"/>
                  </a:lnTo>
                  <a:lnTo>
                    <a:pt x="0" y="128016"/>
                  </a:lnTo>
                  <a:lnTo>
                    <a:pt x="0" y="254508"/>
                  </a:lnTo>
                  <a:lnTo>
                    <a:pt x="0" y="417576"/>
                  </a:lnTo>
                  <a:lnTo>
                    <a:pt x="1441704" y="417576"/>
                  </a:lnTo>
                  <a:lnTo>
                    <a:pt x="1441704" y="254508"/>
                  </a:lnTo>
                  <a:lnTo>
                    <a:pt x="1441704" y="12801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29868" y="4535424"/>
              <a:ext cx="1442085" cy="417830"/>
            </a:xfrm>
            <a:custGeom>
              <a:avLst/>
              <a:gdLst/>
              <a:ahLst/>
              <a:cxnLst/>
              <a:rect l="l" t="t" r="r" b="b"/>
              <a:pathLst>
                <a:path w="1442085" h="417829">
                  <a:moveTo>
                    <a:pt x="0" y="417575"/>
                  </a:moveTo>
                  <a:lnTo>
                    <a:pt x="1441704" y="417575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7575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438655" y="4613321"/>
            <a:ext cx="102425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5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8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107694" y="3980434"/>
            <a:ext cx="1454785" cy="689610"/>
            <a:chOff x="1107694" y="3980434"/>
            <a:chExt cx="1454785" cy="689610"/>
          </a:xfrm>
        </p:grpSpPr>
        <p:sp>
          <p:nvSpPr>
            <p:cNvPr id="38" name="object 38"/>
            <p:cNvSpPr/>
            <p:nvPr/>
          </p:nvSpPr>
          <p:spPr>
            <a:xfrm>
              <a:off x="1114044" y="3986784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114044" y="3986784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245108" y="4194130"/>
            <a:ext cx="117919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65" b="1" i="1">
                <a:latin typeface="Carlito"/>
                <a:cs typeface="Carlito"/>
              </a:rPr>
              <a:t>tion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084833" y="4634229"/>
            <a:ext cx="1500505" cy="474980"/>
            <a:chOff x="1084833" y="4634229"/>
            <a:chExt cx="1500505" cy="474980"/>
          </a:xfrm>
        </p:grpSpPr>
        <p:sp>
          <p:nvSpPr>
            <p:cNvPr id="42" name="object 42"/>
            <p:cNvSpPr/>
            <p:nvPr/>
          </p:nvSpPr>
          <p:spPr>
            <a:xfrm>
              <a:off x="1114044" y="4663452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126479"/>
                  </a:lnTo>
                  <a:lnTo>
                    <a:pt x="0" y="416039"/>
                  </a:lnTo>
                  <a:lnTo>
                    <a:pt x="1441704" y="416039"/>
                  </a:lnTo>
                  <a:lnTo>
                    <a:pt x="1441704" y="126479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114043" y="4663439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1"/>
                  </a:moveTo>
                  <a:lnTo>
                    <a:pt x="1441704" y="416051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1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322832" y="4740611"/>
            <a:ext cx="1023619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90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69263" y="4107179"/>
            <a:ext cx="1499870" cy="1127760"/>
            <a:chOff x="969263" y="4107179"/>
            <a:chExt cx="1499870" cy="1127760"/>
          </a:xfrm>
        </p:grpSpPr>
        <p:sp>
          <p:nvSpPr>
            <p:cNvPr id="46" name="object 46"/>
            <p:cNvSpPr/>
            <p:nvPr/>
          </p:nvSpPr>
          <p:spPr>
            <a:xfrm>
              <a:off x="998219" y="4113275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1441704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1441704" y="676656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98219" y="4113275"/>
              <a:ext cx="1442085" cy="676910"/>
            </a:xfrm>
            <a:custGeom>
              <a:avLst/>
              <a:gdLst/>
              <a:ahLst/>
              <a:cxnLst/>
              <a:rect l="l" t="t" r="r" b="b"/>
              <a:pathLst>
                <a:path w="1442085" h="676910">
                  <a:moveTo>
                    <a:pt x="0" y="676656"/>
                  </a:moveTo>
                  <a:lnTo>
                    <a:pt x="1441704" y="676656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98219" y="4789931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1441704" y="0"/>
                  </a:moveTo>
                  <a:lnTo>
                    <a:pt x="0" y="0"/>
                  </a:lnTo>
                  <a:lnTo>
                    <a:pt x="0" y="416052"/>
                  </a:lnTo>
                  <a:lnTo>
                    <a:pt x="1441704" y="416052"/>
                  </a:lnTo>
                  <a:lnTo>
                    <a:pt x="1441704" y="0"/>
                  </a:lnTo>
                  <a:close/>
                </a:path>
              </a:pathLst>
            </a:custGeom>
            <a:solidFill>
              <a:srgbClr val="C8CD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98219" y="4789931"/>
              <a:ext cx="1442085" cy="416559"/>
            </a:xfrm>
            <a:custGeom>
              <a:avLst/>
              <a:gdLst/>
              <a:ahLst/>
              <a:cxnLst/>
              <a:rect l="l" t="t" r="r" b="b"/>
              <a:pathLst>
                <a:path w="1442085" h="416560">
                  <a:moveTo>
                    <a:pt x="0" y="416052"/>
                  </a:moveTo>
                  <a:lnTo>
                    <a:pt x="1441704" y="41605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416052"/>
                  </a:lnTo>
                  <a:close/>
                </a:path>
              </a:pathLst>
            </a:custGeom>
            <a:ln w="57912">
              <a:solidFill>
                <a:srgbClr val="555A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51687" y="3270503"/>
            <a:ext cx="2673350" cy="212344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640080">
              <a:lnSpc>
                <a:spcPct val="100000"/>
              </a:lnSpc>
              <a:spcBef>
                <a:spcPts val="300"/>
              </a:spcBef>
            </a:pPr>
            <a:r>
              <a:rPr dirty="0" sz="2400" spc="215" b="1">
                <a:solidFill>
                  <a:srgbClr val="FFFFFF"/>
                </a:solidFill>
                <a:latin typeface="FreeSerif"/>
                <a:cs typeface="FreeSerif"/>
              </a:rPr>
              <a:t>16</a:t>
            </a:r>
            <a:r>
              <a:rPr dirty="0" sz="2400" spc="-85" b="1">
                <a:solidFill>
                  <a:srgbClr val="FFFFFF"/>
                </a:solidFill>
                <a:latin typeface="FreeSerif"/>
                <a:cs typeface="FreeSerif"/>
              </a:rPr>
              <a:t> </a:t>
            </a:r>
            <a:r>
              <a:rPr dirty="0" sz="2400" spc="40" b="1">
                <a:solidFill>
                  <a:srgbClr val="FFFFFF"/>
                </a:solidFill>
                <a:latin typeface="FreeSerif"/>
                <a:cs typeface="FreeSerif"/>
              </a:rPr>
              <a:t>Clients</a:t>
            </a:r>
            <a:endParaRPr sz="24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FreeSerif"/>
              <a:cs typeface="FreeSerif"/>
            </a:endParaRPr>
          </a:p>
          <a:p>
            <a:pPr marL="655320" marR="908685" indent="-78105">
              <a:lnSpc>
                <a:spcPct val="199200"/>
              </a:lnSpc>
            </a:pPr>
            <a:r>
              <a:rPr dirty="0" sz="1800" spc="-5" b="1" i="1">
                <a:latin typeface="Carlito"/>
                <a:cs typeface="Carlito"/>
              </a:rPr>
              <a:t>A</a:t>
            </a:r>
            <a:r>
              <a:rPr dirty="0" sz="1800" spc="70" b="1" i="1">
                <a:latin typeface="Carlito"/>
                <a:cs typeface="Carlito"/>
              </a:rPr>
              <a:t>p</a:t>
            </a:r>
            <a:r>
              <a:rPr dirty="0" sz="1800" spc="80" b="1" i="1">
                <a:latin typeface="Carlito"/>
                <a:cs typeface="Carlito"/>
              </a:rPr>
              <a:t>p</a:t>
            </a:r>
            <a:r>
              <a:rPr dirty="0" sz="1800" spc="90" b="1" i="1">
                <a:latin typeface="Carlito"/>
                <a:cs typeface="Carlito"/>
              </a:rPr>
              <a:t>l</a:t>
            </a:r>
            <a:r>
              <a:rPr dirty="0" sz="1800" spc="60" b="1" i="1">
                <a:latin typeface="Carlito"/>
                <a:cs typeface="Carlito"/>
              </a:rPr>
              <a:t>i</a:t>
            </a:r>
            <a:r>
              <a:rPr dirty="0" sz="1800" spc="90" b="1" i="1">
                <a:latin typeface="Carlito"/>
                <a:cs typeface="Carlito"/>
              </a:rPr>
              <a:t>c</a:t>
            </a:r>
            <a:r>
              <a:rPr dirty="0" sz="1800" spc="65" b="1" i="1">
                <a:latin typeface="Carlito"/>
                <a:cs typeface="Carlito"/>
              </a:rPr>
              <a:t>a</a:t>
            </a:r>
            <a:r>
              <a:rPr dirty="0" sz="1800" spc="55" b="1" i="1">
                <a:latin typeface="Carlito"/>
                <a:cs typeface="Carlito"/>
              </a:rPr>
              <a:t>tion </a:t>
            </a:r>
            <a:r>
              <a:rPr dirty="0" sz="1800" spc="35" b="1" i="1">
                <a:latin typeface="Carlito"/>
                <a:cs typeface="Carlito"/>
              </a:rPr>
              <a:t> </a:t>
            </a:r>
            <a:r>
              <a:rPr dirty="0" sz="1800" spc="50" b="1" i="1">
                <a:latin typeface="Carlito"/>
                <a:cs typeface="Carlito"/>
              </a:rPr>
              <a:t>GFS</a:t>
            </a:r>
            <a:r>
              <a:rPr dirty="0" sz="1800" spc="-45" b="1" i="1">
                <a:latin typeface="Carlito"/>
                <a:cs typeface="Carlito"/>
              </a:rPr>
              <a:t> </a:t>
            </a:r>
            <a:r>
              <a:rPr dirty="0" sz="1800" spc="65" b="1" i="1">
                <a:latin typeface="Carlito"/>
                <a:cs typeface="Carlito"/>
              </a:rPr>
              <a:t>Client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115556" y="5103876"/>
            <a:ext cx="1191895" cy="990600"/>
          </a:xfrm>
          <a:custGeom>
            <a:avLst/>
            <a:gdLst/>
            <a:ahLst/>
            <a:cxnLst/>
            <a:rect l="l" t="t" r="r" b="b"/>
            <a:pathLst>
              <a:path w="1191895" h="990600">
                <a:moveTo>
                  <a:pt x="283591" y="990600"/>
                </a:moveTo>
                <a:lnTo>
                  <a:pt x="0" y="990600"/>
                </a:lnTo>
              </a:path>
              <a:path w="1191895" h="990600">
                <a:moveTo>
                  <a:pt x="1191895" y="0"/>
                </a:moveTo>
                <a:lnTo>
                  <a:pt x="908303" y="0"/>
                </a:lnTo>
              </a:path>
            </a:pathLst>
          </a:custGeom>
          <a:ln w="57912">
            <a:solidFill>
              <a:srgbClr val="DFCA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5731509" y="2660650"/>
            <a:ext cx="2414905" cy="1139190"/>
            <a:chOff x="5731509" y="2660650"/>
            <a:chExt cx="2414905" cy="1139190"/>
          </a:xfrm>
        </p:grpSpPr>
        <p:sp>
          <p:nvSpPr>
            <p:cNvPr id="53" name="object 53"/>
            <p:cNvSpPr/>
            <p:nvPr/>
          </p:nvSpPr>
          <p:spPr>
            <a:xfrm>
              <a:off x="5737860" y="2666999"/>
              <a:ext cx="2402205" cy="1126490"/>
            </a:xfrm>
            <a:custGeom>
              <a:avLst/>
              <a:gdLst/>
              <a:ahLst/>
              <a:cxnLst/>
              <a:rect l="l" t="t" r="r" b="b"/>
              <a:pathLst>
                <a:path w="2402204" h="1126489">
                  <a:moveTo>
                    <a:pt x="2401824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0" y="1126236"/>
                  </a:lnTo>
                  <a:lnTo>
                    <a:pt x="2401824" y="1126236"/>
                  </a:lnTo>
                  <a:lnTo>
                    <a:pt x="2401824" y="129540"/>
                  </a:lnTo>
                  <a:lnTo>
                    <a:pt x="2401824" y="0"/>
                  </a:lnTo>
                  <a:close/>
                </a:path>
              </a:pathLst>
            </a:custGeom>
            <a:solidFill>
              <a:srgbClr val="F8E6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737859" y="2667000"/>
              <a:ext cx="2402205" cy="1126490"/>
            </a:xfrm>
            <a:custGeom>
              <a:avLst/>
              <a:gdLst/>
              <a:ahLst/>
              <a:cxnLst/>
              <a:rect l="l" t="t" r="r" b="b"/>
              <a:pathLst>
                <a:path w="2402204" h="1126489">
                  <a:moveTo>
                    <a:pt x="0" y="1126236"/>
                  </a:moveTo>
                  <a:lnTo>
                    <a:pt x="2401824" y="1126236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12623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814059" y="2990088"/>
              <a:ext cx="2285999" cy="6918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6386829" y="2719787"/>
            <a:ext cx="1146175" cy="268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70"/>
              </a:lnSpc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85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588508" y="2790444"/>
            <a:ext cx="2414270" cy="1137285"/>
            <a:chOff x="5588508" y="2790444"/>
            <a:chExt cx="2414270" cy="1137285"/>
          </a:xfrm>
        </p:grpSpPr>
        <p:sp>
          <p:nvSpPr>
            <p:cNvPr id="58" name="object 58"/>
            <p:cNvSpPr/>
            <p:nvPr/>
          </p:nvSpPr>
          <p:spPr>
            <a:xfrm>
              <a:off x="5594604" y="2796540"/>
              <a:ext cx="2402205" cy="1125220"/>
            </a:xfrm>
            <a:custGeom>
              <a:avLst/>
              <a:gdLst/>
              <a:ahLst/>
              <a:cxnLst/>
              <a:rect l="l" t="t" r="r" b="b"/>
              <a:pathLst>
                <a:path w="2402204" h="1125220">
                  <a:moveTo>
                    <a:pt x="2401824" y="0"/>
                  </a:moveTo>
                  <a:lnTo>
                    <a:pt x="0" y="0"/>
                  </a:lnTo>
                  <a:lnTo>
                    <a:pt x="0" y="1124712"/>
                  </a:lnTo>
                  <a:lnTo>
                    <a:pt x="2401824" y="1124712"/>
                  </a:lnTo>
                  <a:lnTo>
                    <a:pt x="2401824" y="0"/>
                  </a:lnTo>
                  <a:close/>
                </a:path>
              </a:pathLst>
            </a:custGeom>
            <a:solidFill>
              <a:srgbClr val="F0CC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594604" y="2796540"/>
              <a:ext cx="2402205" cy="1125220"/>
            </a:xfrm>
            <a:custGeom>
              <a:avLst/>
              <a:gdLst/>
              <a:ahLst/>
              <a:cxnLst/>
              <a:rect l="l" t="t" r="r" b="b"/>
              <a:pathLst>
                <a:path w="2402204" h="1125220">
                  <a:moveTo>
                    <a:pt x="0" y="1124712"/>
                  </a:moveTo>
                  <a:lnTo>
                    <a:pt x="2401824" y="1124712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670804" y="3118104"/>
              <a:ext cx="2286000" cy="6918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5396484" y="2095500"/>
            <a:ext cx="3138170" cy="200152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02895">
              <a:lnSpc>
                <a:spcPct val="100000"/>
              </a:lnSpc>
              <a:spcBef>
                <a:spcPts val="300"/>
              </a:spcBef>
            </a:pPr>
            <a:r>
              <a:rPr dirty="0" sz="2400" spc="220" b="1">
                <a:solidFill>
                  <a:srgbClr val="FFFFFF"/>
                </a:solidFill>
                <a:latin typeface="FreeSerif"/>
                <a:cs typeface="FreeSerif"/>
              </a:rPr>
              <a:t>1</a:t>
            </a:r>
            <a:r>
              <a:rPr dirty="0" sz="2400" spc="-305" b="1">
                <a:solidFill>
                  <a:srgbClr val="FFFFFF"/>
                </a:solidFill>
                <a:latin typeface="FreeSerif"/>
                <a:cs typeface="FreeSerif"/>
              </a:rPr>
              <a:t> </a:t>
            </a:r>
            <a:r>
              <a:rPr dirty="0" sz="2400" spc="30" b="1">
                <a:solidFill>
                  <a:srgbClr val="FFFFFF"/>
                </a:solidFill>
                <a:latin typeface="FreeSerif"/>
                <a:cs typeface="FreeSerif"/>
              </a:rPr>
              <a:t>Mater </a:t>
            </a:r>
            <a:r>
              <a:rPr dirty="0" sz="1800" spc="45" b="1">
                <a:solidFill>
                  <a:srgbClr val="FFFFFF"/>
                </a:solidFill>
                <a:latin typeface="FreeSerif"/>
                <a:cs typeface="FreeSerif"/>
              </a:rPr>
              <a:t>(+2 </a:t>
            </a:r>
            <a:r>
              <a:rPr dirty="0" sz="1800" spc="55" b="1">
                <a:solidFill>
                  <a:srgbClr val="FFFFFF"/>
                </a:solidFill>
                <a:latin typeface="FreeSerif"/>
                <a:cs typeface="FreeSerif"/>
              </a:rPr>
              <a:t>Replicas)</a:t>
            </a:r>
            <a:endParaRPr sz="18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FreeSerif"/>
              <a:cs typeface="FreeSerif"/>
            </a:endParaRPr>
          </a:p>
          <a:p>
            <a:pPr marL="847090">
              <a:lnSpc>
                <a:spcPct val="100000"/>
              </a:lnSpc>
              <a:spcBef>
                <a:spcPts val="5"/>
              </a:spcBef>
            </a:pPr>
            <a:r>
              <a:rPr dirty="0" sz="1800" spc="50" b="1" i="1">
                <a:solidFill>
                  <a:srgbClr val="C00000"/>
                </a:solidFill>
                <a:latin typeface="Carlito"/>
                <a:cs typeface="Carlito"/>
              </a:rPr>
              <a:t>GFS</a:t>
            </a:r>
            <a:r>
              <a:rPr dirty="0" sz="1800" spc="-20" b="1" i="1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dirty="0" sz="1800" spc="40" b="1" i="1">
                <a:solidFill>
                  <a:srgbClr val="C00000"/>
                </a:solidFill>
                <a:latin typeface="Carlito"/>
                <a:cs typeface="Carlito"/>
              </a:rPr>
              <a:t>Master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351403" y="3269488"/>
            <a:ext cx="1875155" cy="715645"/>
            <a:chOff x="3351403" y="3269488"/>
            <a:chExt cx="1875155" cy="715645"/>
          </a:xfrm>
        </p:grpSpPr>
        <p:sp>
          <p:nvSpPr>
            <p:cNvPr id="63" name="object 63"/>
            <p:cNvSpPr/>
            <p:nvPr/>
          </p:nvSpPr>
          <p:spPr>
            <a:xfrm>
              <a:off x="3354578" y="3272663"/>
              <a:ext cx="1868805" cy="709295"/>
            </a:xfrm>
            <a:custGeom>
              <a:avLst/>
              <a:gdLst/>
              <a:ahLst/>
              <a:cxnLst/>
              <a:rect l="l" t="t" r="r" b="b"/>
              <a:pathLst>
                <a:path w="1868804" h="709295">
                  <a:moveTo>
                    <a:pt x="1678305" y="0"/>
                  </a:moveTo>
                  <a:lnTo>
                    <a:pt x="1697989" y="75437"/>
                  </a:lnTo>
                  <a:lnTo>
                    <a:pt x="131191" y="482981"/>
                  </a:lnTo>
                  <a:lnTo>
                    <a:pt x="111506" y="407543"/>
                  </a:lnTo>
                  <a:lnTo>
                    <a:pt x="0" y="597535"/>
                  </a:lnTo>
                  <a:lnTo>
                    <a:pt x="189992" y="709168"/>
                  </a:lnTo>
                  <a:lnTo>
                    <a:pt x="170307" y="633730"/>
                  </a:lnTo>
                  <a:lnTo>
                    <a:pt x="1737233" y="226187"/>
                  </a:lnTo>
                  <a:lnTo>
                    <a:pt x="1756791" y="301498"/>
                  </a:lnTo>
                  <a:lnTo>
                    <a:pt x="1868297" y="111506"/>
                  </a:lnTo>
                  <a:lnTo>
                    <a:pt x="167830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354578" y="3272663"/>
              <a:ext cx="1868805" cy="709295"/>
            </a:xfrm>
            <a:custGeom>
              <a:avLst/>
              <a:gdLst/>
              <a:ahLst/>
              <a:cxnLst/>
              <a:rect l="l" t="t" r="r" b="b"/>
              <a:pathLst>
                <a:path w="1868804" h="709295">
                  <a:moveTo>
                    <a:pt x="0" y="597535"/>
                  </a:moveTo>
                  <a:lnTo>
                    <a:pt x="111506" y="407543"/>
                  </a:lnTo>
                  <a:lnTo>
                    <a:pt x="131191" y="482981"/>
                  </a:lnTo>
                  <a:lnTo>
                    <a:pt x="1697989" y="75437"/>
                  </a:lnTo>
                  <a:lnTo>
                    <a:pt x="1678305" y="0"/>
                  </a:lnTo>
                  <a:lnTo>
                    <a:pt x="1868297" y="111506"/>
                  </a:lnTo>
                  <a:lnTo>
                    <a:pt x="1756791" y="301498"/>
                  </a:lnTo>
                  <a:lnTo>
                    <a:pt x="1737233" y="226187"/>
                  </a:lnTo>
                  <a:lnTo>
                    <a:pt x="170307" y="633730"/>
                  </a:lnTo>
                  <a:lnTo>
                    <a:pt x="189992" y="709168"/>
                  </a:lnTo>
                  <a:lnTo>
                    <a:pt x="0" y="597535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3349116" y="4370070"/>
            <a:ext cx="1880235" cy="701675"/>
            <a:chOff x="3349116" y="4370070"/>
            <a:chExt cx="1880235" cy="701675"/>
          </a:xfrm>
        </p:grpSpPr>
        <p:sp>
          <p:nvSpPr>
            <p:cNvPr id="66" name="object 66"/>
            <p:cNvSpPr/>
            <p:nvPr/>
          </p:nvSpPr>
          <p:spPr>
            <a:xfrm>
              <a:off x="3352291" y="4373245"/>
              <a:ext cx="1873885" cy="695325"/>
            </a:xfrm>
            <a:custGeom>
              <a:avLst/>
              <a:gdLst/>
              <a:ahLst/>
              <a:cxnLst/>
              <a:rect l="l" t="t" r="r" b="b"/>
              <a:pathLst>
                <a:path w="1873885" h="695325">
                  <a:moveTo>
                    <a:pt x="188975" y="0"/>
                  </a:moveTo>
                  <a:lnTo>
                    <a:pt x="0" y="113283"/>
                  </a:lnTo>
                  <a:lnTo>
                    <a:pt x="113411" y="302259"/>
                  </a:lnTo>
                  <a:lnTo>
                    <a:pt x="132334" y="226694"/>
                  </a:lnTo>
                  <a:lnTo>
                    <a:pt x="1703959" y="619632"/>
                  </a:lnTo>
                  <a:lnTo>
                    <a:pt x="1685036" y="695197"/>
                  </a:lnTo>
                  <a:lnTo>
                    <a:pt x="1873885" y="581913"/>
                  </a:lnTo>
                  <a:lnTo>
                    <a:pt x="1760601" y="392937"/>
                  </a:lnTo>
                  <a:lnTo>
                    <a:pt x="1741678" y="468502"/>
                  </a:lnTo>
                  <a:lnTo>
                    <a:pt x="170053" y="75564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352291" y="4373245"/>
              <a:ext cx="1873885" cy="695325"/>
            </a:xfrm>
            <a:custGeom>
              <a:avLst/>
              <a:gdLst/>
              <a:ahLst/>
              <a:cxnLst/>
              <a:rect l="l" t="t" r="r" b="b"/>
              <a:pathLst>
                <a:path w="1873885" h="695325">
                  <a:moveTo>
                    <a:pt x="0" y="113283"/>
                  </a:moveTo>
                  <a:lnTo>
                    <a:pt x="188975" y="0"/>
                  </a:lnTo>
                  <a:lnTo>
                    <a:pt x="170053" y="75564"/>
                  </a:lnTo>
                  <a:lnTo>
                    <a:pt x="1741678" y="468502"/>
                  </a:lnTo>
                  <a:lnTo>
                    <a:pt x="1760601" y="392937"/>
                  </a:lnTo>
                  <a:lnTo>
                    <a:pt x="1873885" y="581913"/>
                  </a:lnTo>
                  <a:lnTo>
                    <a:pt x="1685036" y="695197"/>
                  </a:lnTo>
                  <a:lnTo>
                    <a:pt x="1703959" y="619632"/>
                  </a:lnTo>
                  <a:lnTo>
                    <a:pt x="132334" y="226694"/>
                  </a:lnTo>
                  <a:lnTo>
                    <a:pt x="113411" y="302259"/>
                  </a:lnTo>
                  <a:lnTo>
                    <a:pt x="0" y="11328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7994650" cy="271716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-125" b="1">
                <a:latin typeface="FreeSerif"/>
                <a:cs typeface="FreeSerif"/>
              </a:rPr>
              <a:t>READS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client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read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randomly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selected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20">
                <a:solidFill>
                  <a:srgbClr val="252525"/>
                </a:solidFill>
                <a:latin typeface="FreeSerif"/>
                <a:cs typeface="FreeSerif"/>
              </a:rPr>
              <a:t>4MB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region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256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times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(Total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1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GB)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from</a:t>
            </a:r>
            <a:endParaRPr sz="1800">
              <a:latin typeface="FreeSerif"/>
              <a:cs typeface="FreeSerif"/>
            </a:endParaRPr>
          </a:p>
          <a:p>
            <a:pPr marL="429895">
              <a:lnSpc>
                <a:spcPct val="100000"/>
              </a:lnSpc>
            </a:pP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 </a:t>
            </a: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320MB</a:t>
            </a:r>
            <a:r>
              <a:rPr dirty="0" sz="1800" spc="-20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5">
                <a:solidFill>
                  <a:srgbClr val="252525"/>
                </a:solidFill>
                <a:latin typeface="FreeSerif"/>
                <a:cs typeface="FreeSerif"/>
              </a:rPr>
              <a:t>ﬁle</a:t>
            </a:r>
            <a:endParaRPr sz="1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7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0" b="1">
                <a:latin typeface="FreeSerif"/>
                <a:cs typeface="FreeSerif"/>
              </a:rPr>
              <a:t>Writes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client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writes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1GB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data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to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14">
                <a:solidFill>
                  <a:srgbClr val="252525"/>
                </a:solidFill>
                <a:latin typeface="FreeSerif"/>
                <a:cs typeface="FreeSerif"/>
              </a:rPr>
              <a:t>new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0">
                <a:solidFill>
                  <a:srgbClr val="252525"/>
                </a:solidFill>
                <a:latin typeface="FreeSerif"/>
                <a:cs typeface="FreeSerif"/>
              </a:rPr>
              <a:t>file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252525"/>
                </a:solidFill>
                <a:latin typeface="FreeSerif"/>
                <a:cs typeface="FreeSerif"/>
              </a:rPr>
              <a:t>series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25">
                <a:solidFill>
                  <a:srgbClr val="252525"/>
                </a:solidFill>
                <a:latin typeface="FreeSerif"/>
                <a:cs typeface="FreeSerif"/>
              </a:rPr>
              <a:t>1MB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writes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25">
                <a:solidFill>
                  <a:srgbClr val="252525"/>
                </a:solidFill>
                <a:latin typeface="FreeSerif"/>
                <a:cs typeface="FreeSerif"/>
              </a:rPr>
              <a:t>Each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write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involves</a:t>
            </a:r>
            <a:r>
              <a:rPr dirty="0" sz="1800" spc="-8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3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30">
                <a:solidFill>
                  <a:srgbClr val="252525"/>
                </a:solidFill>
                <a:latin typeface="FreeSerif"/>
                <a:cs typeface="FreeSerif"/>
              </a:rPr>
              <a:t>different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replicas</a:t>
            </a:r>
            <a:endParaRPr sz="1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7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55" b="1">
                <a:latin typeface="FreeSerif"/>
                <a:cs typeface="FreeSerif"/>
              </a:rPr>
              <a:t>Record</a:t>
            </a:r>
            <a:r>
              <a:rPr dirty="0" sz="2000" spc="-65" b="1">
                <a:latin typeface="FreeSerif"/>
                <a:cs typeface="FreeSerif"/>
              </a:rPr>
              <a:t> </a:t>
            </a:r>
            <a:r>
              <a:rPr dirty="0" sz="2000" spc="105" b="1">
                <a:latin typeface="FreeSerif"/>
                <a:cs typeface="FreeSerif"/>
              </a:rPr>
              <a:t>appends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-50">
                <a:solidFill>
                  <a:srgbClr val="585858"/>
                </a:solidFill>
                <a:latin typeface="FreeSerif"/>
                <a:cs typeface="FreeSerif"/>
              </a:rPr>
              <a:t>All</a:t>
            </a:r>
            <a:r>
              <a:rPr dirty="0" sz="18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585858"/>
                </a:solidFill>
                <a:latin typeface="FreeSerif"/>
                <a:cs typeface="FreeSerif"/>
              </a:rPr>
              <a:t>clients</a:t>
            </a:r>
            <a:r>
              <a:rPr dirty="0" sz="1800" spc="-7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585858"/>
                </a:solidFill>
                <a:latin typeface="FreeSerif"/>
                <a:cs typeface="FreeSerif"/>
              </a:rPr>
              <a:t>append</a:t>
            </a:r>
            <a:r>
              <a:rPr dirty="0" sz="18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585858"/>
                </a:solidFill>
                <a:latin typeface="FreeSerif"/>
                <a:cs typeface="FreeSerif"/>
              </a:rPr>
              <a:t>simultaneously</a:t>
            </a:r>
            <a:r>
              <a:rPr dirty="0" sz="18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80">
                <a:solidFill>
                  <a:srgbClr val="585858"/>
                </a:solidFill>
                <a:latin typeface="FreeSerif"/>
                <a:cs typeface="FreeSerif"/>
              </a:rPr>
              <a:t>to</a:t>
            </a:r>
            <a:r>
              <a:rPr dirty="0" sz="1800" spc="-7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585858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585858"/>
                </a:solidFill>
                <a:latin typeface="FreeSerif"/>
                <a:cs typeface="FreeSerif"/>
              </a:rPr>
              <a:t>single</a:t>
            </a:r>
            <a:r>
              <a:rPr dirty="0" sz="18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FreeSerif"/>
                <a:cs typeface="FreeSerif"/>
              </a:rPr>
              <a:t>file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9891" y="3863340"/>
            <a:ext cx="7824216" cy="2546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47546" y="5390489"/>
            <a:ext cx="1874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 b="1">
                <a:solidFill>
                  <a:srgbClr val="0000FF"/>
                </a:solidFill>
                <a:latin typeface="FreeSerif"/>
                <a:cs typeface="FreeSerif"/>
              </a:rPr>
              <a:t>75-80%</a:t>
            </a:r>
            <a:r>
              <a:rPr dirty="0" sz="1800" spc="-335" b="1">
                <a:solidFill>
                  <a:srgbClr val="0000FF"/>
                </a:solidFill>
                <a:latin typeface="FreeSerif"/>
                <a:cs typeface="FreeSerif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Play"/>
                <a:cs typeface="Play"/>
              </a:rPr>
              <a:t>eﬃciency</a:t>
            </a:r>
            <a:endParaRPr sz="1800">
              <a:latin typeface="Play"/>
              <a:cs typeface="Play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06341" y="5390489"/>
            <a:ext cx="1564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 b="1">
                <a:solidFill>
                  <a:srgbClr val="0000FF"/>
                </a:solidFill>
                <a:latin typeface="FreeSerif"/>
                <a:cs typeface="FreeSerif"/>
              </a:rPr>
              <a:t>50%</a:t>
            </a:r>
            <a:r>
              <a:rPr dirty="0" sz="1800" spc="-235" b="1">
                <a:solidFill>
                  <a:srgbClr val="0000FF"/>
                </a:solidFill>
                <a:latin typeface="FreeSerif"/>
                <a:cs typeface="FreeSerif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Play"/>
                <a:cs typeface="Play"/>
              </a:rPr>
              <a:t>eﬃciency</a:t>
            </a:r>
            <a:endParaRPr sz="1800">
              <a:latin typeface="Play"/>
              <a:cs typeface="Pla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7761" y="5413349"/>
            <a:ext cx="1700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 b="1">
                <a:solidFill>
                  <a:srgbClr val="0000FF"/>
                </a:solidFill>
                <a:latin typeface="Play"/>
                <a:cs typeface="Play"/>
              </a:rPr>
              <a:t>≈</a:t>
            </a:r>
            <a:r>
              <a:rPr dirty="0" sz="1800" spc="75" b="1">
                <a:solidFill>
                  <a:srgbClr val="0000FF"/>
                </a:solidFill>
                <a:latin typeface="FreeSerif"/>
                <a:cs typeface="FreeSerif"/>
              </a:rPr>
              <a:t>38%</a:t>
            </a:r>
            <a:r>
              <a:rPr dirty="0" sz="1800" spc="-229" b="1">
                <a:solidFill>
                  <a:srgbClr val="0000FF"/>
                </a:solidFill>
                <a:latin typeface="FreeSerif"/>
                <a:cs typeface="FreeSerif"/>
              </a:rPr>
              <a:t> </a:t>
            </a:r>
            <a:r>
              <a:rPr dirty="0" sz="1800" spc="-10" b="1">
                <a:solidFill>
                  <a:srgbClr val="0000FF"/>
                </a:solidFill>
                <a:latin typeface="Play"/>
                <a:cs typeface="Play"/>
              </a:rPr>
              <a:t>eﬃciency</a:t>
            </a:r>
            <a:endParaRPr sz="1800">
              <a:latin typeface="Play"/>
              <a:cs typeface="Play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3840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80">
                <a:solidFill>
                  <a:srgbClr val="0E1745"/>
                </a:solidFill>
              </a:rPr>
              <a:t>Micro-benchmarks</a:t>
            </a:r>
            <a:r>
              <a:rPr dirty="0" sz="2800" spc="-135">
                <a:solidFill>
                  <a:srgbClr val="0E1745"/>
                </a:solidFill>
              </a:rPr>
              <a:t> </a:t>
            </a:r>
            <a:r>
              <a:rPr dirty="0" sz="2800" spc="80">
                <a:solidFill>
                  <a:srgbClr val="0E1745"/>
                </a:solidFill>
              </a:rPr>
              <a:t>Results</a:t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5019040" cy="222440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5" b="1">
                <a:latin typeface="FreeSerif"/>
                <a:cs typeface="FreeSerif"/>
              </a:rPr>
              <a:t>Experiment</a:t>
            </a:r>
            <a:r>
              <a:rPr dirty="0" sz="2000" spc="-110" b="1">
                <a:latin typeface="FreeSerif"/>
                <a:cs typeface="FreeSerif"/>
              </a:rPr>
              <a:t> </a:t>
            </a:r>
            <a:r>
              <a:rPr dirty="0" sz="2000" spc="60" b="1">
                <a:latin typeface="FreeSerif"/>
                <a:cs typeface="FreeSerif"/>
              </a:rPr>
              <a:t>Environment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Cluster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180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endParaRPr sz="18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9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30">
                <a:solidFill>
                  <a:srgbClr val="585858"/>
                </a:solidFill>
                <a:latin typeface="FreeSerif"/>
                <a:cs typeface="FreeSerif"/>
              </a:rPr>
              <a:t>Used </a:t>
            </a:r>
            <a:r>
              <a:rPr dirty="0" sz="1600" spc="5">
                <a:solidFill>
                  <a:srgbClr val="585858"/>
                </a:solidFill>
                <a:latin typeface="FreeSerif"/>
                <a:cs typeface="FreeSerif"/>
              </a:rPr>
              <a:t>for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research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29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development</a:t>
            </a:r>
            <a:endParaRPr sz="16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80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45">
                <a:solidFill>
                  <a:srgbClr val="585858"/>
                </a:solidFill>
                <a:latin typeface="FreeSerif"/>
                <a:cs typeface="FreeSerif"/>
              </a:rPr>
              <a:t>Reads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FreeSerif"/>
                <a:cs typeface="FreeSerif"/>
              </a:rPr>
              <a:t>MBs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35">
                <a:solidFill>
                  <a:srgbClr val="585858"/>
                </a:solidFill>
                <a:latin typeface="FreeSerif"/>
                <a:cs typeface="FreeSerif"/>
              </a:rPr>
              <a:t>~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10">
                <a:solidFill>
                  <a:srgbClr val="585858"/>
                </a:solidFill>
                <a:latin typeface="FreeSerif"/>
                <a:cs typeface="FreeSerif"/>
              </a:rPr>
              <a:t>TBs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data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90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writes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results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5">
                <a:solidFill>
                  <a:srgbClr val="585858"/>
                </a:solidFill>
                <a:latin typeface="FreeSerif"/>
                <a:cs typeface="FreeSerif"/>
              </a:rPr>
              <a:t>back</a:t>
            </a:r>
            <a:endParaRPr sz="16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Cluster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B</a:t>
            </a:r>
            <a:endParaRPr sz="18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90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30">
                <a:solidFill>
                  <a:srgbClr val="585858"/>
                </a:solidFill>
                <a:latin typeface="FreeSerif"/>
                <a:cs typeface="FreeSerif"/>
              </a:rPr>
              <a:t>Used </a:t>
            </a:r>
            <a:r>
              <a:rPr dirty="0" sz="1600" spc="5">
                <a:solidFill>
                  <a:srgbClr val="585858"/>
                </a:solidFill>
                <a:latin typeface="FreeSerif"/>
                <a:cs typeface="FreeSerif"/>
              </a:rPr>
              <a:t>for </a:t>
            </a:r>
            <a:r>
              <a:rPr dirty="0" sz="1600" spc="70">
                <a:solidFill>
                  <a:srgbClr val="585858"/>
                </a:solidFill>
                <a:latin typeface="FreeSerif"/>
                <a:cs typeface="FreeSerif"/>
              </a:rPr>
              <a:t>research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29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5">
                <a:solidFill>
                  <a:srgbClr val="585858"/>
                </a:solidFill>
                <a:latin typeface="FreeSerif"/>
                <a:cs typeface="FreeSerif"/>
              </a:rPr>
              <a:t>development</a:t>
            </a:r>
            <a:endParaRPr sz="16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85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45">
                <a:solidFill>
                  <a:srgbClr val="585858"/>
                </a:solidFill>
                <a:latin typeface="FreeSerif"/>
                <a:cs typeface="FreeSerif"/>
              </a:rPr>
              <a:t>Reads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FreeSerif"/>
                <a:cs typeface="FreeSerif"/>
              </a:rPr>
              <a:t>MBs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335">
                <a:solidFill>
                  <a:srgbClr val="585858"/>
                </a:solidFill>
                <a:latin typeface="FreeSerif"/>
                <a:cs typeface="FreeSerif"/>
              </a:rPr>
              <a:t>~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10">
                <a:solidFill>
                  <a:srgbClr val="585858"/>
                </a:solidFill>
                <a:latin typeface="FreeSerif"/>
                <a:cs typeface="FreeSerif"/>
              </a:rPr>
              <a:t>TBs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data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and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writes</a:t>
            </a:r>
            <a:r>
              <a:rPr dirty="0" sz="1600" spc="-4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the</a:t>
            </a:r>
            <a:r>
              <a:rPr dirty="0" sz="1600" spc="-6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FreeSerif"/>
                <a:cs typeface="FreeSerif"/>
              </a:rPr>
              <a:t>results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40">
                <a:solidFill>
                  <a:srgbClr val="585858"/>
                </a:solidFill>
                <a:latin typeface="FreeSerif"/>
                <a:cs typeface="FreeSerif"/>
              </a:rPr>
              <a:t>back</a:t>
            </a:r>
            <a:endParaRPr sz="1600">
              <a:latin typeface="FreeSerif"/>
              <a:cs typeface="Free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63624" y="3810000"/>
            <a:ext cx="6016752" cy="2642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32346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0">
                <a:solidFill>
                  <a:srgbClr val="0E1745"/>
                </a:solidFill>
              </a:rPr>
              <a:t>Real </a:t>
            </a:r>
            <a:r>
              <a:rPr dirty="0" sz="2800" spc="45">
                <a:solidFill>
                  <a:srgbClr val="0E1745"/>
                </a:solidFill>
              </a:rPr>
              <a:t>World</a:t>
            </a:r>
            <a:r>
              <a:rPr dirty="0" sz="2800" spc="-280">
                <a:solidFill>
                  <a:srgbClr val="0E1745"/>
                </a:solidFill>
              </a:rPr>
              <a:t> </a:t>
            </a:r>
            <a:r>
              <a:rPr dirty="0" sz="2800" spc="55">
                <a:solidFill>
                  <a:srgbClr val="0E1745"/>
                </a:solidFill>
              </a:rPr>
              <a:t>Clusters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58726"/>
            <a:ext cx="5680075" cy="236982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590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0">
                <a:latin typeface="FreeSerif"/>
                <a:cs typeface="FreeSerif"/>
              </a:rPr>
              <a:t>Performance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metrics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for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two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-114">
                <a:latin typeface="FreeSerif"/>
                <a:cs typeface="FreeSerif"/>
              </a:rPr>
              <a:t>GFS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clusters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40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45">
                <a:solidFill>
                  <a:srgbClr val="252525"/>
                </a:solidFill>
                <a:latin typeface="FreeSerif"/>
                <a:cs typeface="FreeSerif"/>
              </a:rPr>
              <a:t>Cluster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 B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10">
                <a:solidFill>
                  <a:srgbClr val="252525"/>
                </a:solidFill>
                <a:latin typeface="FreeSerif"/>
                <a:cs typeface="FreeSerif"/>
              </a:rPr>
              <a:t>was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in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middle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30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burst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write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40">
                <a:solidFill>
                  <a:srgbClr val="252525"/>
                </a:solidFill>
                <a:latin typeface="FreeSerif"/>
                <a:cs typeface="FreeSerif"/>
              </a:rPr>
              <a:t>activity</a:t>
            </a:r>
            <a:endParaRPr sz="18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4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read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rates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were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much</a:t>
            </a:r>
            <a:r>
              <a:rPr dirty="0" sz="1800" spc="-7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higher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100">
                <a:solidFill>
                  <a:srgbClr val="252525"/>
                </a:solidFill>
                <a:latin typeface="FreeSerif"/>
                <a:cs typeface="FreeSerif"/>
              </a:rPr>
              <a:t>than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the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write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0">
                <a:solidFill>
                  <a:srgbClr val="252525"/>
                </a:solidFill>
                <a:latin typeface="FreeSerif"/>
                <a:cs typeface="FreeSerif"/>
              </a:rPr>
              <a:t>rates</a:t>
            </a:r>
            <a:endParaRPr sz="1800">
              <a:latin typeface="FreeSerif"/>
              <a:cs typeface="FreeSerif"/>
            </a:endParaRPr>
          </a:p>
          <a:p>
            <a:pPr marL="268605" indent="-256540">
              <a:lnSpc>
                <a:spcPct val="100000"/>
              </a:lnSpc>
              <a:spcBef>
                <a:spcPts val="475"/>
              </a:spcBef>
              <a:buClr>
                <a:srgbClr val="000066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 sz="2000" spc="65" b="1">
                <a:latin typeface="FreeSerif"/>
                <a:cs typeface="FreeSerif"/>
              </a:rPr>
              <a:t>Recovery</a:t>
            </a:r>
            <a:r>
              <a:rPr dirty="0" sz="2000" spc="-70" b="1">
                <a:latin typeface="FreeSerif"/>
                <a:cs typeface="FreeSerif"/>
              </a:rPr>
              <a:t> </a:t>
            </a:r>
            <a:r>
              <a:rPr dirty="0" sz="2000" spc="90" b="1">
                <a:latin typeface="FreeSerif"/>
                <a:cs typeface="FreeSerif"/>
              </a:rPr>
              <a:t>time</a:t>
            </a:r>
            <a:endParaRPr sz="20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39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10">
                <a:solidFill>
                  <a:srgbClr val="252525"/>
                </a:solidFill>
                <a:latin typeface="FreeSerif"/>
                <a:cs typeface="FreeSerif"/>
              </a:rPr>
              <a:t>Killed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a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single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0">
                <a:solidFill>
                  <a:srgbClr val="252525"/>
                </a:solidFill>
                <a:latin typeface="FreeSerif"/>
                <a:cs typeface="FreeSerif"/>
              </a:rPr>
              <a:t>chunckserver</a:t>
            </a:r>
            <a:r>
              <a:rPr dirty="0" sz="1800" spc="-6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25">
                <a:solidFill>
                  <a:srgbClr val="252525"/>
                </a:solidFill>
                <a:latin typeface="FreeSerif"/>
                <a:cs typeface="FreeSerif"/>
              </a:rPr>
              <a:t>of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cluster</a:t>
            </a:r>
            <a:r>
              <a:rPr dirty="0" sz="1800" spc="-5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-40">
                <a:solidFill>
                  <a:srgbClr val="252525"/>
                </a:solidFill>
                <a:latin typeface="FreeSerif"/>
                <a:cs typeface="FreeSerif"/>
              </a:rPr>
              <a:t>B</a:t>
            </a:r>
            <a:endParaRPr sz="1800">
              <a:latin typeface="FreeSerif"/>
              <a:cs typeface="FreeSerif"/>
            </a:endParaRPr>
          </a:p>
          <a:p>
            <a:pPr lvl="2" marL="699770" indent="-172720">
              <a:lnSpc>
                <a:spcPct val="100000"/>
              </a:lnSpc>
              <a:spcBef>
                <a:spcPts val="390"/>
              </a:spcBef>
              <a:buClr>
                <a:srgbClr val="002C85"/>
              </a:buClr>
              <a:buFont typeface="Tahoma"/>
              <a:buChar char="‣"/>
              <a:tabLst>
                <a:tab pos="700405" algn="l"/>
              </a:tabLst>
            </a:pPr>
            <a:r>
              <a:rPr dirty="0" sz="1600" spc="20">
                <a:solidFill>
                  <a:srgbClr val="585858"/>
                </a:solidFill>
                <a:latin typeface="FreeSerif"/>
                <a:cs typeface="FreeSerif"/>
              </a:rPr>
              <a:t>Which</a:t>
            </a:r>
            <a:r>
              <a:rPr dirty="0" sz="1600" spc="-3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0">
                <a:solidFill>
                  <a:srgbClr val="585858"/>
                </a:solidFill>
                <a:latin typeface="FreeSerif"/>
                <a:cs typeface="FreeSerif"/>
              </a:rPr>
              <a:t>had</a:t>
            </a:r>
            <a:r>
              <a:rPr dirty="0" sz="1600" spc="-3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10">
                <a:solidFill>
                  <a:srgbClr val="585858"/>
                </a:solidFill>
                <a:latin typeface="FreeSerif"/>
                <a:cs typeface="FreeSerif"/>
              </a:rPr>
              <a:t>15K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FreeSerif"/>
                <a:cs typeface="FreeSerif"/>
              </a:rPr>
              <a:t>chunks</a:t>
            </a:r>
            <a:r>
              <a:rPr dirty="0" sz="1600" spc="-4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5">
                <a:solidFill>
                  <a:srgbClr val="585858"/>
                </a:solidFill>
                <a:latin typeface="FreeSerif"/>
                <a:cs typeface="FreeSerif"/>
              </a:rPr>
              <a:t>containing</a:t>
            </a:r>
            <a:r>
              <a:rPr dirty="0" sz="1600" spc="-50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5">
                <a:solidFill>
                  <a:srgbClr val="585858"/>
                </a:solidFill>
                <a:latin typeface="FreeSerif"/>
                <a:cs typeface="FreeSerif"/>
              </a:rPr>
              <a:t>600GB</a:t>
            </a:r>
            <a:r>
              <a:rPr dirty="0" sz="1600" spc="-55">
                <a:solidFill>
                  <a:srgbClr val="585858"/>
                </a:solidFill>
                <a:latin typeface="FreeSerif"/>
                <a:cs typeface="FreeSerif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FreeSerif"/>
                <a:cs typeface="FreeSerif"/>
              </a:rPr>
              <a:t>data</a:t>
            </a:r>
            <a:endParaRPr sz="1600">
              <a:latin typeface="FreeSerif"/>
              <a:cs typeface="FreeSerif"/>
            </a:endParaRPr>
          </a:p>
          <a:p>
            <a:pPr lvl="1" marL="480059" indent="-210820">
              <a:lnSpc>
                <a:spcPct val="100000"/>
              </a:lnSpc>
              <a:spcBef>
                <a:spcPts val="425"/>
              </a:spcBef>
              <a:buClr>
                <a:srgbClr val="000079"/>
              </a:buClr>
              <a:buFont typeface="Tahoma"/>
              <a:buChar char="‣"/>
              <a:tabLst>
                <a:tab pos="480695" algn="l"/>
              </a:tabLst>
            </a:pP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All</a:t>
            </a:r>
            <a:r>
              <a:rPr dirty="0" sz="1800" spc="-4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75">
                <a:solidFill>
                  <a:srgbClr val="252525"/>
                </a:solidFill>
                <a:latin typeface="FreeSerif"/>
                <a:cs typeface="FreeSerif"/>
              </a:rPr>
              <a:t>chunks</a:t>
            </a:r>
            <a:r>
              <a:rPr dirty="0" sz="1800" spc="-7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95">
                <a:solidFill>
                  <a:srgbClr val="252525"/>
                </a:solidFill>
                <a:latin typeface="FreeSerif"/>
                <a:cs typeface="FreeSerif"/>
              </a:rPr>
              <a:t>were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restored</a:t>
            </a:r>
            <a:r>
              <a:rPr dirty="0" sz="1800" spc="-50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60">
                <a:solidFill>
                  <a:srgbClr val="252525"/>
                </a:solidFill>
                <a:latin typeface="FreeSerif"/>
                <a:cs typeface="FreeSerif"/>
              </a:rPr>
              <a:t>in</a:t>
            </a:r>
            <a:r>
              <a:rPr dirty="0" sz="1800" spc="-6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50">
                <a:solidFill>
                  <a:srgbClr val="252525"/>
                </a:solidFill>
                <a:latin typeface="FreeSerif"/>
                <a:cs typeface="FreeSerif"/>
              </a:rPr>
              <a:t>23.3</a:t>
            </a:r>
            <a:r>
              <a:rPr dirty="0" sz="1800" spc="-35">
                <a:solidFill>
                  <a:srgbClr val="252525"/>
                </a:solidFill>
                <a:latin typeface="FreeSerif"/>
                <a:cs typeface="FreeSerif"/>
              </a:rPr>
              <a:t> </a:t>
            </a:r>
            <a:r>
              <a:rPr dirty="0" sz="1800" spc="85">
                <a:solidFill>
                  <a:srgbClr val="252525"/>
                </a:solidFill>
                <a:latin typeface="FreeSerif"/>
                <a:cs typeface="FreeSerif"/>
              </a:rPr>
              <a:t>minutes</a:t>
            </a:r>
            <a:endParaRPr sz="1800">
              <a:latin typeface="FreeSerif"/>
              <a:cs typeface="Free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2955" y="3787140"/>
            <a:ext cx="6056376" cy="2732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45072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50">
                <a:solidFill>
                  <a:srgbClr val="0E1745"/>
                </a:solidFill>
              </a:rPr>
              <a:t>Real </a:t>
            </a:r>
            <a:r>
              <a:rPr dirty="0" sz="2800" spc="45">
                <a:solidFill>
                  <a:srgbClr val="0E1745"/>
                </a:solidFill>
              </a:rPr>
              <a:t>World </a:t>
            </a:r>
            <a:r>
              <a:rPr dirty="0" sz="2800" spc="55">
                <a:solidFill>
                  <a:srgbClr val="0E1745"/>
                </a:solidFill>
              </a:rPr>
              <a:t>Clusters</a:t>
            </a:r>
            <a:r>
              <a:rPr dirty="0" sz="2800" spc="-400">
                <a:solidFill>
                  <a:srgbClr val="0E1745"/>
                </a:solidFill>
              </a:rPr>
              <a:t> </a:t>
            </a:r>
            <a:r>
              <a:rPr dirty="0" sz="2800" spc="80">
                <a:solidFill>
                  <a:srgbClr val="0E1745"/>
                </a:solidFill>
              </a:rPr>
              <a:t>Results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947674"/>
            <a:ext cx="4150995" cy="30988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6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Introduction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Design</a:t>
            </a:r>
            <a:r>
              <a:rPr dirty="0" sz="2400" spc="-8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Overview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Systems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95">
                <a:solidFill>
                  <a:srgbClr val="BEBEBE"/>
                </a:solidFill>
                <a:latin typeface="FreeSerif"/>
                <a:cs typeface="FreeSerif"/>
              </a:rPr>
              <a:t>Interactions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80">
                <a:solidFill>
                  <a:srgbClr val="BEBEBE"/>
                </a:solidFill>
                <a:latin typeface="FreeSerif"/>
                <a:cs typeface="FreeSerif"/>
              </a:rPr>
              <a:t>Master</a:t>
            </a:r>
            <a:r>
              <a:rPr dirty="0" sz="2400" spc="-75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75">
                <a:solidFill>
                  <a:srgbClr val="BEBEBE"/>
                </a:solidFill>
                <a:latin typeface="FreeSerif"/>
                <a:cs typeface="FreeSerif"/>
              </a:rPr>
              <a:t>Operation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50">
                <a:solidFill>
                  <a:srgbClr val="BEBEBE"/>
                </a:solidFill>
                <a:latin typeface="FreeSerif"/>
                <a:cs typeface="FreeSerif"/>
              </a:rPr>
              <a:t>Fault </a:t>
            </a:r>
            <a:r>
              <a:rPr dirty="0" sz="2400" spc="55">
                <a:solidFill>
                  <a:srgbClr val="BEBEBE"/>
                </a:solidFill>
                <a:latin typeface="FreeSerif"/>
                <a:cs typeface="FreeSerif"/>
              </a:rPr>
              <a:t>Tolerance </a:t>
            </a:r>
            <a:r>
              <a:rPr dirty="0" sz="2400" spc="140">
                <a:solidFill>
                  <a:srgbClr val="BEBEBE"/>
                </a:solidFill>
                <a:latin typeface="FreeSerif"/>
                <a:cs typeface="FreeSerif"/>
              </a:rPr>
              <a:t>and</a:t>
            </a:r>
            <a:r>
              <a:rPr dirty="0" sz="2400" spc="-370">
                <a:solidFill>
                  <a:srgbClr val="BEBEBE"/>
                </a:solidFill>
                <a:latin typeface="FreeSerif"/>
                <a:cs typeface="FreeSerif"/>
              </a:rPr>
              <a:t> </a:t>
            </a:r>
            <a:r>
              <a:rPr dirty="0" sz="2400" spc="65">
                <a:solidFill>
                  <a:srgbClr val="BEBEBE"/>
                </a:solidFill>
                <a:latin typeface="FreeSerif"/>
                <a:cs typeface="FreeSerif"/>
              </a:rPr>
              <a:t>Diagnosis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75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105">
                <a:solidFill>
                  <a:srgbClr val="BEBEBE"/>
                </a:solidFill>
                <a:latin typeface="FreeSerif"/>
                <a:cs typeface="FreeSerif"/>
              </a:rPr>
              <a:t>Measurements</a:t>
            </a:r>
            <a:endParaRPr sz="2400">
              <a:latin typeface="FreeSerif"/>
              <a:cs typeface="FreeSerif"/>
            </a:endParaRPr>
          </a:p>
          <a:p>
            <a:pPr marL="255270" indent="-243204">
              <a:lnSpc>
                <a:spcPct val="100000"/>
              </a:lnSpc>
              <a:spcBef>
                <a:spcPts val="580"/>
              </a:spcBef>
              <a:buClr>
                <a:srgbClr val="000066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dirty="0" sz="2400" spc="65" b="1">
                <a:solidFill>
                  <a:srgbClr val="404040"/>
                </a:solidFill>
                <a:latin typeface="FreeSerif"/>
                <a:cs typeface="FreeSerif"/>
              </a:rPr>
              <a:t>Conclusions</a:t>
            </a:r>
            <a:endParaRPr sz="24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464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50">
                <a:solidFill>
                  <a:srgbClr val="0E1745"/>
                </a:solidFill>
              </a:rPr>
              <a:t>on</a:t>
            </a:r>
            <a:r>
              <a:rPr dirty="0" sz="2800" spc="65">
                <a:solidFill>
                  <a:srgbClr val="0E1745"/>
                </a:solidFill>
              </a:rPr>
              <a:t>t</a:t>
            </a:r>
            <a:r>
              <a:rPr dirty="0" sz="2800" spc="150">
                <a:solidFill>
                  <a:srgbClr val="0E1745"/>
                </a:solidFill>
              </a:rPr>
              <a:t>ents</a:t>
            </a:r>
            <a:endParaRPr sz="2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386586"/>
            <a:ext cx="7889875" cy="2282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05740" marR="5080" indent="-193675">
              <a:lnSpc>
                <a:spcPct val="100000"/>
              </a:lnSpc>
              <a:spcBef>
                <a:spcPts val="105"/>
              </a:spcBef>
              <a:buClr>
                <a:srgbClr val="000066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dirty="0" sz="2000" spc="-114">
                <a:latin typeface="FreeSerif"/>
                <a:cs typeface="FreeSerif"/>
              </a:rPr>
              <a:t>GFS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has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55">
                <a:latin typeface="FreeSerif"/>
                <a:cs typeface="FreeSerif"/>
              </a:rPr>
              <a:t>successfully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met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their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storage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105">
                <a:latin typeface="FreeSerif"/>
                <a:cs typeface="FreeSerif"/>
              </a:rPr>
              <a:t>needs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60">
                <a:latin typeface="FreeSerif"/>
                <a:cs typeface="FreeSerif"/>
              </a:rPr>
              <a:t>is</a:t>
            </a:r>
            <a:r>
              <a:rPr dirty="0" sz="2000" spc="-6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widely</a:t>
            </a:r>
            <a:r>
              <a:rPr dirty="0" sz="2000" spc="-70">
                <a:latin typeface="FreeSerif"/>
                <a:cs typeface="FreeSerif"/>
              </a:rPr>
              <a:t> </a:t>
            </a:r>
            <a:r>
              <a:rPr dirty="0" sz="2000" spc="110">
                <a:latin typeface="FreeSerif"/>
                <a:cs typeface="FreeSerif"/>
              </a:rPr>
              <a:t>used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within  </a:t>
            </a:r>
            <a:r>
              <a:rPr dirty="0" sz="2000" spc="15">
                <a:latin typeface="FreeSerif"/>
                <a:cs typeface="FreeSerif"/>
              </a:rPr>
              <a:t>Google</a:t>
            </a:r>
            <a:r>
              <a:rPr dirty="0" sz="2000" spc="-8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the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storage</a:t>
            </a:r>
            <a:r>
              <a:rPr dirty="0" sz="2000" spc="-11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platform</a:t>
            </a:r>
            <a:r>
              <a:rPr dirty="0" sz="2000" spc="-105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for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research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and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development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as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70">
                <a:latin typeface="FreeSerif"/>
                <a:cs typeface="FreeSerif"/>
              </a:rPr>
              <a:t>well</a:t>
            </a:r>
            <a:r>
              <a:rPr dirty="0" sz="2000" spc="-65">
                <a:latin typeface="FreeSerif"/>
                <a:cs typeface="FreeSerif"/>
              </a:rPr>
              <a:t> </a:t>
            </a:r>
            <a:r>
              <a:rPr dirty="0" sz="2000" spc="114">
                <a:latin typeface="FreeSerif"/>
                <a:cs typeface="FreeSerif"/>
              </a:rPr>
              <a:t>as  </a:t>
            </a:r>
            <a:r>
              <a:rPr dirty="0" sz="2000" spc="85">
                <a:latin typeface="FreeSerif"/>
                <a:cs typeface="FreeSerif"/>
              </a:rPr>
              <a:t>production </a:t>
            </a:r>
            <a:r>
              <a:rPr dirty="0" sz="2000" spc="110">
                <a:latin typeface="FreeSerif"/>
                <a:cs typeface="FreeSerif"/>
              </a:rPr>
              <a:t>data</a:t>
            </a:r>
            <a:r>
              <a:rPr dirty="0" sz="2000" spc="-280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processing.</a:t>
            </a:r>
            <a:endParaRPr sz="2000">
              <a:latin typeface="FreeSerif"/>
              <a:cs typeface="FreeSerif"/>
            </a:endParaRPr>
          </a:p>
          <a:p>
            <a:pPr>
              <a:lnSpc>
                <a:spcPct val="100000"/>
              </a:lnSpc>
              <a:buClr>
                <a:srgbClr val="000066"/>
              </a:buClr>
              <a:buFont typeface="Wingdings"/>
              <a:buChar char=""/>
            </a:pPr>
            <a:endParaRPr sz="2800">
              <a:latin typeface="FreeSerif"/>
              <a:cs typeface="FreeSerif"/>
            </a:endParaRPr>
          </a:p>
          <a:p>
            <a:pPr marL="205740" marR="60325" indent="-193675">
              <a:lnSpc>
                <a:spcPct val="100000"/>
              </a:lnSpc>
              <a:buClr>
                <a:srgbClr val="000066"/>
              </a:buClr>
              <a:buSzPct val="95000"/>
              <a:buFont typeface="Wingdings"/>
              <a:buChar char=""/>
              <a:tabLst>
                <a:tab pos="269240" algn="l"/>
              </a:tabLst>
            </a:pPr>
            <a:r>
              <a:rPr dirty="0" sz="2000" spc="30">
                <a:latin typeface="FreeSerif"/>
                <a:cs typeface="FreeSerif"/>
              </a:rPr>
              <a:t>While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some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design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75">
                <a:latin typeface="FreeSerif"/>
                <a:cs typeface="FreeSerif"/>
              </a:rPr>
              <a:t>decisions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100">
                <a:latin typeface="FreeSerif"/>
                <a:cs typeface="FreeSerif"/>
              </a:rPr>
              <a:t>are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20">
                <a:latin typeface="FreeSerif"/>
                <a:cs typeface="FreeSerif"/>
              </a:rPr>
              <a:t>specific</a:t>
            </a:r>
            <a:r>
              <a:rPr dirty="0" sz="2000" spc="-80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to</a:t>
            </a:r>
            <a:r>
              <a:rPr dirty="0" sz="2000" spc="-90">
                <a:latin typeface="FreeSerif"/>
                <a:cs typeface="FreeSerif"/>
              </a:rPr>
              <a:t> </a:t>
            </a:r>
            <a:r>
              <a:rPr dirty="0" sz="2000" spc="85">
                <a:latin typeface="FreeSerif"/>
                <a:cs typeface="FreeSerif"/>
              </a:rPr>
              <a:t>their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90">
                <a:latin typeface="FreeSerif"/>
                <a:cs typeface="FreeSerif"/>
              </a:rPr>
              <a:t>unique</a:t>
            </a:r>
            <a:r>
              <a:rPr dirty="0" sz="2000" spc="-75">
                <a:latin typeface="FreeSerif"/>
                <a:cs typeface="FreeSerif"/>
              </a:rPr>
              <a:t> </a:t>
            </a:r>
            <a:r>
              <a:rPr dirty="0" sz="2000" spc="65">
                <a:latin typeface="FreeSerif"/>
                <a:cs typeface="FreeSerif"/>
              </a:rPr>
              <a:t>setting,</a:t>
            </a:r>
            <a:r>
              <a:rPr dirty="0" sz="2000" spc="-95">
                <a:latin typeface="FreeSerif"/>
                <a:cs typeface="FreeSerif"/>
              </a:rPr>
              <a:t> </a:t>
            </a:r>
            <a:r>
              <a:rPr dirty="0" sz="2000" spc="95">
                <a:latin typeface="FreeSerif"/>
                <a:cs typeface="FreeSerif"/>
              </a:rPr>
              <a:t>many  </a:t>
            </a:r>
            <a:r>
              <a:rPr dirty="0" sz="2000" spc="80">
                <a:latin typeface="FreeSerif"/>
                <a:cs typeface="FreeSerif"/>
              </a:rPr>
              <a:t>may </a:t>
            </a:r>
            <a:r>
              <a:rPr dirty="0" sz="2000" spc="75">
                <a:latin typeface="FreeSerif"/>
                <a:cs typeface="FreeSerif"/>
              </a:rPr>
              <a:t>apply </a:t>
            </a:r>
            <a:r>
              <a:rPr dirty="0" sz="2000" spc="90">
                <a:latin typeface="FreeSerif"/>
                <a:cs typeface="FreeSerif"/>
              </a:rPr>
              <a:t>to </a:t>
            </a:r>
            <a:r>
              <a:rPr dirty="0" sz="2000" spc="110">
                <a:latin typeface="FreeSerif"/>
                <a:cs typeface="FreeSerif"/>
              </a:rPr>
              <a:t>data </a:t>
            </a:r>
            <a:r>
              <a:rPr dirty="0" sz="2000" spc="80">
                <a:latin typeface="FreeSerif"/>
                <a:cs typeface="FreeSerif"/>
              </a:rPr>
              <a:t>processing </a:t>
            </a:r>
            <a:r>
              <a:rPr dirty="0" sz="2000" spc="95">
                <a:latin typeface="FreeSerif"/>
                <a:cs typeface="FreeSerif"/>
              </a:rPr>
              <a:t>tasks </a:t>
            </a:r>
            <a:r>
              <a:rPr dirty="0" sz="2000" spc="-30">
                <a:latin typeface="FreeSerif"/>
                <a:cs typeface="FreeSerif"/>
              </a:rPr>
              <a:t>of </a:t>
            </a:r>
            <a:r>
              <a:rPr dirty="0" sz="2000" spc="105">
                <a:latin typeface="FreeSerif"/>
                <a:cs typeface="FreeSerif"/>
              </a:rPr>
              <a:t>a </a:t>
            </a:r>
            <a:r>
              <a:rPr dirty="0" sz="2000" spc="70">
                <a:latin typeface="FreeSerif"/>
                <a:cs typeface="FreeSerif"/>
              </a:rPr>
              <a:t>similar </a:t>
            </a:r>
            <a:r>
              <a:rPr dirty="0" sz="2000" spc="90">
                <a:latin typeface="FreeSerif"/>
                <a:cs typeface="FreeSerif"/>
              </a:rPr>
              <a:t>magnitude </a:t>
            </a:r>
            <a:r>
              <a:rPr dirty="0" sz="2000" spc="114">
                <a:latin typeface="FreeSerif"/>
                <a:cs typeface="FreeSerif"/>
              </a:rPr>
              <a:t>and </a:t>
            </a:r>
            <a:r>
              <a:rPr dirty="0" sz="2000" spc="80">
                <a:latin typeface="FreeSerif"/>
                <a:cs typeface="FreeSerif"/>
              </a:rPr>
              <a:t>cost  </a:t>
            </a:r>
            <a:r>
              <a:rPr dirty="0" sz="2000" spc="70">
                <a:latin typeface="FreeSerif"/>
                <a:cs typeface="FreeSerif"/>
              </a:rPr>
              <a:t>consciousness.</a:t>
            </a:r>
            <a:endParaRPr sz="2000">
              <a:latin typeface="FreeSerif"/>
              <a:cs typeface="Free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/>
              <a:t>2020</a:t>
            </a:r>
            <a:r>
              <a:rPr dirty="0" spc="-130"/>
              <a:t> </a:t>
            </a:r>
            <a:r>
              <a:rPr dirty="0" spc="-10"/>
              <a:t>Fall </a:t>
            </a:r>
            <a:r>
              <a:rPr dirty="0" spc="-55"/>
              <a:t>D.S.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165354"/>
            <a:ext cx="19862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0">
                <a:solidFill>
                  <a:srgbClr val="0E1745"/>
                </a:solidFill>
              </a:rPr>
              <a:t>C</a:t>
            </a:r>
            <a:r>
              <a:rPr dirty="0" sz="2800" spc="110">
                <a:solidFill>
                  <a:srgbClr val="0E1745"/>
                </a:solidFill>
              </a:rPr>
              <a:t>onclusi</a:t>
            </a:r>
            <a:r>
              <a:rPr dirty="0" sz="2800" spc="140">
                <a:solidFill>
                  <a:srgbClr val="0E1745"/>
                </a:solidFill>
              </a:rPr>
              <a:t>o</a:t>
            </a:r>
            <a:r>
              <a:rPr dirty="0" sz="2800" spc="140">
                <a:solidFill>
                  <a:srgbClr val="0E1745"/>
                </a:solidFill>
              </a:rPr>
              <a:t>ns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rocky lim</dc:creator>
  <dc:title>Google File System</dc:title>
  <dcterms:created xsi:type="dcterms:W3CDTF">2020-10-15T05:07:47Z</dcterms:created>
  <dcterms:modified xsi:type="dcterms:W3CDTF">2020-10-15T05:07:47Z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2020-10-15T00:00:00Z</vt:filetime>
  </property>
  <property fmtid="{D5CDD505-2E9C-101B-9397-08002B2CF9AE}" pid="3" name="Creator">
    <vt:lpwstr>Microsoft® PowerPoint® Office 365용 </vt:lpwstr>
  </property>
  <property fmtid="{D5CDD505-2E9C-101B-9397-08002B2CF9AE}" pid="4" name="LastSaved">
    <vt:filetime>2020-10-15T00:00:00Z</vt:filetime>
  </property>
</Properties>
</file>